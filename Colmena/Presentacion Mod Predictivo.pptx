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333.xml" ContentType="application/vnd.openxmlformats-officedocument.presentationml.tags+xml"/>
  <Override PartName="/ppt/notesSlides/notesSlide1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2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notesSlides/notesSlide3.xml" ContentType="application/vnd.openxmlformats-officedocument.presentationml.notesSlide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notesSlides/notesSlide4.xml" ContentType="application/vnd.openxmlformats-officedocument.presentationml.notesSlide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notesSlides/notesSlide7.xml" ContentType="application/vnd.openxmlformats-officedocument.presentationml.notesSlide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notesSlides/notesSlide8.xml" ContentType="application/vnd.openxmlformats-officedocument.presentationml.notesSlide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notesSlides/notesSlide9.xml" ContentType="application/vnd.openxmlformats-officedocument.presentationml.notesSlide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notesSlides/notesSlide10.xml" ContentType="application/vnd.openxmlformats-officedocument.presentationml.notesSlide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notesSlides/notesSlide11.xml" ContentType="application/vnd.openxmlformats-officedocument.presentationml.notesSlide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notesSlides/notesSlide12.xml" ContentType="application/vnd.openxmlformats-officedocument.presentationml.notesSlide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notesSlides/notesSlide13.xml" ContentType="application/vnd.openxmlformats-officedocument.presentationml.notesSlide+xml"/>
  <Override PartName="/ppt/tags/tag433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035" r:id="rId4"/>
    <p:sldMasterId id="2147484209" r:id="rId5"/>
    <p:sldMasterId id="2147484229" r:id="rId6"/>
  </p:sldMasterIdLst>
  <p:notesMasterIdLst>
    <p:notesMasterId r:id="rId21"/>
  </p:notesMasterIdLst>
  <p:handoutMasterIdLst>
    <p:handoutMasterId r:id="rId22"/>
  </p:handoutMasterIdLst>
  <p:sldIdLst>
    <p:sldId id="2147481926" r:id="rId7"/>
    <p:sldId id="2147483168" r:id="rId8"/>
    <p:sldId id="2147481941" r:id="rId9"/>
    <p:sldId id="387" r:id="rId10"/>
    <p:sldId id="1448943151" r:id="rId11"/>
    <p:sldId id="282" r:id="rId12"/>
    <p:sldId id="4455" r:id="rId13"/>
    <p:sldId id="2147483169" r:id="rId14"/>
    <p:sldId id="2147483174" r:id="rId15"/>
    <p:sldId id="2147483171" r:id="rId16"/>
    <p:sldId id="2147483172" r:id="rId17"/>
    <p:sldId id="2145705726" r:id="rId18"/>
    <p:sldId id="2147483175" r:id="rId19"/>
    <p:sldId id="2147481934" r:id="rId20"/>
  </p:sldIdLst>
  <p:sldSz cx="12192000" cy="6858000"/>
  <p:notesSz cx="7102475" cy="9388475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00"/>
    <a:srgbClr val="DD8080"/>
    <a:srgbClr val="135E89"/>
    <a:srgbClr val="FFF6B8"/>
    <a:srgbClr val="FCB600"/>
    <a:srgbClr val="CCFFCC"/>
    <a:srgbClr val="FFCCCC"/>
    <a:srgbClr val="FFE80A"/>
    <a:srgbClr val="0000FF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324" autoAdjust="0"/>
  </p:normalViewPr>
  <p:slideViewPr>
    <p:cSldViewPr snapToGrid="0" snapToObjects="1">
      <p:cViewPr varScale="1">
        <p:scale>
          <a:sx n="69" d="100"/>
          <a:sy n="69" d="100"/>
        </p:scale>
        <p:origin x="57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2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25 August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s-C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s-C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CO"/>
              <a:t>Click to edit Master text styles</a:t>
            </a:r>
          </a:p>
          <a:p>
            <a:pPr lvl="1"/>
            <a:r>
              <a:rPr lang="es-CO"/>
              <a:t>Second level</a:t>
            </a:r>
          </a:p>
          <a:p>
            <a:pPr lvl="2"/>
            <a:r>
              <a:rPr lang="es-CO"/>
              <a:t>Third level</a:t>
            </a:r>
          </a:p>
          <a:p>
            <a:pPr lvl="3"/>
            <a:r>
              <a:rPr lang="es-CO"/>
              <a:t>Fourth level</a:t>
            </a:r>
          </a:p>
          <a:p>
            <a:pPr lvl="4"/>
            <a:r>
              <a:rPr lang="es-CO"/>
              <a:t>Fifth level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582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F34805-1F01-4BDA-A8CA-FCEA2B4BC8D0}" type="datetime3">
              <a:rPr kumimoji="0" lang="es-CO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25.08.26</a:t>
            </a:fld>
            <a:endParaRPr kumimoji="0" lang="es-CO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EBCF4-26FC-4F76-8DA1-52FDDC328D44}" type="slidenum">
              <a:rPr kumimoji="0" lang="es-CO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997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60588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3A632B-FBDE-46D4-BF6F-6D14421E634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7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5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1503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6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88850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F34805-1F01-4BDA-A8CA-FCEA2B4BC8D0}" type="datetime3">
              <a:rPr lang="en-GB" smtClean="0"/>
              <a:pPr/>
              <a:t>25 August, 2026</a:t>
            </a:fld>
            <a:endParaRPr lang="en-GB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5EBCF4-26FC-4F76-8DA1-52FDDC328D44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4611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8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2618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9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69592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10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2393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6406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12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3794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55305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s-CO" smtClean="0"/>
              <a:pPr/>
              <a:t>25.08.26</a:t>
            </a:fld>
            <a:endParaRPr lang="es-C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s-CO" smtClean="0"/>
              <a:pPr/>
              <a:t>14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04474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5.svg"/><Relationship Id="rId2" Type="http://schemas.openxmlformats.org/officeDocument/2006/relationships/tags" Target="../tags/tag23.xml"/><Relationship Id="rId1" Type="http://schemas.openxmlformats.org/officeDocument/2006/relationships/vmlDrawing" Target="../drawings/vmlDrawing2.vml"/><Relationship Id="rId6" Type="http://schemas.openxmlformats.org/officeDocument/2006/relationships/tags" Target="../tags/tag27.xml"/><Relationship Id="rId11" Type="http://schemas.openxmlformats.org/officeDocument/2006/relationships/image" Target="../media/image4.png"/><Relationship Id="rId5" Type="http://schemas.openxmlformats.org/officeDocument/2006/relationships/tags" Target="../tags/tag26.xml"/><Relationship Id="rId10" Type="http://schemas.openxmlformats.org/officeDocument/2006/relationships/image" Target="../media/image3.jpeg"/><Relationship Id="rId4" Type="http://schemas.openxmlformats.org/officeDocument/2006/relationships/tags" Target="../tags/tag25.xml"/><Relationship Id="rId9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vmlDrawing" Target="../drawings/vmlDrawing3.vml"/><Relationship Id="rId6" Type="http://schemas.openxmlformats.org/officeDocument/2006/relationships/tags" Target="../tags/tag32.xml"/><Relationship Id="rId11" Type="http://schemas.openxmlformats.org/officeDocument/2006/relationships/image" Target="../media/image1.emf"/><Relationship Id="rId5" Type="http://schemas.openxmlformats.org/officeDocument/2006/relationships/tags" Target="../tags/tag31.xml"/><Relationship Id="rId10" Type="http://schemas.openxmlformats.org/officeDocument/2006/relationships/oleObject" Target="../embeddings/oleObject3.bin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vmlDrawing" Target="../drawings/vmlDrawing4.v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2.emf"/><Relationship Id="rId4" Type="http://schemas.openxmlformats.org/officeDocument/2006/relationships/tags" Target="../tags/tag37.xml"/><Relationship Id="rId9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vmlDrawing" Target="../drawings/vmlDrawing5.v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10" Type="http://schemas.openxmlformats.org/officeDocument/2006/relationships/image" Target="../media/image2.emf"/><Relationship Id="rId4" Type="http://schemas.openxmlformats.org/officeDocument/2006/relationships/tags" Target="../tags/tag43.xml"/><Relationship Id="rId9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vmlDrawing" Target="../drawings/vmlDrawing6.v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image" Target="../media/image2.emf"/><Relationship Id="rId4" Type="http://schemas.openxmlformats.org/officeDocument/2006/relationships/tags" Target="../tags/tag49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7.vml"/><Relationship Id="rId6" Type="http://schemas.openxmlformats.org/officeDocument/2006/relationships/tags" Target="../tags/tag57.xml"/><Relationship Id="rId11" Type="http://schemas.openxmlformats.org/officeDocument/2006/relationships/image" Target="../media/image2.emf"/><Relationship Id="rId5" Type="http://schemas.openxmlformats.org/officeDocument/2006/relationships/tags" Target="../tags/tag56.xml"/><Relationship Id="rId10" Type="http://schemas.openxmlformats.org/officeDocument/2006/relationships/oleObject" Target="../embeddings/oleObject7.bin"/><Relationship Id="rId4" Type="http://schemas.openxmlformats.org/officeDocument/2006/relationships/tags" Target="../tags/tag55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1.emf"/><Relationship Id="rId2" Type="http://schemas.openxmlformats.org/officeDocument/2006/relationships/tags" Target="../tags/tag60.xml"/><Relationship Id="rId1" Type="http://schemas.openxmlformats.org/officeDocument/2006/relationships/vmlDrawing" Target="../drawings/vmlDrawing8.vml"/><Relationship Id="rId6" Type="http://schemas.openxmlformats.org/officeDocument/2006/relationships/tags" Target="../tags/tag64.xml"/><Relationship Id="rId11" Type="http://schemas.openxmlformats.org/officeDocument/2006/relationships/oleObject" Target="../embeddings/oleObject8.bin"/><Relationship Id="rId5" Type="http://schemas.openxmlformats.org/officeDocument/2006/relationships/tags" Target="../tags/tag6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1.emf"/><Relationship Id="rId2" Type="http://schemas.openxmlformats.org/officeDocument/2006/relationships/tags" Target="../tags/tag68.xml"/><Relationship Id="rId1" Type="http://schemas.openxmlformats.org/officeDocument/2006/relationships/vmlDrawing" Target="../drawings/vmlDrawing9.vml"/><Relationship Id="rId6" Type="http://schemas.openxmlformats.org/officeDocument/2006/relationships/tags" Target="../tags/tag7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7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0.xml"/><Relationship Id="rId9" Type="http://schemas.openxmlformats.org/officeDocument/2006/relationships/tags" Target="../tags/tag75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1.emf"/><Relationship Id="rId2" Type="http://schemas.openxmlformats.org/officeDocument/2006/relationships/tags" Target="../tags/tag76.xml"/><Relationship Id="rId1" Type="http://schemas.openxmlformats.org/officeDocument/2006/relationships/vmlDrawing" Target="../drawings/vmlDrawing10.vml"/><Relationship Id="rId6" Type="http://schemas.openxmlformats.org/officeDocument/2006/relationships/tags" Target="../tags/tag80.xml"/><Relationship Id="rId11" Type="http://schemas.openxmlformats.org/officeDocument/2006/relationships/oleObject" Target="../embeddings/oleObject10.bin"/><Relationship Id="rId5" Type="http://schemas.openxmlformats.org/officeDocument/2006/relationships/tags" Target="../tags/tag7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8.xml"/><Relationship Id="rId9" Type="http://schemas.openxmlformats.org/officeDocument/2006/relationships/tags" Target="../tags/tag83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5.emf"/><Relationship Id="rId2" Type="http://schemas.openxmlformats.org/officeDocument/2006/relationships/tags" Target="../tags/tag84.xml"/><Relationship Id="rId1" Type="http://schemas.openxmlformats.org/officeDocument/2006/relationships/vmlDrawing" Target="../drawings/vmlDrawing11.vml"/><Relationship Id="rId6" Type="http://schemas.openxmlformats.org/officeDocument/2006/relationships/tags" Target="../tags/tag88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1.emf"/><Relationship Id="rId2" Type="http://schemas.openxmlformats.org/officeDocument/2006/relationships/tags" Target="../tags/tag92.xml"/><Relationship Id="rId1" Type="http://schemas.openxmlformats.org/officeDocument/2006/relationships/vmlDrawing" Target="../drawings/vmlDrawing12.vml"/><Relationship Id="rId6" Type="http://schemas.openxmlformats.org/officeDocument/2006/relationships/tags" Target="../tags/tag96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13.v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10" Type="http://schemas.openxmlformats.org/officeDocument/2006/relationships/image" Target="../media/image2.emf"/><Relationship Id="rId4" Type="http://schemas.openxmlformats.org/officeDocument/2006/relationships/tags" Target="../tags/tag102.xml"/><Relationship Id="rId9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07.xml"/><Relationship Id="rId7" Type="http://schemas.openxmlformats.org/officeDocument/2006/relationships/oleObject" Target="../embeddings/oleObject14.bin"/><Relationship Id="rId2" Type="http://schemas.openxmlformats.org/officeDocument/2006/relationships/tags" Target="../tags/tag106.xml"/><Relationship Id="rId1" Type="http://schemas.openxmlformats.org/officeDocument/2006/relationships/vmlDrawing" Target="../drawings/vmlDrawing14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14.xml"/><Relationship Id="rId11" Type="http://schemas.openxmlformats.org/officeDocument/2006/relationships/image" Target="../media/image1.emf"/><Relationship Id="rId5" Type="http://schemas.openxmlformats.org/officeDocument/2006/relationships/tags" Target="../tags/tag113.xml"/><Relationship Id="rId10" Type="http://schemas.openxmlformats.org/officeDocument/2006/relationships/oleObject" Target="../embeddings/oleObject15.bin"/><Relationship Id="rId4" Type="http://schemas.openxmlformats.org/officeDocument/2006/relationships/tags" Target="../tags/tag112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16.v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2.emf"/><Relationship Id="rId4" Type="http://schemas.openxmlformats.org/officeDocument/2006/relationships/tags" Target="../tags/tag119.xml"/><Relationship Id="rId9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10" Type="http://schemas.openxmlformats.org/officeDocument/2006/relationships/image" Target="../media/image2.emf"/><Relationship Id="rId4" Type="http://schemas.openxmlformats.org/officeDocument/2006/relationships/tags" Target="../tags/tag125.xml"/><Relationship Id="rId9" Type="http://schemas.openxmlformats.org/officeDocument/2006/relationships/oleObject" Target="../embeddings/oleObject17.bin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2" Type="http://schemas.openxmlformats.org/officeDocument/2006/relationships/tags" Target="../tags/tag129.xml"/><Relationship Id="rId1" Type="http://schemas.openxmlformats.org/officeDocument/2006/relationships/vmlDrawing" Target="../drawings/vmlDrawing18.v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10" Type="http://schemas.openxmlformats.org/officeDocument/2006/relationships/image" Target="../media/image2.emf"/><Relationship Id="rId4" Type="http://schemas.openxmlformats.org/officeDocument/2006/relationships/tags" Target="../tags/tag131.xml"/><Relationship Id="rId9" Type="http://schemas.openxmlformats.org/officeDocument/2006/relationships/oleObject" Target="../embeddings/oleObject18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19.vml"/><Relationship Id="rId6" Type="http://schemas.openxmlformats.org/officeDocument/2006/relationships/tags" Target="../tags/tag139.xml"/><Relationship Id="rId11" Type="http://schemas.openxmlformats.org/officeDocument/2006/relationships/image" Target="../media/image2.emf"/><Relationship Id="rId5" Type="http://schemas.openxmlformats.org/officeDocument/2006/relationships/tags" Target="../tags/tag138.xml"/><Relationship Id="rId10" Type="http://schemas.openxmlformats.org/officeDocument/2006/relationships/oleObject" Target="../embeddings/oleObject19.bin"/><Relationship Id="rId4" Type="http://schemas.openxmlformats.org/officeDocument/2006/relationships/tags" Target="../tags/tag137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image" Target="../media/image1.emf"/><Relationship Id="rId2" Type="http://schemas.openxmlformats.org/officeDocument/2006/relationships/tags" Target="../tags/tag142.xml"/><Relationship Id="rId1" Type="http://schemas.openxmlformats.org/officeDocument/2006/relationships/vmlDrawing" Target="../drawings/vmlDrawing20.vml"/><Relationship Id="rId6" Type="http://schemas.openxmlformats.org/officeDocument/2006/relationships/tags" Target="../tags/tag146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14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4.xml"/><Relationship Id="rId9" Type="http://schemas.openxmlformats.org/officeDocument/2006/relationships/tags" Target="../tags/tag149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image" Target="../media/image1.emf"/><Relationship Id="rId2" Type="http://schemas.openxmlformats.org/officeDocument/2006/relationships/tags" Target="../tags/tag150.xml"/><Relationship Id="rId1" Type="http://schemas.openxmlformats.org/officeDocument/2006/relationships/vmlDrawing" Target="../drawings/vmlDrawing21.vml"/><Relationship Id="rId6" Type="http://schemas.openxmlformats.org/officeDocument/2006/relationships/tags" Target="../tags/tag154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15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52.xml"/><Relationship Id="rId9" Type="http://schemas.openxmlformats.org/officeDocument/2006/relationships/tags" Target="../tags/tag157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image" Target="../media/image1.emf"/><Relationship Id="rId2" Type="http://schemas.openxmlformats.org/officeDocument/2006/relationships/tags" Target="../tags/tag158.xml"/><Relationship Id="rId1" Type="http://schemas.openxmlformats.org/officeDocument/2006/relationships/vmlDrawing" Target="../drawings/vmlDrawing22.vml"/><Relationship Id="rId6" Type="http://schemas.openxmlformats.org/officeDocument/2006/relationships/tags" Target="../tags/tag162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16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60.xml"/><Relationship Id="rId9" Type="http://schemas.openxmlformats.org/officeDocument/2006/relationships/tags" Target="../tags/tag16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image" Target="../media/image5.emf"/><Relationship Id="rId2" Type="http://schemas.openxmlformats.org/officeDocument/2006/relationships/tags" Target="../tags/tag166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70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16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68.xml"/><Relationship Id="rId9" Type="http://schemas.openxmlformats.org/officeDocument/2006/relationships/tags" Target="../tags/tag17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image" Target="../media/image1.emf"/><Relationship Id="rId2" Type="http://schemas.openxmlformats.org/officeDocument/2006/relationships/tags" Target="../tags/tag174.xml"/><Relationship Id="rId1" Type="http://schemas.openxmlformats.org/officeDocument/2006/relationships/vmlDrawing" Target="../drawings/vmlDrawing24.vml"/><Relationship Id="rId6" Type="http://schemas.openxmlformats.org/officeDocument/2006/relationships/tags" Target="../tags/tag178.xml"/><Relationship Id="rId11" Type="http://schemas.openxmlformats.org/officeDocument/2006/relationships/oleObject" Target="../embeddings/oleObject24.bin"/><Relationship Id="rId5" Type="http://schemas.openxmlformats.org/officeDocument/2006/relationships/tags" Target="../tags/tag17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2" Type="http://schemas.openxmlformats.org/officeDocument/2006/relationships/tags" Target="../tags/tag182.xml"/><Relationship Id="rId1" Type="http://schemas.openxmlformats.org/officeDocument/2006/relationships/vmlDrawing" Target="../drawings/vmlDrawing25.v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10" Type="http://schemas.openxmlformats.org/officeDocument/2006/relationships/image" Target="../media/image2.emf"/><Relationship Id="rId4" Type="http://schemas.openxmlformats.org/officeDocument/2006/relationships/tags" Target="../tags/tag184.xml"/><Relationship Id="rId9" Type="http://schemas.openxmlformats.org/officeDocument/2006/relationships/oleObject" Target="../embeddings/oleObject25.bin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89.xml"/><Relationship Id="rId7" Type="http://schemas.openxmlformats.org/officeDocument/2006/relationships/oleObject" Target="../embeddings/oleObject26.bin"/><Relationship Id="rId2" Type="http://schemas.openxmlformats.org/officeDocument/2006/relationships/tags" Target="../tags/tag188.xml"/><Relationship Id="rId1" Type="http://schemas.openxmlformats.org/officeDocument/2006/relationships/vmlDrawing" Target="../drawings/vmlDrawing26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1.xml"/><Relationship Id="rId4" Type="http://schemas.openxmlformats.org/officeDocument/2006/relationships/tags" Target="../tags/tag190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2" Type="http://schemas.openxmlformats.org/officeDocument/2006/relationships/tags" Target="../tags/tag194.xml"/><Relationship Id="rId1" Type="http://schemas.openxmlformats.org/officeDocument/2006/relationships/vmlDrawing" Target="../drawings/vmlDrawing28.vml"/><Relationship Id="rId6" Type="http://schemas.openxmlformats.org/officeDocument/2006/relationships/tags" Target="../tags/tag198.xml"/><Relationship Id="rId11" Type="http://schemas.openxmlformats.org/officeDocument/2006/relationships/image" Target="../media/image1.emf"/><Relationship Id="rId5" Type="http://schemas.openxmlformats.org/officeDocument/2006/relationships/tags" Target="../tags/tag197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196.xml"/><Relationship Id="rId9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2" Type="http://schemas.openxmlformats.org/officeDocument/2006/relationships/tags" Target="../tags/tag201.xml"/><Relationship Id="rId1" Type="http://schemas.openxmlformats.org/officeDocument/2006/relationships/vmlDrawing" Target="../drawings/vmlDrawing29.vml"/><Relationship Id="rId6" Type="http://schemas.openxmlformats.org/officeDocument/2006/relationships/tags" Target="../tags/tag205.xml"/><Relationship Id="rId11" Type="http://schemas.openxmlformats.org/officeDocument/2006/relationships/image" Target="../media/image1.emf"/><Relationship Id="rId5" Type="http://schemas.openxmlformats.org/officeDocument/2006/relationships/tags" Target="../tags/tag204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203.xml"/><Relationship Id="rId9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0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7.jp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vmlDrawing" Target="../drawings/vmlDrawing31.vml"/><Relationship Id="rId6" Type="http://schemas.openxmlformats.org/officeDocument/2006/relationships/tags" Target="../tags/tag213.xml"/><Relationship Id="rId11" Type="http://schemas.openxmlformats.org/officeDocument/2006/relationships/image" Target="../media/image1.emf"/><Relationship Id="rId5" Type="http://schemas.openxmlformats.org/officeDocument/2006/relationships/tags" Target="../tags/tag212.xml"/><Relationship Id="rId10" Type="http://schemas.openxmlformats.org/officeDocument/2006/relationships/oleObject" Target="../embeddings/oleObject31.bin"/><Relationship Id="rId4" Type="http://schemas.openxmlformats.org/officeDocument/2006/relationships/tags" Target="../tags/tag211.xml"/><Relationship Id="rId9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" Type="http://schemas.openxmlformats.org/officeDocument/2006/relationships/vmlDrawing" Target="../drawings/vmlDrawing32.vml"/><Relationship Id="rId6" Type="http://schemas.openxmlformats.org/officeDocument/2006/relationships/tags" Target="../tags/tag220.xml"/><Relationship Id="rId11" Type="http://schemas.openxmlformats.org/officeDocument/2006/relationships/image" Target="../media/image1.emf"/><Relationship Id="rId5" Type="http://schemas.openxmlformats.org/officeDocument/2006/relationships/tags" Target="../tags/tag219.xml"/><Relationship Id="rId10" Type="http://schemas.openxmlformats.org/officeDocument/2006/relationships/oleObject" Target="../embeddings/oleObject32.bin"/><Relationship Id="rId4" Type="http://schemas.openxmlformats.org/officeDocument/2006/relationships/tags" Target="../tags/tag218.xml"/><Relationship Id="rId9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13" Type="http://schemas.openxmlformats.org/officeDocument/2006/relationships/tags" Target="../tags/tag235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12" Type="http://schemas.openxmlformats.org/officeDocument/2006/relationships/tags" Target="../tags/tag234.xml"/><Relationship Id="rId17" Type="http://schemas.openxmlformats.org/officeDocument/2006/relationships/image" Target="../media/image1.emf"/><Relationship Id="rId2" Type="http://schemas.openxmlformats.org/officeDocument/2006/relationships/tags" Target="../tags/tag224.xml"/><Relationship Id="rId16" Type="http://schemas.openxmlformats.org/officeDocument/2006/relationships/oleObject" Target="../embeddings/oleObject33.bin"/><Relationship Id="rId1" Type="http://schemas.openxmlformats.org/officeDocument/2006/relationships/vmlDrawing" Target="../drawings/vmlDrawing33.vml"/><Relationship Id="rId6" Type="http://schemas.openxmlformats.org/officeDocument/2006/relationships/tags" Target="../tags/tag228.xml"/><Relationship Id="rId11" Type="http://schemas.openxmlformats.org/officeDocument/2006/relationships/tags" Target="../tags/tag233.xml"/><Relationship Id="rId5" Type="http://schemas.openxmlformats.org/officeDocument/2006/relationships/tags" Target="../tags/tag227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232.xml"/><Relationship Id="rId4" Type="http://schemas.openxmlformats.org/officeDocument/2006/relationships/tags" Target="../tags/tag226.xml"/><Relationship Id="rId9" Type="http://schemas.openxmlformats.org/officeDocument/2006/relationships/tags" Target="../tags/tag231.xml"/><Relationship Id="rId14" Type="http://schemas.openxmlformats.org/officeDocument/2006/relationships/tags" Target="../tags/tag236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2" Type="http://schemas.openxmlformats.org/officeDocument/2006/relationships/tags" Target="../tags/tag237.xml"/><Relationship Id="rId1" Type="http://schemas.openxmlformats.org/officeDocument/2006/relationships/vmlDrawing" Target="../drawings/vmlDrawing34.vml"/><Relationship Id="rId6" Type="http://schemas.openxmlformats.org/officeDocument/2006/relationships/tags" Target="../tags/tag241.xml"/><Relationship Id="rId11" Type="http://schemas.openxmlformats.org/officeDocument/2006/relationships/image" Target="../media/image1.emf"/><Relationship Id="rId5" Type="http://schemas.openxmlformats.org/officeDocument/2006/relationships/tags" Target="../tags/tag240.xml"/><Relationship Id="rId10" Type="http://schemas.openxmlformats.org/officeDocument/2006/relationships/oleObject" Target="../embeddings/oleObject34.bin"/><Relationship Id="rId4" Type="http://schemas.openxmlformats.org/officeDocument/2006/relationships/tags" Target="../tags/tag239.xml"/><Relationship Id="rId9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2" Type="http://schemas.openxmlformats.org/officeDocument/2006/relationships/tags" Target="../tags/tag244.xml"/><Relationship Id="rId1" Type="http://schemas.openxmlformats.org/officeDocument/2006/relationships/vmlDrawing" Target="../drawings/vmlDrawing35.vml"/><Relationship Id="rId6" Type="http://schemas.openxmlformats.org/officeDocument/2006/relationships/tags" Target="../tags/tag248.xml"/><Relationship Id="rId11" Type="http://schemas.openxmlformats.org/officeDocument/2006/relationships/image" Target="../media/image1.emf"/><Relationship Id="rId5" Type="http://schemas.openxmlformats.org/officeDocument/2006/relationships/tags" Target="../tags/tag247.xml"/><Relationship Id="rId10" Type="http://schemas.openxmlformats.org/officeDocument/2006/relationships/oleObject" Target="../embeddings/oleObject35.bin"/><Relationship Id="rId4" Type="http://schemas.openxmlformats.org/officeDocument/2006/relationships/tags" Target="../tags/tag246.xml"/><Relationship Id="rId9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" Type="http://schemas.openxmlformats.org/officeDocument/2006/relationships/vmlDrawing" Target="../drawings/vmlDrawing36.vml"/><Relationship Id="rId6" Type="http://schemas.openxmlformats.org/officeDocument/2006/relationships/tags" Target="../tags/tag255.xml"/><Relationship Id="rId11" Type="http://schemas.openxmlformats.org/officeDocument/2006/relationships/image" Target="../media/image1.emf"/><Relationship Id="rId5" Type="http://schemas.openxmlformats.org/officeDocument/2006/relationships/tags" Target="../tags/tag254.xml"/><Relationship Id="rId10" Type="http://schemas.openxmlformats.org/officeDocument/2006/relationships/oleObject" Target="../embeddings/oleObject36.bin"/><Relationship Id="rId4" Type="http://schemas.openxmlformats.org/officeDocument/2006/relationships/tags" Target="../tags/tag253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80.xml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" Type="http://schemas.openxmlformats.org/officeDocument/2006/relationships/vmlDrawing" Target="../drawings/vmlDrawing38.v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10" Type="http://schemas.openxmlformats.org/officeDocument/2006/relationships/image" Target="../media/image2.emf"/><Relationship Id="rId4" Type="http://schemas.openxmlformats.org/officeDocument/2006/relationships/tags" Target="../tags/tag281.xml"/><Relationship Id="rId9" Type="http://schemas.openxmlformats.org/officeDocument/2006/relationships/oleObject" Target="../embeddings/oleObject38.bin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12" Type="http://schemas.openxmlformats.org/officeDocument/2006/relationships/image" Target="../media/image10.jpg"/><Relationship Id="rId2" Type="http://schemas.openxmlformats.org/officeDocument/2006/relationships/tags" Target="../tags/tag285.xml"/><Relationship Id="rId1" Type="http://schemas.openxmlformats.org/officeDocument/2006/relationships/vmlDrawing" Target="../drawings/vmlDrawing39.vml"/><Relationship Id="rId6" Type="http://schemas.openxmlformats.org/officeDocument/2006/relationships/tags" Target="../tags/tag289.xml"/><Relationship Id="rId11" Type="http://schemas.openxmlformats.org/officeDocument/2006/relationships/image" Target="../media/image2.emf"/><Relationship Id="rId5" Type="http://schemas.openxmlformats.org/officeDocument/2006/relationships/tags" Target="../tags/tag288.xml"/><Relationship Id="rId10" Type="http://schemas.openxmlformats.org/officeDocument/2006/relationships/oleObject" Target="../embeddings/oleObject39.bin"/><Relationship Id="rId4" Type="http://schemas.openxmlformats.org/officeDocument/2006/relationships/tags" Target="../tags/tag287.xml"/><Relationship Id="rId9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3" Type="http://schemas.openxmlformats.org/officeDocument/2006/relationships/tags" Target="../tags/tag293.xml"/><Relationship Id="rId7" Type="http://schemas.openxmlformats.org/officeDocument/2006/relationships/tags" Target="../tags/tag297.xml"/><Relationship Id="rId12" Type="http://schemas.openxmlformats.org/officeDocument/2006/relationships/image" Target="../media/image10.jpg"/><Relationship Id="rId2" Type="http://schemas.openxmlformats.org/officeDocument/2006/relationships/tags" Target="../tags/tag292.xml"/><Relationship Id="rId1" Type="http://schemas.openxmlformats.org/officeDocument/2006/relationships/vmlDrawing" Target="../drawings/vmlDrawing40.vml"/><Relationship Id="rId6" Type="http://schemas.openxmlformats.org/officeDocument/2006/relationships/tags" Target="../tags/tag296.xml"/><Relationship Id="rId11" Type="http://schemas.openxmlformats.org/officeDocument/2006/relationships/image" Target="../media/image2.emf"/><Relationship Id="rId5" Type="http://schemas.openxmlformats.org/officeDocument/2006/relationships/tags" Target="../tags/tag295.xml"/><Relationship Id="rId10" Type="http://schemas.openxmlformats.org/officeDocument/2006/relationships/oleObject" Target="../embeddings/oleObject40.bin"/><Relationship Id="rId4" Type="http://schemas.openxmlformats.org/officeDocument/2006/relationships/tags" Target="../tags/tag294.xml"/><Relationship Id="rId9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305.xml"/><Relationship Id="rId3" Type="http://schemas.openxmlformats.org/officeDocument/2006/relationships/tags" Target="../tags/tag300.xml"/><Relationship Id="rId7" Type="http://schemas.openxmlformats.org/officeDocument/2006/relationships/tags" Target="../tags/tag304.xml"/><Relationship Id="rId12" Type="http://schemas.openxmlformats.org/officeDocument/2006/relationships/image" Target="../media/image10.jpg"/><Relationship Id="rId2" Type="http://schemas.openxmlformats.org/officeDocument/2006/relationships/tags" Target="../tags/tag299.xml"/><Relationship Id="rId1" Type="http://schemas.openxmlformats.org/officeDocument/2006/relationships/vmlDrawing" Target="../drawings/vmlDrawing41.vml"/><Relationship Id="rId6" Type="http://schemas.openxmlformats.org/officeDocument/2006/relationships/tags" Target="../tags/tag303.xml"/><Relationship Id="rId11" Type="http://schemas.openxmlformats.org/officeDocument/2006/relationships/image" Target="../media/image2.emf"/><Relationship Id="rId5" Type="http://schemas.openxmlformats.org/officeDocument/2006/relationships/tags" Target="../tags/tag302.xml"/><Relationship Id="rId10" Type="http://schemas.openxmlformats.org/officeDocument/2006/relationships/oleObject" Target="../embeddings/oleObject41.bin"/><Relationship Id="rId4" Type="http://schemas.openxmlformats.org/officeDocument/2006/relationships/tags" Target="../tags/tag301.xml"/><Relationship Id="rId9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07.xml"/><Relationship Id="rId7" Type="http://schemas.openxmlformats.org/officeDocument/2006/relationships/oleObject" Target="../embeddings/oleObject42.bin"/><Relationship Id="rId2" Type="http://schemas.openxmlformats.org/officeDocument/2006/relationships/tags" Target="../tags/tag306.xml"/><Relationship Id="rId1" Type="http://schemas.openxmlformats.org/officeDocument/2006/relationships/vmlDrawing" Target="../drawings/vmlDrawing42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9" Type="http://schemas.openxmlformats.org/officeDocument/2006/relationships/image" Target="../media/image10.jp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4.bin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495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657973-816B-4CF4-9422-3001344CCEE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64831DC-8636-4224-A372-22192D548C7A}"/>
              </a:ext>
            </a:extLst>
          </p:cNvPr>
          <p:cNvGrpSpPr/>
          <p:nvPr userDrawn="1"/>
        </p:nvGrpSpPr>
        <p:grpSpPr>
          <a:xfrm>
            <a:off x="7707286" y="5520247"/>
            <a:ext cx="3981449" cy="858727"/>
            <a:chOff x="117803" y="10707212"/>
            <a:chExt cx="5238749" cy="11299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7A52BB-98EB-4DA1-99DA-7108274D6861}"/>
                </a:ext>
              </a:extLst>
            </p:cNvPr>
            <p:cNvSpPr/>
            <p:nvPr/>
          </p:nvSpPr>
          <p:spPr>
            <a:xfrm>
              <a:off x="2671455" y="11505646"/>
              <a:ext cx="151447" cy="245744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B41756-FD16-4361-B786-D153F6571B71}"/>
                </a:ext>
              </a:extLst>
            </p:cNvPr>
            <p:cNvSpPr/>
            <p:nvPr/>
          </p:nvSpPr>
          <p:spPr>
            <a:xfrm>
              <a:off x="2857193" y="11565653"/>
              <a:ext cx="148590" cy="186690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D777F7-7DC4-4B1A-96CB-6FB400D12A24}"/>
                </a:ext>
              </a:extLst>
            </p:cNvPr>
            <p:cNvSpPr/>
            <p:nvPr/>
          </p:nvSpPr>
          <p:spPr>
            <a:xfrm>
              <a:off x="3035310" y="11537078"/>
              <a:ext cx="167639" cy="300037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741C3F-779C-4A78-9693-0BF75AE89307}"/>
                </a:ext>
              </a:extLst>
            </p:cNvPr>
            <p:cNvSpPr/>
            <p:nvPr/>
          </p:nvSpPr>
          <p:spPr>
            <a:xfrm>
              <a:off x="3233430" y="11570416"/>
              <a:ext cx="142875" cy="182880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CA57B0F-5CC3-4C3F-86DA-E106F9B35CF2}"/>
                </a:ext>
              </a:extLst>
            </p:cNvPr>
            <p:cNvSpPr/>
            <p:nvPr/>
          </p:nvSpPr>
          <p:spPr>
            <a:xfrm>
              <a:off x="3436312" y="11566606"/>
              <a:ext cx="83820" cy="181927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FE51AC5-E169-4C4A-9054-B2936C6AE6EF}"/>
                </a:ext>
              </a:extLst>
            </p:cNvPr>
            <p:cNvSpPr/>
            <p:nvPr/>
          </p:nvSpPr>
          <p:spPr>
            <a:xfrm>
              <a:off x="3544898" y="11566606"/>
              <a:ext cx="157162" cy="1857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151567-ED87-4B2F-B7C0-238122013E82}"/>
                </a:ext>
              </a:extLst>
            </p:cNvPr>
            <p:cNvSpPr/>
            <p:nvPr/>
          </p:nvSpPr>
          <p:spPr>
            <a:xfrm>
              <a:off x="3735398" y="11564700"/>
              <a:ext cx="122872" cy="1857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898689-2426-43C6-B1E0-887161993A8E}"/>
                </a:ext>
              </a:extLst>
            </p:cNvPr>
            <p:cNvSpPr/>
            <p:nvPr/>
          </p:nvSpPr>
          <p:spPr>
            <a:xfrm>
              <a:off x="1071255" y="10894141"/>
              <a:ext cx="436721" cy="485775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38048ED-AB48-4DE0-9F0C-0DB14BF6EE91}"/>
                </a:ext>
              </a:extLst>
            </p:cNvPr>
            <p:cNvSpPr/>
            <p:nvPr/>
          </p:nvSpPr>
          <p:spPr>
            <a:xfrm>
              <a:off x="1537027" y="11042731"/>
              <a:ext cx="333375" cy="339090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222B221-E8A6-40AF-B8B2-047641026E41}"/>
                </a:ext>
              </a:extLst>
            </p:cNvPr>
            <p:cNvSpPr/>
            <p:nvPr/>
          </p:nvSpPr>
          <p:spPr>
            <a:xfrm>
              <a:off x="1885643" y="10899856"/>
              <a:ext cx="149542" cy="479107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83CF3B-1E84-483A-BDA4-94098E4336CC}"/>
                </a:ext>
              </a:extLst>
            </p:cNvPr>
            <p:cNvSpPr/>
            <p:nvPr/>
          </p:nvSpPr>
          <p:spPr>
            <a:xfrm>
              <a:off x="2079000" y="11042731"/>
              <a:ext cx="564953" cy="335279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807C6C3-C477-43E7-B6D1-DF11B0D0389A}"/>
                </a:ext>
              </a:extLst>
            </p:cNvPr>
            <p:cNvSpPr/>
            <p:nvPr/>
          </p:nvSpPr>
          <p:spPr>
            <a:xfrm>
              <a:off x="2672408" y="11041778"/>
              <a:ext cx="309943" cy="339090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FD0051B-EB5E-41BC-9529-9E35B22B3DD4}"/>
                </a:ext>
              </a:extLst>
            </p:cNvPr>
            <p:cNvSpPr/>
            <p:nvPr/>
          </p:nvSpPr>
          <p:spPr>
            <a:xfrm>
              <a:off x="3012450" y="11042731"/>
              <a:ext cx="363958" cy="335279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0A9241-FE15-4766-8CF8-140042E7DC39}"/>
                </a:ext>
              </a:extLst>
            </p:cNvPr>
            <p:cNvSpPr/>
            <p:nvPr/>
          </p:nvSpPr>
          <p:spPr>
            <a:xfrm>
              <a:off x="3405833" y="11042731"/>
              <a:ext cx="338137" cy="34099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DEA2C22-06B9-4E85-93FA-46E2086946DF}"/>
                </a:ext>
              </a:extLst>
            </p:cNvPr>
            <p:cNvSpPr/>
            <p:nvPr/>
          </p:nvSpPr>
          <p:spPr>
            <a:xfrm>
              <a:off x="117803" y="10707212"/>
              <a:ext cx="763905" cy="865346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C175EC-35D7-4076-B456-77E05D72CBF8}"/>
                </a:ext>
              </a:extLst>
            </p:cNvPr>
            <p:cNvSpPr/>
            <p:nvPr/>
          </p:nvSpPr>
          <p:spPr>
            <a:xfrm>
              <a:off x="183529" y="10824612"/>
              <a:ext cx="631499" cy="631500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87B9615-10FF-49A5-B682-7A93CB8FEA14}"/>
                </a:ext>
              </a:extLst>
            </p:cNvPr>
            <p:cNvSpPr/>
            <p:nvPr/>
          </p:nvSpPr>
          <p:spPr>
            <a:xfrm>
              <a:off x="282585" y="10949385"/>
              <a:ext cx="435292" cy="381000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0841DA8-4302-4940-AD07-CB5E1D7C6CFE}"/>
                </a:ext>
              </a:extLst>
            </p:cNvPr>
            <p:cNvSpPr/>
            <p:nvPr/>
          </p:nvSpPr>
          <p:spPr>
            <a:xfrm>
              <a:off x="403552" y="11031777"/>
              <a:ext cx="191452" cy="217169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4B0C78-9673-4573-8E15-BFEAF1F5D7D0}"/>
                </a:ext>
              </a:extLst>
            </p:cNvPr>
            <p:cNvSpPr/>
            <p:nvPr/>
          </p:nvSpPr>
          <p:spPr>
            <a:xfrm>
              <a:off x="403552" y="11031777"/>
              <a:ext cx="191452" cy="217169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32" name="Graphic 8">
              <a:extLst>
                <a:ext uri="{FF2B5EF4-FFF2-40B4-BE49-F238E27FC236}">
                  <a16:creationId xmlns:a16="http://schemas.microsoft.com/office/drawing/2014/main" id="{F822CE31-BC25-4AD3-8AFC-483F1902EE93}"/>
                </a:ext>
              </a:extLst>
            </p:cNvPr>
            <p:cNvGrpSpPr/>
            <p:nvPr/>
          </p:nvGrpSpPr>
          <p:grpSpPr>
            <a:xfrm>
              <a:off x="4528830" y="10896046"/>
              <a:ext cx="827722" cy="941070"/>
              <a:chOff x="4528830" y="10896046"/>
              <a:chExt cx="827722" cy="941070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3DEE50E-6D0F-4D4A-88F9-A0DD0E145CF5}"/>
                  </a:ext>
                </a:extLst>
              </p:cNvPr>
              <p:cNvSpPr/>
              <p:nvPr/>
            </p:nvSpPr>
            <p:spPr>
              <a:xfrm>
                <a:off x="4528830" y="11084641"/>
                <a:ext cx="827722" cy="752475"/>
              </a:xfrm>
              <a:custGeom>
                <a:avLst/>
                <a:gdLst>
                  <a:gd name="connsiteX0" fmla="*/ 0 w 827722"/>
                  <a:gd name="connsiteY0" fmla="*/ 0 h 752475"/>
                  <a:gd name="connsiteX1" fmla="*/ 827723 w 827722"/>
                  <a:gd name="connsiteY1" fmla="*/ 0 h 752475"/>
                  <a:gd name="connsiteX2" fmla="*/ 827723 w 827722"/>
                  <a:gd name="connsiteY2" fmla="*/ 752475 h 752475"/>
                  <a:gd name="connsiteX3" fmla="*/ 0 w 827722"/>
                  <a:gd name="connsiteY3" fmla="*/ 752475 h 752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7722" h="752475">
                    <a:moveTo>
                      <a:pt x="0" y="0"/>
                    </a:moveTo>
                    <a:lnTo>
                      <a:pt x="827723" y="0"/>
                    </a:lnTo>
                    <a:lnTo>
                      <a:pt x="827723" y="752475"/>
                    </a:lnTo>
                    <a:lnTo>
                      <a:pt x="0" y="75247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93C9633-A7BA-4768-95D9-4FD52B9AA0D1}"/>
                  </a:ext>
                </a:extLst>
              </p:cNvPr>
              <p:cNvSpPr/>
              <p:nvPr/>
            </p:nvSpPr>
            <p:spPr>
              <a:xfrm>
                <a:off x="4528830" y="10896046"/>
                <a:ext cx="827722" cy="187642"/>
              </a:xfrm>
              <a:custGeom>
                <a:avLst/>
                <a:gdLst>
                  <a:gd name="connsiteX0" fmla="*/ 0 w 827722"/>
                  <a:gd name="connsiteY0" fmla="*/ 0 h 187642"/>
                  <a:gd name="connsiteX1" fmla="*/ 827723 w 827722"/>
                  <a:gd name="connsiteY1" fmla="*/ 0 h 187642"/>
                  <a:gd name="connsiteX2" fmla="*/ 827723 w 827722"/>
                  <a:gd name="connsiteY2" fmla="*/ 187643 h 187642"/>
                  <a:gd name="connsiteX3" fmla="*/ 0 w 827722"/>
                  <a:gd name="connsiteY3" fmla="*/ 187643 h 187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7722" h="187642">
                    <a:moveTo>
                      <a:pt x="0" y="0"/>
                    </a:moveTo>
                    <a:lnTo>
                      <a:pt x="827723" y="0"/>
                    </a:lnTo>
                    <a:lnTo>
                      <a:pt x="827723" y="187643"/>
                    </a:lnTo>
                    <a:lnTo>
                      <a:pt x="0" y="187643"/>
                    </a:lnTo>
                    <a:close/>
                  </a:path>
                </a:pathLst>
              </a:custGeom>
              <a:solidFill>
                <a:srgbClr val="003B7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36" name="Graphic 8">
                <a:extLst>
                  <a:ext uri="{FF2B5EF4-FFF2-40B4-BE49-F238E27FC236}">
                    <a16:creationId xmlns:a16="http://schemas.microsoft.com/office/drawing/2014/main" id="{2B248F4A-B55D-4E5E-9A3E-24DAC32E21A2}"/>
                  </a:ext>
                </a:extLst>
              </p:cNvPr>
              <p:cNvGrpSpPr/>
              <p:nvPr/>
            </p:nvGrpSpPr>
            <p:grpSpPr>
              <a:xfrm>
                <a:off x="4620270" y="10947481"/>
                <a:ext cx="644842" cy="85725"/>
                <a:chOff x="4620270" y="10947481"/>
                <a:chExt cx="644842" cy="85725"/>
              </a:xfrm>
              <a:solidFill>
                <a:srgbClr val="FFFFFF"/>
              </a:solidFill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4708A8FA-469B-4DC5-A8D6-ABB0A2F374D0}"/>
                    </a:ext>
                  </a:extLst>
                </p:cNvPr>
                <p:cNvSpPr/>
                <p:nvPr/>
              </p:nvSpPr>
              <p:spPr>
                <a:xfrm>
                  <a:off x="4620270" y="10947481"/>
                  <a:ext cx="36909" cy="84772"/>
                </a:xfrm>
                <a:custGeom>
                  <a:avLst/>
                  <a:gdLst>
                    <a:gd name="connsiteX0" fmla="*/ 36195 w 36909"/>
                    <a:gd name="connsiteY0" fmla="*/ 0 h 84772"/>
                    <a:gd name="connsiteX1" fmla="*/ 31433 w 36909"/>
                    <a:gd name="connsiteY1" fmla="*/ 0 h 84772"/>
                    <a:gd name="connsiteX2" fmla="*/ 30480 w 36909"/>
                    <a:gd name="connsiteY2" fmla="*/ 953 h 84772"/>
                    <a:gd name="connsiteX3" fmla="*/ 30480 w 36909"/>
                    <a:gd name="connsiteY3" fmla="*/ 63817 h 84772"/>
                    <a:gd name="connsiteX4" fmla="*/ 29528 w 36909"/>
                    <a:gd name="connsiteY4" fmla="*/ 69532 h 84772"/>
                    <a:gd name="connsiteX5" fmla="*/ 27623 w 36909"/>
                    <a:gd name="connsiteY5" fmla="*/ 74295 h 84772"/>
                    <a:gd name="connsiteX6" fmla="*/ 23813 w 36909"/>
                    <a:gd name="connsiteY6" fmla="*/ 77153 h 84772"/>
                    <a:gd name="connsiteX7" fmla="*/ 19050 w 36909"/>
                    <a:gd name="connsiteY7" fmla="*/ 78105 h 84772"/>
                    <a:gd name="connsiteX8" fmla="*/ 14288 w 36909"/>
                    <a:gd name="connsiteY8" fmla="*/ 77153 h 84772"/>
                    <a:gd name="connsiteX9" fmla="*/ 10478 w 36909"/>
                    <a:gd name="connsiteY9" fmla="*/ 74295 h 84772"/>
                    <a:gd name="connsiteX10" fmla="*/ 8573 w 36909"/>
                    <a:gd name="connsiteY10" fmla="*/ 69532 h 84772"/>
                    <a:gd name="connsiteX11" fmla="*/ 7620 w 36909"/>
                    <a:gd name="connsiteY11" fmla="*/ 63817 h 84772"/>
                    <a:gd name="connsiteX12" fmla="*/ 7620 w 36909"/>
                    <a:gd name="connsiteY12" fmla="*/ 953 h 84772"/>
                    <a:gd name="connsiteX13" fmla="*/ 6668 w 36909"/>
                    <a:gd name="connsiteY13" fmla="*/ 0 h 84772"/>
                    <a:gd name="connsiteX14" fmla="*/ 953 w 36909"/>
                    <a:gd name="connsiteY14" fmla="*/ 0 h 84772"/>
                    <a:gd name="connsiteX15" fmla="*/ 0 w 36909"/>
                    <a:gd name="connsiteY15" fmla="*/ 953 h 84772"/>
                    <a:gd name="connsiteX16" fmla="*/ 0 w 36909"/>
                    <a:gd name="connsiteY16" fmla="*/ 62865 h 84772"/>
                    <a:gd name="connsiteX17" fmla="*/ 953 w 36909"/>
                    <a:gd name="connsiteY17" fmla="*/ 71438 h 84772"/>
                    <a:gd name="connsiteX18" fmla="*/ 3810 w 36909"/>
                    <a:gd name="connsiteY18" fmla="*/ 78105 h 84772"/>
                    <a:gd name="connsiteX19" fmla="*/ 9525 w 36909"/>
                    <a:gd name="connsiteY19" fmla="*/ 82867 h 84772"/>
                    <a:gd name="connsiteX20" fmla="*/ 18098 w 36909"/>
                    <a:gd name="connsiteY20" fmla="*/ 84772 h 84772"/>
                    <a:gd name="connsiteX21" fmla="*/ 26670 w 36909"/>
                    <a:gd name="connsiteY21" fmla="*/ 82867 h 84772"/>
                    <a:gd name="connsiteX22" fmla="*/ 32385 w 36909"/>
                    <a:gd name="connsiteY22" fmla="*/ 78105 h 84772"/>
                    <a:gd name="connsiteX23" fmla="*/ 35243 w 36909"/>
                    <a:gd name="connsiteY23" fmla="*/ 71438 h 84772"/>
                    <a:gd name="connsiteX24" fmla="*/ 36195 w 36909"/>
                    <a:gd name="connsiteY24" fmla="*/ 62865 h 84772"/>
                    <a:gd name="connsiteX25" fmla="*/ 36195 w 36909"/>
                    <a:gd name="connsiteY25" fmla="*/ 953 h 84772"/>
                    <a:gd name="connsiteX26" fmla="*/ 36195 w 36909"/>
                    <a:gd name="connsiteY26" fmla="*/ 0 h 84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6909" h="84772">
                      <a:moveTo>
                        <a:pt x="36195" y="0"/>
                      </a:moveTo>
                      <a:lnTo>
                        <a:pt x="31433" y="0"/>
                      </a:lnTo>
                      <a:cubicBezTo>
                        <a:pt x="30480" y="0"/>
                        <a:pt x="30480" y="953"/>
                        <a:pt x="30480" y="953"/>
                      </a:cubicBezTo>
                      <a:lnTo>
                        <a:pt x="30480" y="63817"/>
                      </a:lnTo>
                      <a:cubicBezTo>
                        <a:pt x="30480" y="65722"/>
                        <a:pt x="30480" y="67628"/>
                        <a:pt x="29528" y="69532"/>
                      </a:cubicBezTo>
                      <a:cubicBezTo>
                        <a:pt x="29528" y="71438"/>
                        <a:pt x="28575" y="72390"/>
                        <a:pt x="27623" y="74295"/>
                      </a:cubicBezTo>
                      <a:cubicBezTo>
                        <a:pt x="26670" y="75247"/>
                        <a:pt x="25718" y="76200"/>
                        <a:pt x="23813" y="77153"/>
                      </a:cubicBezTo>
                      <a:cubicBezTo>
                        <a:pt x="22860" y="78105"/>
                        <a:pt x="20955" y="78105"/>
                        <a:pt x="19050" y="78105"/>
                      </a:cubicBezTo>
                      <a:cubicBezTo>
                        <a:pt x="17145" y="78105"/>
                        <a:pt x="15240" y="78105"/>
                        <a:pt x="14288" y="77153"/>
                      </a:cubicBezTo>
                      <a:cubicBezTo>
                        <a:pt x="13335" y="76200"/>
                        <a:pt x="11430" y="75247"/>
                        <a:pt x="10478" y="74295"/>
                      </a:cubicBezTo>
                      <a:cubicBezTo>
                        <a:pt x="9525" y="73342"/>
                        <a:pt x="8573" y="71438"/>
                        <a:pt x="8573" y="69532"/>
                      </a:cubicBezTo>
                      <a:cubicBezTo>
                        <a:pt x="8573" y="67628"/>
                        <a:pt x="7620" y="65722"/>
                        <a:pt x="7620" y="63817"/>
                      </a:cubicBezTo>
                      <a:lnTo>
                        <a:pt x="7620" y="953"/>
                      </a:lnTo>
                      <a:cubicBezTo>
                        <a:pt x="7620" y="0"/>
                        <a:pt x="6668" y="0"/>
                        <a:pt x="6668" y="0"/>
                      </a:cubicBezTo>
                      <a:lnTo>
                        <a:pt x="953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62865"/>
                      </a:lnTo>
                      <a:cubicBezTo>
                        <a:pt x="0" y="65722"/>
                        <a:pt x="0" y="68580"/>
                        <a:pt x="953" y="71438"/>
                      </a:cubicBezTo>
                      <a:cubicBezTo>
                        <a:pt x="1905" y="74295"/>
                        <a:pt x="2858" y="76200"/>
                        <a:pt x="3810" y="78105"/>
                      </a:cubicBezTo>
                      <a:cubicBezTo>
                        <a:pt x="5715" y="80010"/>
                        <a:pt x="7620" y="81915"/>
                        <a:pt x="9525" y="82867"/>
                      </a:cubicBezTo>
                      <a:cubicBezTo>
                        <a:pt x="12383" y="83820"/>
                        <a:pt x="15240" y="84772"/>
                        <a:pt x="18098" y="84772"/>
                      </a:cubicBezTo>
                      <a:cubicBezTo>
                        <a:pt x="20955" y="84772"/>
                        <a:pt x="23813" y="83820"/>
                        <a:pt x="26670" y="82867"/>
                      </a:cubicBezTo>
                      <a:cubicBezTo>
                        <a:pt x="29528" y="81915"/>
                        <a:pt x="31433" y="80010"/>
                        <a:pt x="32385" y="78105"/>
                      </a:cubicBezTo>
                      <a:cubicBezTo>
                        <a:pt x="34290" y="76200"/>
                        <a:pt x="35243" y="73342"/>
                        <a:pt x="35243" y="71438"/>
                      </a:cubicBezTo>
                      <a:cubicBezTo>
                        <a:pt x="36195" y="68580"/>
                        <a:pt x="36195" y="65722"/>
                        <a:pt x="36195" y="62865"/>
                      </a:cubicBezTo>
                      <a:lnTo>
                        <a:pt x="36195" y="953"/>
                      </a:lnTo>
                      <a:cubicBezTo>
                        <a:pt x="37148" y="953"/>
                        <a:pt x="37148" y="0"/>
                        <a:pt x="3619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A04BC452-5A6D-44F6-9A9C-CD71B928E47A}"/>
                    </a:ext>
                  </a:extLst>
                </p:cNvPr>
                <p:cNvSpPr/>
                <p:nvPr/>
              </p:nvSpPr>
              <p:spPr>
                <a:xfrm>
                  <a:off x="4670753" y="10947481"/>
                  <a:ext cx="38100" cy="83819"/>
                </a:xfrm>
                <a:custGeom>
                  <a:avLst/>
                  <a:gdLst>
                    <a:gd name="connsiteX0" fmla="*/ 36195 w 38100"/>
                    <a:gd name="connsiteY0" fmla="*/ 0 h 83819"/>
                    <a:gd name="connsiteX1" fmla="*/ 31432 w 38100"/>
                    <a:gd name="connsiteY1" fmla="*/ 0 h 83819"/>
                    <a:gd name="connsiteX2" fmla="*/ 30480 w 38100"/>
                    <a:gd name="connsiteY2" fmla="*/ 953 h 83819"/>
                    <a:gd name="connsiteX3" fmla="*/ 30480 w 38100"/>
                    <a:gd name="connsiteY3" fmla="*/ 63817 h 83819"/>
                    <a:gd name="connsiteX4" fmla="*/ 8572 w 38100"/>
                    <a:gd name="connsiteY4" fmla="*/ 953 h 83819"/>
                    <a:gd name="connsiteX5" fmla="*/ 7620 w 38100"/>
                    <a:gd name="connsiteY5" fmla="*/ 0 h 83819"/>
                    <a:gd name="connsiteX6" fmla="*/ 952 w 38100"/>
                    <a:gd name="connsiteY6" fmla="*/ 0 h 83819"/>
                    <a:gd name="connsiteX7" fmla="*/ 0 w 38100"/>
                    <a:gd name="connsiteY7" fmla="*/ 953 h 83819"/>
                    <a:gd name="connsiteX8" fmla="*/ 0 w 38100"/>
                    <a:gd name="connsiteY8" fmla="*/ 82867 h 83819"/>
                    <a:gd name="connsiteX9" fmla="*/ 952 w 38100"/>
                    <a:gd name="connsiteY9" fmla="*/ 83820 h 83819"/>
                    <a:gd name="connsiteX10" fmla="*/ 5715 w 38100"/>
                    <a:gd name="connsiteY10" fmla="*/ 83820 h 83819"/>
                    <a:gd name="connsiteX11" fmla="*/ 6667 w 38100"/>
                    <a:gd name="connsiteY11" fmla="*/ 82867 h 83819"/>
                    <a:gd name="connsiteX12" fmla="*/ 6667 w 38100"/>
                    <a:gd name="connsiteY12" fmla="*/ 16192 h 83819"/>
                    <a:gd name="connsiteX13" fmla="*/ 30480 w 38100"/>
                    <a:gd name="connsiteY13" fmla="*/ 82867 h 83819"/>
                    <a:gd name="connsiteX14" fmla="*/ 31432 w 38100"/>
                    <a:gd name="connsiteY14" fmla="*/ 83820 h 83819"/>
                    <a:gd name="connsiteX15" fmla="*/ 37147 w 38100"/>
                    <a:gd name="connsiteY15" fmla="*/ 83820 h 83819"/>
                    <a:gd name="connsiteX16" fmla="*/ 38100 w 38100"/>
                    <a:gd name="connsiteY16" fmla="*/ 82867 h 83819"/>
                    <a:gd name="connsiteX17" fmla="*/ 38100 w 38100"/>
                    <a:gd name="connsiteY17" fmla="*/ 953 h 83819"/>
                    <a:gd name="connsiteX18" fmla="*/ 36195 w 38100"/>
                    <a:gd name="connsiteY18" fmla="*/ 0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8100" h="83819">
                      <a:moveTo>
                        <a:pt x="36195" y="0"/>
                      </a:moveTo>
                      <a:lnTo>
                        <a:pt x="31432" y="0"/>
                      </a:lnTo>
                      <a:cubicBezTo>
                        <a:pt x="30480" y="0"/>
                        <a:pt x="30480" y="953"/>
                        <a:pt x="30480" y="953"/>
                      </a:cubicBezTo>
                      <a:lnTo>
                        <a:pt x="30480" y="63817"/>
                      </a:lnTo>
                      <a:lnTo>
                        <a:pt x="8572" y="953"/>
                      </a:lnTo>
                      <a:cubicBezTo>
                        <a:pt x="8572" y="0"/>
                        <a:pt x="7620" y="0"/>
                        <a:pt x="7620" y="0"/>
                      </a:cubicBezTo>
                      <a:lnTo>
                        <a:pt x="952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5715" y="83820"/>
                      </a:lnTo>
                      <a:cubicBezTo>
                        <a:pt x="6667" y="83820"/>
                        <a:pt x="6667" y="82867"/>
                        <a:pt x="6667" y="82867"/>
                      </a:cubicBezTo>
                      <a:lnTo>
                        <a:pt x="6667" y="16192"/>
                      </a:lnTo>
                      <a:lnTo>
                        <a:pt x="30480" y="82867"/>
                      </a:lnTo>
                      <a:cubicBezTo>
                        <a:pt x="30480" y="83820"/>
                        <a:pt x="31432" y="83820"/>
                        <a:pt x="31432" y="83820"/>
                      </a:cubicBezTo>
                      <a:lnTo>
                        <a:pt x="37147" y="83820"/>
                      </a:lnTo>
                      <a:cubicBezTo>
                        <a:pt x="38100" y="83820"/>
                        <a:pt x="38100" y="82867"/>
                        <a:pt x="38100" y="82867"/>
                      </a:cubicBezTo>
                      <a:lnTo>
                        <a:pt x="38100" y="953"/>
                      </a:lnTo>
                      <a:cubicBezTo>
                        <a:pt x="38100" y="953"/>
                        <a:pt x="37147" y="0"/>
                        <a:pt x="3619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7D631603-DE31-47FA-9F0D-D1E85A2F395E}"/>
                    </a:ext>
                  </a:extLst>
                </p:cNvPr>
                <p:cNvSpPr/>
                <p:nvPr/>
              </p:nvSpPr>
              <p:spPr>
                <a:xfrm>
                  <a:off x="4719330" y="10947481"/>
                  <a:ext cx="45719" cy="84772"/>
                </a:xfrm>
                <a:custGeom>
                  <a:avLst/>
                  <a:gdLst>
                    <a:gd name="connsiteX0" fmla="*/ 26670 w 45719"/>
                    <a:gd name="connsiteY0" fmla="*/ 0 h 84772"/>
                    <a:gd name="connsiteX1" fmla="*/ 19050 w 45719"/>
                    <a:gd name="connsiteY1" fmla="*/ 0 h 84772"/>
                    <a:gd name="connsiteX2" fmla="*/ 18098 w 45719"/>
                    <a:gd name="connsiteY2" fmla="*/ 953 h 84772"/>
                    <a:gd name="connsiteX3" fmla="*/ 0 w 45719"/>
                    <a:gd name="connsiteY3" fmla="*/ 83820 h 84772"/>
                    <a:gd name="connsiteX4" fmla="*/ 0 w 45719"/>
                    <a:gd name="connsiteY4" fmla="*/ 84772 h 84772"/>
                    <a:gd name="connsiteX5" fmla="*/ 952 w 45719"/>
                    <a:gd name="connsiteY5" fmla="*/ 84772 h 84772"/>
                    <a:gd name="connsiteX6" fmla="*/ 5715 w 45719"/>
                    <a:gd name="connsiteY6" fmla="*/ 84772 h 84772"/>
                    <a:gd name="connsiteX7" fmla="*/ 6668 w 45719"/>
                    <a:gd name="connsiteY7" fmla="*/ 83820 h 84772"/>
                    <a:gd name="connsiteX8" fmla="*/ 10477 w 45719"/>
                    <a:gd name="connsiteY8" fmla="*/ 66675 h 84772"/>
                    <a:gd name="connsiteX9" fmla="*/ 34290 w 45719"/>
                    <a:gd name="connsiteY9" fmla="*/ 66675 h 84772"/>
                    <a:gd name="connsiteX10" fmla="*/ 38100 w 45719"/>
                    <a:gd name="connsiteY10" fmla="*/ 83820 h 84772"/>
                    <a:gd name="connsiteX11" fmla="*/ 39052 w 45719"/>
                    <a:gd name="connsiteY11" fmla="*/ 84772 h 84772"/>
                    <a:gd name="connsiteX12" fmla="*/ 44768 w 45719"/>
                    <a:gd name="connsiteY12" fmla="*/ 84772 h 84772"/>
                    <a:gd name="connsiteX13" fmla="*/ 45720 w 45719"/>
                    <a:gd name="connsiteY13" fmla="*/ 84772 h 84772"/>
                    <a:gd name="connsiteX14" fmla="*/ 45720 w 45719"/>
                    <a:gd name="connsiteY14" fmla="*/ 83820 h 84772"/>
                    <a:gd name="connsiteX15" fmla="*/ 27623 w 45719"/>
                    <a:gd name="connsiteY15" fmla="*/ 953 h 84772"/>
                    <a:gd name="connsiteX16" fmla="*/ 26670 w 45719"/>
                    <a:gd name="connsiteY16" fmla="*/ 0 h 84772"/>
                    <a:gd name="connsiteX17" fmla="*/ 33338 w 45719"/>
                    <a:gd name="connsiteY17" fmla="*/ 60007 h 84772"/>
                    <a:gd name="connsiteX18" fmla="*/ 12382 w 45719"/>
                    <a:gd name="connsiteY18" fmla="*/ 60007 h 84772"/>
                    <a:gd name="connsiteX19" fmla="*/ 22860 w 45719"/>
                    <a:gd name="connsiteY19" fmla="*/ 13335 h 84772"/>
                    <a:gd name="connsiteX20" fmla="*/ 33338 w 45719"/>
                    <a:gd name="connsiteY20" fmla="*/ 60007 h 84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5719" h="84772">
                      <a:moveTo>
                        <a:pt x="26670" y="0"/>
                      </a:moveTo>
                      <a:lnTo>
                        <a:pt x="19050" y="0"/>
                      </a:lnTo>
                      <a:cubicBezTo>
                        <a:pt x="18098" y="0"/>
                        <a:pt x="18098" y="0"/>
                        <a:pt x="18098" y="953"/>
                      </a:cubicBezTo>
                      <a:lnTo>
                        <a:pt x="0" y="83820"/>
                      </a:lnTo>
                      <a:cubicBezTo>
                        <a:pt x="0" y="83820"/>
                        <a:pt x="0" y="84772"/>
                        <a:pt x="0" y="84772"/>
                      </a:cubicBezTo>
                      <a:cubicBezTo>
                        <a:pt x="0" y="84772"/>
                        <a:pt x="952" y="84772"/>
                        <a:pt x="952" y="84772"/>
                      </a:cubicBezTo>
                      <a:lnTo>
                        <a:pt x="5715" y="84772"/>
                      </a:lnTo>
                      <a:cubicBezTo>
                        <a:pt x="6668" y="84772"/>
                        <a:pt x="6668" y="84772"/>
                        <a:pt x="6668" y="83820"/>
                      </a:cubicBezTo>
                      <a:lnTo>
                        <a:pt x="10477" y="66675"/>
                      </a:lnTo>
                      <a:lnTo>
                        <a:pt x="34290" y="66675"/>
                      </a:lnTo>
                      <a:lnTo>
                        <a:pt x="38100" y="83820"/>
                      </a:lnTo>
                      <a:cubicBezTo>
                        <a:pt x="38100" y="84772"/>
                        <a:pt x="39052" y="84772"/>
                        <a:pt x="39052" y="84772"/>
                      </a:cubicBezTo>
                      <a:lnTo>
                        <a:pt x="44768" y="84772"/>
                      </a:lnTo>
                      <a:cubicBezTo>
                        <a:pt x="44768" y="84772"/>
                        <a:pt x="45720" y="84772"/>
                        <a:pt x="45720" y="84772"/>
                      </a:cubicBezTo>
                      <a:cubicBezTo>
                        <a:pt x="45720" y="84772"/>
                        <a:pt x="45720" y="83820"/>
                        <a:pt x="45720" y="83820"/>
                      </a:cubicBezTo>
                      <a:lnTo>
                        <a:pt x="27623" y="953"/>
                      </a:lnTo>
                      <a:cubicBezTo>
                        <a:pt x="27623" y="953"/>
                        <a:pt x="27623" y="0"/>
                        <a:pt x="26670" y="0"/>
                      </a:cubicBezTo>
                      <a:close/>
                      <a:moveTo>
                        <a:pt x="33338" y="60007"/>
                      </a:moveTo>
                      <a:lnTo>
                        <a:pt x="12382" y="60007"/>
                      </a:lnTo>
                      <a:lnTo>
                        <a:pt x="22860" y="13335"/>
                      </a:lnTo>
                      <a:lnTo>
                        <a:pt x="33338" y="6000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BAC571EE-C60E-48F6-BED7-C165B3F741F7}"/>
                    </a:ext>
                  </a:extLst>
                </p:cNvPr>
                <p:cNvSpPr/>
                <p:nvPr/>
              </p:nvSpPr>
              <p:spPr>
                <a:xfrm>
                  <a:off x="4799340" y="10947481"/>
                  <a:ext cx="34289" cy="83819"/>
                </a:xfrm>
                <a:custGeom>
                  <a:avLst/>
                  <a:gdLst>
                    <a:gd name="connsiteX0" fmla="*/ 33338 w 34289"/>
                    <a:gd name="connsiteY0" fmla="*/ 0 h 83819"/>
                    <a:gd name="connsiteX1" fmla="*/ 952 w 34289"/>
                    <a:gd name="connsiteY1" fmla="*/ 0 h 83819"/>
                    <a:gd name="connsiteX2" fmla="*/ 0 w 34289"/>
                    <a:gd name="connsiteY2" fmla="*/ 953 h 83819"/>
                    <a:gd name="connsiteX3" fmla="*/ 0 w 34289"/>
                    <a:gd name="connsiteY3" fmla="*/ 82867 h 83819"/>
                    <a:gd name="connsiteX4" fmla="*/ 952 w 34289"/>
                    <a:gd name="connsiteY4" fmla="*/ 83820 h 83819"/>
                    <a:gd name="connsiteX5" fmla="*/ 33338 w 34289"/>
                    <a:gd name="connsiteY5" fmla="*/ 83820 h 83819"/>
                    <a:gd name="connsiteX6" fmla="*/ 34290 w 34289"/>
                    <a:gd name="connsiteY6" fmla="*/ 82867 h 83819"/>
                    <a:gd name="connsiteX7" fmla="*/ 34290 w 34289"/>
                    <a:gd name="connsiteY7" fmla="*/ 78105 h 83819"/>
                    <a:gd name="connsiteX8" fmla="*/ 33338 w 34289"/>
                    <a:gd name="connsiteY8" fmla="*/ 77153 h 83819"/>
                    <a:gd name="connsiteX9" fmla="*/ 7620 w 34289"/>
                    <a:gd name="connsiteY9" fmla="*/ 77153 h 83819"/>
                    <a:gd name="connsiteX10" fmla="*/ 7620 w 34289"/>
                    <a:gd name="connsiteY10" fmla="*/ 44767 h 83819"/>
                    <a:gd name="connsiteX11" fmla="*/ 28575 w 34289"/>
                    <a:gd name="connsiteY11" fmla="*/ 44767 h 83819"/>
                    <a:gd name="connsiteX12" fmla="*/ 29527 w 34289"/>
                    <a:gd name="connsiteY12" fmla="*/ 43815 h 83819"/>
                    <a:gd name="connsiteX13" fmla="*/ 29527 w 34289"/>
                    <a:gd name="connsiteY13" fmla="*/ 39053 h 83819"/>
                    <a:gd name="connsiteX14" fmla="*/ 28575 w 34289"/>
                    <a:gd name="connsiteY14" fmla="*/ 38100 h 83819"/>
                    <a:gd name="connsiteX15" fmla="*/ 7620 w 34289"/>
                    <a:gd name="connsiteY15" fmla="*/ 38100 h 83819"/>
                    <a:gd name="connsiteX16" fmla="*/ 7620 w 34289"/>
                    <a:gd name="connsiteY16" fmla="*/ 7620 h 83819"/>
                    <a:gd name="connsiteX17" fmla="*/ 33338 w 34289"/>
                    <a:gd name="connsiteY17" fmla="*/ 7620 h 83819"/>
                    <a:gd name="connsiteX18" fmla="*/ 34290 w 34289"/>
                    <a:gd name="connsiteY18" fmla="*/ 6667 h 83819"/>
                    <a:gd name="connsiteX19" fmla="*/ 34290 w 34289"/>
                    <a:gd name="connsiteY19" fmla="*/ 1905 h 83819"/>
                    <a:gd name="connsiteX20" fmla="*/ 33338 w 34289"/>
                    <a:gd name="connsiteY20" fmla="*/ 0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289" h="83819">
                      <a:moveTo>
                        <a:pt x="33338" y="0"/>
                      </a:moveTo>
                      <a:lnTo>
                        <a:pt x="952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33338" y="83820"/>
                      </a:lnTo>
                      <a:cubicBezTo>
                        <a:pt x="34290" y="83820"/>
                        <a:pt x="34290" y="82867"/>
                        <a:pt x="34290" y="82867"/>
                      </a:cubicBezTo>
                      <a:lnTo>
                        <a:pt x="34290" y="78105"/>
                      </a:lnTo>
                      <a:cubicBezTo>
                        <a:pt x="34290" y="77153"/>
                        <a:pt x="33338" y="77153"/>
                        <a:pt x="33338" y="77153"/>
                      </a:cubicBezTo>
                      <a:lnTo>
                        <a:pt x="7620" y="77153"/>
                      </a:lnTo>
                      <a:lnTo>
                        <a:pt x="7620" y="44767"/>
                      </a:lnTo>
                      <a:lnTo>
                        <a:pt x="28575" y="44767"/>
                      </a:lnTo>
                      <a:cubicBezTo>
                        <a:pt x="29527" y="44767"/>
                        <a:pt x="29527" y="43815"/>
                        <a:pt x="29527" y="43815"/>
                      </a:cubicBezTo>
                      <a:lnTo>
                        <a:pt x="29527" y="39053"/>
                      </a:lnTo>
                      <a:cubicBezTo>
                        <a:pt x="29527" y="38100"/>
                        <a:pt x="28575" y="38100"/>
                        <a:pt x="28575" y="38100"/>
                      </a:cubicBezTo>
                      <a:lnTo>
                        <a:pt x="7620" y="38100"/>
                      </a:lnTo>
                      <a:lnTo>
                        <a:pt x="7620" y="7620"/>
                      </a:lnTo>
                      <a:lnTo>
                        <a:pt x="33338" y="7620"/>
                      </a:lnTo>
                      <a:cubicBezTo>
                        <a:pt x="34290" y="7620"/>
                        <a:pt x="34290" y="6667"/>
                        <a:pt x="34290" y="6667"/>
                      </a:cubicBezTo>
                      <a:lnTo>
                        <a:pt x="34290" y="1905"/>
                      </a:lnTo>
                      <a:cubicBezTo>
                        <a:pt x="34290" y="953"/>
                        <a:pt x="34290" y="0"/>
                        <a:pt x="333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26A86069-0EBE-4F5C-A1D1-5D7E9AE099F0}"/>
                    </a:ext>
                  </a:extLst>
                </p:cNvPr>
                <p:cNvSpPr/>
                <p:nvPr/>
              </p:nvSpPr>
              <p:spPr>
                <a:xfrm>
                  <a:off x="4846012" y="10947481"/>
                  <a:ext cx="51435" cy="83819"/>
                </a:xfrm>
                <a:custGeom>
                  <a:avLst/>
                  <a:gdLst>
                    <a:gd name="connsiteX0" fmla="*/ 50482 w 51435"/>
                    <a:gd name="connsiteY0" fmla="*/ 0 h 83819"/>
                    <a:gd name="connsiteX1" fmla="*/ 42863 w 51435"/>
                    <a:gd name="connsiteY1" fmla="*/ 0 h 83819"/>
                    <a:gd name="connsiteX2" fmla="*/ 41910 w 51435"/>
                    <a:gd name="connsiteY2" fmla="*/ 953 h 83819"/>
                    <a:gd name="connsiteX3" fmla="*/ 25718 w 51435"/>
                    <a:gd name="connsiteY3" fmla="*/ 68580 h 83819"/>
                    <a:gd name="connsiteX4" fmla="*/ 9525 w 51435"/>
                    <a:gd name="connsiteY4" fmla="*/ 953 h 83819"/>
                    <a:gd name="connsiteX5" fmla="*/ 8573 w 51435"/>
                    <a:gd name="connsiteY5" fmla="*/ 0 h 83819"/>
                    <a:gd name="connsiteX6" fmla="*/ 953 w 51435"/>
                    <a:gd name="connsiteY6" fmla="*/ 0 h 83819"/>
                    <a:gd name="connsiteX7" fmla="*/ 0 w 51435"/>
                    <a:gd name="connsiteY7" fmla="*/ 953 h 83819"/>
                    <a:gd name="connsiteX8" fmla="*/ 0 w 51435"/>
                    <a:gd name="connsiteY8" fmla="*/ 82867 h 83819"/>
                    <a:gd name="connsiteX9" fmla="*/ 953 w 51435"/>
                    <a:gd name="connsiteY9" fmla="*/ 83820 h 83819"/>
                    <a:gd name="connsiteX10" fmla="*/ 5715 w 51435"/>
                    <a:gd name="connsiteY10" fmla="*/ 83820 h 83819"/>
                    <a:gd name="connsiteX11" fmla="*/ 6668 w 51435"/>
                    <a:gd name="connsiteY11" fmla="*/ 82867 h 83819"/>
                    <a:gd name="connsiteX12" fmla="*/ 6668 w 51435"/>
                    <a:gd name="connsiteY12" fmla="*/ 20003 h 83819"/>
                    <a:gd name="connsiteX13" fmla="*/ 21907 w 51435"/>
                    <a:gd name="connsiteY13" fmla="*/ 82867 h 83819"/>
                    <a:gd name="connsiteX14" fmla="*/ 22860 w 51435"/>
                    <a:gd name="connsiteY14" fmla="*/ 83820 h 83819"/>
                    <a:gd name="connsiteX15" fmla="*/ 28575 w 51435"/>
                    <a:gd name="connsiteY15" fmla="*/ 83820 h 83819"/>
                    <a:gd name="connsiteX16" fmla="*/ 29528 w 51435"/>
                    <a:gd name="connsiteY16" fmla="*/ 82867 h 83819"/>
                    <a:gd name="connsiteX17" fmla="*/ 44768 w 51435"/>
                    <a:gd name="connsiteY17" fmla="*/ 20003 h 83819"/>
                    <a:gd name="connsiteX18" fmla="*/ 44768 w 51435"/>
                    <a:gd name="connsiteY18" fmla="*/ 82867 h 83819"/>
                    <a:gd name="connsiteX19" fmla="*/ 45720 w 51435"/>
                    <a:gd name="connsiteY19" fmla="*/ 83820 h 83819"/>
                    <a:gd name="connsiteX20" fmla="*/ 50482 w 51435"/>
                    <a:gd name="connsiteY20" fmla="*/ 83820 h 83819"/>
                    <a:gd name="connsiteX21" fmla="*/ 51435 w 51435"/>
                    <a:gd name="connsiteY21" fmla="*/ 82867 h 83819"/>
                    <a:gd name="connsiteX22" fmla="*/ 51435 w 51435"/>
                    <a:gd name="connsiteY22" fmla="*/ 953 h 83819"/>
                    <a:gd name="connsiteX23" fmla="*/ 50482 w 51435"/>
                    <a:gd name="connsiteY23" fmla="*/ 0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51435" h="83819">
                      <a:moveTo>
                        <a:pt x="50482" y="0"/>
                      </a:moveTo>
                      <a:lnTo>
                        <a:pt x="42863" y="0"/>
                      </a:lnTo>
                      <a:cubicBezTo>
                        <a:pt x="41910" y="0"/>
                        <a:pt x="41910" y="0"/>
                        <a:pt x="41910" y="953"/>
                      </a:cubicBezTo>
                      <a:lnTo>
                        <a:pt x="25718" y="68580"/>
                      </a:lnTo>
                      <a:lnTo>
                        <a:pt x="9525" y="953"/>
                      </a:lnTo>
                      <a:cubicBezTo>
                        <a:pt x="9525" y="0"/>
                        <a:pt x="8573" y="0"/>
                        <a:pt x="8573" y="0"/>
                      </a:cubicBezTo>
                      <a:lnTo>
                        <a:pt x="953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3" y="83820"/>
                        <a:pt x="953" y="83820"/>
                      </a:cubicBezTo>
                      <a:lnTo>
                        <a:pt x="5715" y="83820"/>
                      </a:lnTo>
                      <a:cubicBezTo>
                        <a:pt x="6668" y="83820"/>
                        <a:pt x="6668" y="82867"/>
                        <a:pt x="6668" y="82867"/>
                      </a:cubicBezTo>
                      <a:lnTo>
                        <a:pt x="6668" y="20003"/>
                      </a:lnTo>
                      <a:lnTo>
                        <a:pt x="21907" y="82867"/>
                      </a:lnTo>
                      <a:cubicBezTo>
                        <a:pt x="21907" y="83820"/>
                        <a:pt x="22860" y="83820"/>
                        <a:pt x="22860" y="83820"/>
                      </a:cubicBezTo>
                      <a:lnTo>
                        <a:pt x="28575" y="83820"/>
                      </a:lnTo>
                      <a:cubicBezTo>
                        <a:pt x="29528" y="83820"/>
                        <a:pt x="29528" y="83820"/>
                        <a:pt x="29528" y="82867"/>
                      </a:cubicBezTo>
                      <a:lnTo>
                        <a:pt x="44768" y="20003"/>
                      </a:lnTo>
                      <a:lnTo>
                        <a:pt x="44768" y="82867"/>
                      </a:lnTo>
                      <a:cubicBezTo>
                        <a:pt x="44768" y="83820"/>
                        <a:pt x="45720" y="83820"/>
                        <a:pt x="45720" y="83820"/>
                      </a:cubicBezTo>
                      <a:lnTo>
                        <a:pt x="50482" y="83820"/>
                      </a:lnTo>
                      <a:cubicBezTo>
                        <a:pt x="51435" y="83820"/>
                        <a:pt x="51435" y="82867"/>
                        <a:pt x="51435" y="82867"/>
                      </a:cubicBezTo>
                      <a:lnTo>
                        <a:pt x="51435" y="953"/>
                      </a:lnTo>
                      <a:cubicBezTo>
                        <a:pt x="51435" y="953"/>
                        <a:pt x="51435" y="0"/>
                        <a:pt x="5048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C54CF73A-FB30-4917-B74A-A13F90B822EE}"/>
                    </a:ext>
                  </a:extLst>
                </p:cNvPr>
                <p:cNvSpPr/>
                <p:nvPr/>
              </p:nvSpPr>
              <p:spPr>
                <a:xfrm>
                  <a:off x="4909830" y="10947481"/>
                  <a:ext cx="36194" cy="83819"/>
                </a:xfrm>
                <a:custGeom>
                  <a:avLst/>
                  <a:gdLst>
                    <a:gd name="connsiteX0" fmla="*/ 18098 w 36194"/>
                    <a:gd name="connsiteY0" fmla="*/ 0 h 83819"/>
                    <a:gd name="connsiteX1" fmla="*/ 952 w 36194"/>
                    <a:gd name="connsiteY1" fmla="*/ 0 h 83819"/>
                    <a:gd name="connsiteX2" fmla="*/ 0 w 36194"/>
                    <a:gd name="connsiteY2" fmla="*/ 953 h 83819"/>
                    <a:gd name="connsiteX3" fmla="*/ 0 w 36194"/>
                    <a:gd name="connsiteY3" fmla="*/ 82867 h 83819"/>
                    <a:gd name="connsiteX4" fmla="*/ 952 w 36194"/>
                    <a:gd name="connsiteY4" fmla="*/ 83820 h 83819"/>
                    <a:gd name="connsiteX5" fmla="*/ 6668 w 36194"/>
                    <a:gd name="connsiteY5" fmla="*/ 83820 h 83819"/>
                    <a:gd name="connsiteX6" fmla="*/ 7620 w 36194"/>
                    <a:gd name="connsiteY6" fmla="*/ 82867 h 83819"/>
                    <a:gd name="connsiteX7" fmla="*/ 7620 w 36194"/>
                    <a:gd name="connsiteY7" fmla="*/ 51435 h 83819"/>
                    <a:gd name="connsiteX8" fmla="*/ 16193 w 36194"/>
                    <a:gd name="connsiteY8" fmla="*/ 51435 h 83819"/>
                    <a:gd name="connsiteX9" fmla="*/ 31432 w 36194"/>
                    <a:gd name="connsiteY9" fmla="*/ 46672 h 83819"/>
                    <a:gd name="connsiteX10" fmla="*/ 36195 w 36194"/>
                    <a:gd name="connsiteY10" fmla="*/ 31432 h 83819"/>
                    <a:gd name="connsiteX11" fmla="*/ 36195 w 36194"/>
                    <a:gd name="connsiteY11" fmla="*/ 22860 h 83819"/>
                    <a:gd name="connsiteX12" fmla="*/ 31432 w 36194"/>
                    <a:gd name="connsiteY12" fmla="*/ 7620 h 83819"/>
                    <a:gd name="connsiteX13" fmla="*/ 18098 w 36194"/>
                    <a:gd name="connsiteY13" fmla="*/ 0 h 83819"/>
                    <a:gd name="connsiteX14" fmla="*/ 16193 w 36194"/>
                    <a:gd name="connsiteY14" fmla="*/ 43815 h 83819"/>
                    <a:gd name="connsiteX15" fmla="*/ 7620 w 36194"/>
                    <a:gd name="connsiteY15" fmla="*/ 43815 h 83819"/>
                    <a:gd name="connsiteX16" fmla="*/ 7620 w 36194"/>
                    <a:gd name="connsiteY16" fmla="*/ 7620 h 83819"/>
                    <a:gd name="connsiteX17" fmla="*/ 18098 w 36194"/>
                    <a:gd name="connsiteY17" fmla="*/ 7620 h 83819"/>
                    <a:gd name="connsiteX18" fmla="*/ 26670 w 36194"/>
                    <a:gd name="connsiteY18" fmla="*/ 11430 h 83819"/>
                    <a:gd name="connsiteX19" fmla="*/ 29527 w 36194"/>
                    <a:gd name="connsiteY19" fmla="*/ 21907 h 83819"/>
                    <a:gd name="connsiteX20" fmla="*/ 29527 w 36194"/>
                    <a:gd name="connsiteY20" fmla="*/ 31432 h 83819"/>
                    <a:gd name="connsiteX21" fmla="*/ 26670 w 36194"/>
                    <a:gd name="connsiteY21" fmla="*/ 41910 h 83819"/>
                    <a:gd name="connsiteX22" fmla="*/ 16193 w 36194"/>
                    <a:gd name="connsiteY22" fmla="*/ 43815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194" h="83819">
                      <a:moveTo>
                        <a:pt x="18098" y="0"/>
                      </a:moveTo>
                      <a:lnTo>
                        <a:pt x="952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6668" y="83820"/>
                      </a:lnTo>
                      <a:cubicBezTo>
                        <a:pt x="7620" y="83820"/>
                        <a:pt x="7620" y="82867"/>
                        <a:pt x="7620" y="82867"/>
                      </a:cubicBezTo>
                      <a:lnTo>
                        <a:pt x="7620" y="51435"/>
                      </a:lnTo>
                      <a:lnTo>
                        <a:pt x="16193" y="51435"/>
                      </a:lnTo>
                      <a:cubicBezTo>
                        <a:pt x="22860" y="51435"/>
                        <a:pt x="28575" y="49530"/>
                        <a:pt x="31432" y="46672"/>
                      </a:cubicBezTo>
                      <a:cubicBezTo>
                        <a:pt x="34290" y="42863"/>
                        <a:pt x="36195" y="38100"/>
                        <a:pt x="36195" y="31432"/>
                      </a:cubicBezTo>
                      <a:lnTo>
                        <a:pt x="36195" y="22860"/>
                      </a:lnTo>
                      <a:cubicBezTo>
                        <a:pt x="36195" y="16192"/>
                        <a:pt x="34290" y="11430"/>
                        <a:pt x="31432" y="7620"/>
                      </a:cubicBezTo>
                      <a:cubicBezTo>
                        <a:pt x="29527" y="2857"/>
                        <a:pt x="24765" y="0"/>
                        <a:pt x="18098" y="0"/>
                      </a:cubicBezTo>
                      <a:close/>
                      <a:moveTo>
                        <a:pt x="16193" y="43815"/>
                      </a:moveTo>
                      <a:lnTo>
                        <a:pt x="7620" y="43815"/>
                      </a:lnTo>
                      <a:lnTo>
                        <a:pt x="7620" y="7620"/>
                      </a:lnTo>
                      <a:lnTo>
                        <a:pt x="18098" y="7620"/>
                      </a:lnTo>
                      <a:cubicBezTo>
                        <a:pt x="21907" y="7620"/>
                        <a:pt x="24765" y="8572"/>
                        <a:pt x="26670" y="11430"/>
                      </a:cubicBezTo>
                      <a:cubicBezTo>
                        <a:pt x="28575" y="14288"/>
                        <a:pt x="29527" y="17145"/>
                        <a:pt x="29527" y="21907"/>
                      </a:cubicBezTo>
                      <a:lnTo>
                        <a:pt x="29527" y="31432"/>
                      </a:lnTo>
                      <a:cubicBezTo>
                        <a:pt x="29527" y="36195"/>
                        <a:pt x="28575" y="39053"/>
                        <a:pt x="26670" y="41910"/>
                      </a:cubicBezTo>
                      <a:cubicBezTo>
                        <a:pt x="23813" y="42863"/>
                        <a:pt x="20955" y="43815"/>
                        <a:pt x="16193" y="438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BC089AF2-116E-49C4-BA4A-C38CE8D2242E}"/>
                    </a:ext>
                  </a:extLst>
                </p:cNvPr>
                <p:cNvSpPr/>
                <p:nvPr/>
              </p:nvSpPr>
              <p:spPr>
                <a:xfrm>
                  <a:off x="4957455" y="10947481"/>
                  <a:ext cx="39052" cy="85725"/>
                </a:xfrm>
                <a:custGeom>
                  <a:avLst/>
                  <a:gdLst>
                    <a:gd name="connsiteX0" fmla="*/ 37148 w 39052"/>
                    <a:gd name="connsiteY0" fmla="*/ 79057 h 85725"/>
                    <a:gd name="connsiteX1" fmla="*/ 37148 w 39052"/>
                    <a:gd name="connsiteY1" fmla="*/ 74295 h 85725"/>
                    <a:gd name="connsiteX2" fmla="*/ 37148 w 39052"/>
                    <a:gd name="connsiteY2" fmla="*/ 60960 h 85725"/>
                    <a:gd name="connsiteX3" fmla="*/ 34290 w 39052"/>
                    <a:gd name="connsiteY3" fmla="*/ 49530 h 85725"/>
                    <a:gd name="connsiteX4" fmla="*/ 27623 w 39052"/>
                    <a:gd name="connsiteY4" fmla="*/ 44767 h 85725"/>
                    <a:gd name="connsiteX5" fmla="*/ 37148 w 39052"/>
                    <a:gd name="connsiteY5" fmla="*/ 27622 h 85725"/>
                    <a:gd name="connsiteX6" fmla="*/ 37148 w 39052"/>
                    <a:gd name="connsiteY6" fmla="*/ 20003 h 85725"/>
                    <a:gd name="connsiteX7" fmla="*/ 32385 w 39052"/>
                    <a:gd name="connsiteY7" fmla="*/ 5715 h 85725"/>
                    <a:gd name="connsiteX8" fmla="*/ 18098 w 39052"/>
                    <a:gd name="connsiteY8" fmla="*/ 0 h 85725"/>
                    <a:gd name="connsiteX9" fmla="*/ 952 w 39052"/>
                    <a:gd name="connsiteY9" fmla="*/ 0 h 85725"/>
                    <a:gd name="connsiteX10" fmla="*/ 0 w 39052"/>
                    <a:gd name="connsiteY10" fmla="*/ 953 h 85725"/>
                    <a:gd name="connsiteX11" fmla="*/ 0 w 39052"/>
                    <a:gd name="connsiteY11" fmla="*/ 82867 h 85725"/>
                    <a:gd name="connsiteX12" fmla="*/ 952 w 39052"/>
                    <a:gd name="connsiteY12" fmla="*/ 83820 h 85725"/>
                    <a:gd name="connsiteX13" fmla="*/ 6668 w 39052"/>
                    <a:gd name="connsiteY13" fmla="*/ 83820 h 85725"/>
                    <a:gd name="connsiteX14" fmla="*/ 7620 w 39052"/>
                    <a:gd name="connsiteY14" fmla="*/ 82867 h 85725"/>
                    <a:gd name="connsiteX15" fmla="*/ 7620 w 39052"/>
                    <a:gd name="connsiteY15" fmla="*/ 47625 h 85725"/>
                    <a:gd name="connsiteX16" fmla="*/ 15240 w 39052"/>
                    <a:gd name="connsiteY16" fmla="*/ 47625 h 85725"/>
                    <a:gd name="connsiteX17" fmla="*/ 20955 w 39052"/>
                    <a:gd name="connsiteY17" fmla="*/ 48578 h 85725"/>
                    <a:gd name="connsiteX18" fmla="*/ 25718 w 39052"/>
                    <a:gd name="connsiteY18" fmla="*/ 50482 h 85725"/>
                    <a:gd name="connsiteX19" fmla="*/ 28575 w 39052"/>
                    <a:gd name="connsiteY19" fmla="*/ 54292 h 85725"/>
                    <a:gd name="connsiteX20" fmla="*/ 29527 w 39052"/>
                    <a:gd name="connsiteY20" fmla="*/ 60960 h 85725"/>
                    <a:gd name="connsiteX21" fmla="*/ 29527 w 39052"/>
                    <a:gd name="connsiteY21" fmla="*/ 74295 h 85725"/>
                    <a:gd name="connsiteX22" fmla="*/ 29527 w 39052"/>
                    <a:gd name="connsiteY22" fmla="*/ 80010 h 85725"/>
                    <a:gd name="connsiteX23" fmla="*/ 31432 w 39052"/>
                    <a:gd name="connsiteY23" fmla="*/ 84772 h 85725"/>
                    <a:gd name="connsiteX24" fmla="*/ 32385 w 39052"/>
                    <a:gd name="connsiteY24" fmla="*/ 85725 h 85725"/>
                    <a:gd name="connsiteX25" fmla="*/ 38100 w 39052"/>
                    <a:gd name="connsiteY25" fmla="*/ 85725 h 85725"/>
                    <a:gd name="connsiteX26" fmla="*/ 39052 w 39052"/>
                    <a:gd name="connsiteY26" fmla="*/ 84772 h 85725"/>
                    <a:gd name="connsiteX27" fmla="*/ 39052 w 39052"/>
                    <a:gd name="connsiteY27" fmla="*/ 83820 h 85725"/>
                    <a:gd name="connsiteX28" fmla="*/ 37148 w 39052"/>
                    <a:gd name="connsiteY28" fmla="*/ 79057 h 85725"/>
                    <a:gd name="connsiteX29" fmla="*/ 7620 w 39052"/>
                    <a:gd name="connsiteY29" fmla="*/ 7620 h 85725"/>
                    <a:gd name="connsiteX30" fmla="*/ 18098 w 39052"/>
                    <a:gd name="connsiteY30" fmla="*/ 7620 h 85725"/>
                    <a:gd name="connsiteX31" fmla="*/ 26670 w 39052"/>
                    <a:gd name="connsiteY31" fmla="*/ 10478 h 85725"/>
                    <a:gd name="connsiteX32" fmla="*/ 29527 w 39052"/>
                    <a:gd name="connsiteY32" fmla="*/ 20003 h 85725"/>
                    <a:gd name="connsiteX33" fmla="*/ 29527 w 39052"/>
                    <a:gd name="connsiteY33" fmla="*/ 27622 h 85725"/>
                    <a:gd name="connsiteX34" fmla="*/ 28575 w 39052"/>
                    <a:gd name="connsiteY34" fmla="*/ 34290 h 85725"/>
                    <a:gd name="connsiteX35" fmla="*/ 25718 w 39052"/>
                    <a:gd name="connsiteY35" fmla="*/ 38100 h 85725"/>
                    <a:gd name="connsiteX36" fmla="*/ 21907 w 39052"/>
                    <a:gd name="connsiteY36" fmla="*/ 40005 h 85725"/>
                    <a:gd name="connsiteX37" fmla="*/ 15240 w 39052"/>
                    <a:gd name="connsiteY37" fmla="*/ 40957 h 85725"/>
                    <a:gd name="connsiteX38" fmla="*/ 7620 w 39052"/>
                    <a:gd name="connsiteY38" fmla="*/ 40957 h 85725"/>
                    <a:gd name="connsiteX39" fmla="*/ 7620 w 39052"/>
                    <a:gd name="connsiteY39" fmla="*/ 7620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39052" h="85725">
                      <a:moveTo>
                        <a:pt x="37148" y="79057"/>
                      </a:moveTo>
                      <a:cubicBezTo>
                        <a:pt x="37148" y="77153"/>
                        <a:pt x="37148" y="75247"/>
                        <a:pt x="37148" y="74295"/>
                      </a:cubicBezTo>
                      <a:lnTo>
                        <a:pt x="37148" y="60960"/>
                      </a:lnTo>
                      <a:cubicBezTo>
                        <a:pt x="37148" y="56197"/>
                        <a:pt x="36195" y="52388"/>
                        <a:pt x="34290" y="49530"/>
                      </a:cubicBezTo>
                      <a:cubicBezTo>
                        <a:pt x="32385" y="47625"/>
                        <a:pt x="30480" y="45720"/>
                        <a:pt x="27623" y="44767"/>
                      </a:cubicBezTo>
                      <a:cubicBezTo>
                        <a:pt x="33338" y="41910"/>
                        <a:pt x="37148" y="36195"/>
                        <a:pt x="37148" y="27622"/>
                      </a:cubicBezTo>
                      <a:lnTo>
                        <a:pt x="37148" y="20003"/>
                      </a:lnTo>
                      <a:cubicBezTo>
                        <a:pt x="37148" y="14288"/>
                        <a:pt x="35243" y="9525"/>
                        <a:pt x="32385" y="5715"/>
                      </a:cubicBezTo>
                      <a:cubicBezTo>
                        <a:pt x="29527" y="1905"/>
                        <a:pt x="24765" y="0"/>
                        <a:pt x="18098" y="0"/>
                      </a:cubicBezTo>
                      <a:lnTo>
                        <a:pt x="952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6668" y="83820"/>
                      </a:lnTo>
                      <a:cubicBezTo>
                        <a:pt x="7620" y="83820"/>
                        <a:pt x="7620" y="82867"/>
                        <a:pt x="7620" y="82867"/>
                      </a:cubicBezTo>
                      <a:lnTo>
                        <a:pt x="7620" y="47625"/>
                      </a:lnTo>
                      <a:lnTo>
                        <a:pt x="15240" y="47625"/>
                      </a:lnTo>
                      <a:cubicBezTo>
                        <a:pt x="17145" y="47625"/>
                        <a:pt x="20002" y="47625"/>
                        <a:pt x="20955" y="48578"/>
                      </a:cubicBezTo>
                      <a:cubicBezTo>
                        <a:pt x="22860" y="48578"/>
                        <a:pt x="23813" y="49530"/>
                        <a:pt x="25718" y="50482"/>
                      </a:cubicBezTo>
                      <a:cubicBezTo>
                        <a:pt x="26670" y="51435"/>
                        <a:pt x="27623" y="52388"/>
                        <a:pt x="28575" y="54292"/>
                      </a:cubicBezTo>
                      <a:cubicBezTo>
                        <a:pt x="29527" y="56197"/>
                        <a:pt x="29527" y="58103"/>
                        <a:pt x="29527" y="60960"/>
                      </a:cubicBezTo>
                      <a:lnTo>
                        <a:pt x="29527" y="74295"/>
                      </a:lnTo>
                      <a:cubicBezTo>
                        <a:pt x="29527" y="76200"/>
                        <a:pt x="29527" y="79057"/>
                        <a:pt x="29527" y="80010"/>
                      </a:cubicBezTo>
                      <a:cubicBezTo>
                        <a:pt x="29527" y="81915"/>
                        <a:pt x="30480" y="82867"/>
                        <a:pt x="31432" y="84772"/>
                      </a:cubicBezTo>
                      <a:cubicBezTo>
                        <a:pt x="31432" y="84772"/>
                        <a:pt x="32385" y="85725"/>
                        <a:pt x="32385" y="85725"/>
                      </a:cubicBezTo>
                      <a:lnTo>
                        <a:pt x="38100" y="85725"/>
                      </a:lnTo>
                      <a:cubicBezTo>
                        <a:pt x="38100" y="85725"/>
                        <a:pt x="39052" y="85725"/>
                        <a:pt x="39052" y="84772"/>
                      </a:cubicBezTo>
                      <a:cubicBezTo>
                        <a:pt x="39052" y="84772"/>
                        <a:pt x="39052" y="83820"/>
                        <a:pt x="39052" y="83820"/>
                      </a:cubicBezTo>
                      <a:cubicBezTo>
                        <a:pt x="38100" y="81915"/>
                        <a:pt x="37148" y="80963"/>
                        <a:pt x="37148" y="79057"/>
                      </a:cubicBezTo>
                      <a:close/>
                      <a:moveTo>
                        <a:pt x="7620" y="7620"/>
                      </a:moveTo>
                      <a:lnTo>
                        <a:pt x="18098" y="7620"/>
                      </a:lnTo>
                      <a:cubicBezTo>
                        <a:pt x="21907" y="7620"/>
                        <a:pt x="24765" y="8572"/>
                        <a:pt x="26670" y="10478"/>
                      </a:cubicBezTo>
                      <a:cubicBezTo>
                        <a:pt x="28575" y="12382"/>
                        <a:pt x="29527" y="16192"/>
                        <a:pt x="29527" y="20003"/>
                      </a:cubicBezTo>
                      <a:lnTo>
                        <a:pt x="29527" y="27622"/>
                      </a:lnTo>
                      <a:cubicBezTo>
                        <a:pt x="29527" y="30480"/>
                        <a:pt x="29527" y="32385"/>
                        <a:pt x="28575" y="34290"/>
                      </a:cubicBezTo>
                      <a:cubicBezTo>
                        <a:pt x="27623" y="36195"/>
                        <a:pt x="26670" y="37147"/>
                        <a:pt x="25718" y="38100"/>
                      </a:cubicBezTo>
                      <a:cubicBezTo>
                        <a:pt x="24765" y="39053"/>
                        <a:pt x="22860" y="40005"/>
                        <a:pt x="21907" y="40005"/>
                      </a:cubicBezTo>
                      <a:cubicBezTo>
                        <a:pt x="20002" y="40005"/>
                        <a:pt x="18098" y="40957"/>
                        <a:pt x="15240" y="40957"/>
                      </a:cubicBezTo>
                      <a:lnTo>
                        <a:pt x="7620" y="40957"/>
                      </a:lnTo>
                      <a:lnTo>
                        <a:pt x="7620" y="76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FB39FB3B-A4F2-419C-9547-BC4CC103C597}"/>
                    </a:ext>
                  </a:extLst>
                </p:cNvPr>
                <p:cNvSpPr/>
                <p:nvPr/>
              </p:nvSpPr>
              <p:spPr>
                <a:xfrm>
                  <a:off x="5007937" y="10947481"/>
                  <a:ext cx="34290" cy="83819"/>
                </a:xfrm>
                <a:custGeom>
                  <a:avLst/>
                  <a:gdLst>
                    <a:gd name="connsiteX0" fmla="*/ 33338 w 34290"/>
                    <a:gd name="connsiteY0" fmla="*/ 0 h 83819"/>
                    <a:gd name="connsiteX1" fmla="*/ 953 w 34290"/>
                    <a:gd name="connsiteY1" fmla="*/ 0 h 83819"/>
                    <a:gd name="connsiteX2" fmla="*/ 0 w 34290"/>
                    <a:gd name="connsiteY2" fmla="*/ 953 h 83819"/>
                    <a:gd name="connsiteX3" fmla="*/ 0 w 34290"/>
                    <a:gd name="connsiteY3" fmla="*/ 82867 h 83819"/>
                    <a:gd name="connsiteX4" fmla="*/ 953 w 34290"/>
                    <a:gd name="connsiteY4" fmla="*/ 83820 h 83819"/>
                    <a:gd name="connsiteX5" fmla="*/ 33338 w 34290"/>
                    <a:gd name="connsiteY5" fmla="*/ 83820 h 83819"/>
                    <a:gd name="connsiteX6" fmla="*/ 34290 w 34290"/>
                    <a:gd name="connsiteY6" fmla="*/ 82867 h 83819"/>
                    <a:gd name="connsiteX7" fmla="*/ 34290 w 34290"/>
                    <a:gd name="connsiteY7" fmla="*/ 78105 h 83819"/>
                    <a:gd name="connsiteX8" fmla="*/ 33338 w 34290"/>
                    <a:gd name="connsiteY8" fmla="*/ 77153 h 83819"/>
                    <a:gd name="connsiteX9" fmla="*/ 7620 w 34290"/>
                    <a:gd name="connsiteY9" fmla="*/ 77153 h 83819"/>
                    <a:gd name="connsiteX10" fmla="*/ 7620 w 34290"/>
                    <a:gd name="connsiteY10" fmla="*/ 44767 h 83819"/>
                    <a:gd name="connsiteX11" fmla="*/ 28575 w 34290"/>
                    <a:gd name="connsiteY11" fmla="*/ 44767 h 83819"/>
                    <a:gd name="connsiteX12" fmla="*/ 29528 w 34290"/>
                    <a:gd name="connsiteY12" fmla="*/ 43815 h 83819"/>
                    <a:gd name="connsiteX13" fmla="*/ 29528 w 34290"/>
                    <a:gd name="connsiteY13" fmla="*/ 39053 h 83819"/>
                    <a:gd name="connsiteX14" fmla="*/ 28575 w 34290"/>
                    <a:gd name="connsiteY14" fmla="*/ 38100 h 83819"/>
                    <a:gd name="connsiteX15" fmla="*/ 7620 w 34290"/>
                    <a:gd name="connsiteY15" fmla="*/ 38100 h 83819"/>
                    <a:gd name="connsiteX16" fmla="*/ 7620 w 34290"/>
                    <a:gd name="connsiteY16" fmla="*/ 7620 h 83819"/>
                    <a:gd name="connsiteX17" fmla="*/ 33338 w 34290"/>
                    <a:gd name="connsiteY17" fmla="*/ 7620 h 83819"/>
                    <a:gd name="connsiteX18" fmla="*/ 34290 w 34290"/>
                    <a:gd name="connsiteY18" fmla="*/ 6667 h 83819"/>
                    <a:gd name="connsiteX19" fmla="*/ 34290 w 34290"/>
                    <a:gd name="connsiteY19" fmla="*/ 1905 h 83819"/>
                    <a:gd name="connsiteX20" fmla="*/ 33338 w 34290"/>
                    <a:gd name="connsiteY20" fmla="*/ 0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290" h="83819">
                      <a:moveTo>
                        <a:pt x="33338" y="0"/>
                      </a:moveTo>
                      <a:lnTo>
                        <a:pt x="953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3" y="83820"/>
                        <a:pt x="953" y="83820"/>
                      </a:cubicBezTo>
                      <a:lnTo>
                        <a:pt x="33338" y="83820"/>
                      </a:lnTo>
                      <a:cubicBezTo>
                        <a:pt x="34290" y="83820"/>
                        <a:pt x="34290" y="82867"/>
                        <a:pt x="34290" y="82867"/>
                      </a:cubicBezTo>
                      <a:lnTo>
                        <a:pt x="34290" y="78105"/>
                      </a:lnTo>
                      <a:cubicBezTo>
                        <a:pt x="34290" y="77153"/>
                        <a:pt x="33338" y="77153"/>
                        <a:pt x="33338" y="77153"/>
                      </a:cubicBezTo>
                      <a:lnTo>
                        <a:pt x="7620" y="77153"/>
                      </a:lnTo>
                      <a:lnTo>
                        <a:pt x="7620" y="44767"/>
                      </a:lnTo>
                      <a:lnTo>
                        <a:pt x="28575" y="44767"/>
                      </a:lnTo>
                      <a:cubicBezTo>
                        <a:pt x="29528" y="44767"/>
                        <a:pt x="29528" y="43815"/>
                        <a:pt x="29528" y="43815"/>
                      </a:cubicBezTo>
                      <a:lnTo>
                        <a:pt x="29528" y="39053"/>
                      </a:lnTo>
                      <a:cubicBezTo>
                        <a:pt x="29528" y="38100"/>
                        <a:pt x="28575" y="38100"/>
                        <a:pt x="28575" y="38100"/>
                      </a:cubicBezTo>
                      <a:lnTo>
                        <a:pt x="7620" y="38100"/>
                      </a:lnTo>
                      <a:lnTo>
                        <a:pt x="7620" y="7620"/>
                      </a:lnTo>
                      <a:lnTo>
                        <a:pt x="33338" y="7620"/>
                      </a:lnTo>
                      <a:cubicBezTo>
                        <a:pt x="34290" y="7620"/>
                        <a:pt x="34290" y="6667"/>
                        <a:pt x="34290" y="6667"/>
                      </a:cubicBezTo>
                      <a:lnTo>
                        <a:pt x="34290" y="1905"/>
                      </a:lnTo>
                      <a:cubicBezTo>
                        <a:pt x="34290" y="953"/>
                        <a:pt x="33338" y="0"/>
                        <a:pt x="333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E234F3EB-AB34-477D-B8EF-EBE19D0C5CFB}"/>
                    </a:ext>
                  </a:extLst>
                </p:cNvPr>
                <p:cNvSpPr/>
                <p:nvPr/>
              </p:nvSpPr>
              <p:spPr>
                <a:xfrm>
                  <a:off x="5052705" y="10947481"/>
                  <a:ext cx="38100" cy="84772"/>
                </a:xfrm>
                <a:custGeom>
                  <a:avLst/>
                  <a:gdLst>
                    <a:gd name="connsiteX0" fmla="*/ 29527 w 38100"/>
                    <a:gd name="connsiteY0" fmla="*/ 46672 h 84772"/>
                    <a:gd name="connsiteX1" fmla="*/ 21907 w 38100"/>
                    <a:gd name="connsiteY1" fmla="*/ 40957 h 84772"/>
                    <a:gd name="connsiteX2" fmla="*/ 15240 w 38100"/>
                    <a:gd name="connsiteY2" fmla="*/ 35242 h 84772"/>
                    <a:gd name="connsiteX3" fmla="*/ 9525 w 38100"/>
                    <a:gd name="connsiteY3" fmla="*/ 29528 h 84772"/>
                    <a:gd name="connsiteX4" fmla="*/ 7620 w 38100"/>
                    <a:gd name="connsiteY4" fmla="*/ 21907 h 84772"/>
                    <a:gd name="connsiteX5" fmla="*/ 10477 w 38100"/>
                    <a:gd name="connsiteY5" fmla="*/ 11430 h 84772"/>
                    <a:gd name="connsiteX6" fmla="*/ 19050 w 38100"/>
                    <a:gd name="connsiteY6" fmla="*/ 7620 h 84772"/>
                    <a:gd name="connsiteX7" fmla="*/ 23813 w 38100"/>
                    <a:gd name="connsiteY7" fmla="*/ 8572 h 84772"/>
                    <a:gd name="connsiteX8" fmla="*/ 27623 w 38100"/>
                    <a:gd name="connsiteY8" fmla="*/ 11430 h 84772"/>
                    <a:gd name="connsiteX9" fmla="*/ 29527 w 38100"/>
                    <a:gd name="connsiteY9" fmla="*/ 16192 h 84772"/>
                    <a:gd name="connsiteX10" fmla="*/ 30480 w 38100"/>
                    <a:gd name="connsiteY10" fmla="*/ 21907 h 84772"/>
                    <a:gd name="connsiteX11" fmla="*/ 30480 w 38100"/>
                    <a:gd name="connsiteY11" fmla="*/ 23813 h 84772"/>
                    <a:gd name="connsiteX12" fmla="*/ 31432 w 38100"/>
                    <a:gd name="connsiteY12" fmla="*/ 24765 h 84772"/>
                    <a:gd name="connsiteX13" fmla="*/ 36195 w 38100"/>
                    <a:gd name="connsiteY13" fmla="*/ 24765 h 84772"/>
                    <a:gd name="connsiteX14" fmla="*/ 37148 w 38100"/>
                    <a:gd name="connsiteY14" fmla="*/ 23813 h 84772"/>
                    <a:gd name="connsiteX15" fmla="*/ 37148 w 38100"/>
                    <a:gd name="connsiteY15" fmla="*/ 21907 h 84772"/>
                    <a:gd name="connsiteX16" fmla="*/ 36195 w 38100"/>
                    <a:gd name="connsiteY16" fmla="*/ 13335 h 84772"/>
                    <a:gd name="connsiteX17" fmla="*/ 33338 w 38100"/>
                    <a:gd name="connsiteY17" fmla="*/ 6667 h 84772"/>
                    <a:gd name="connsiteX18" fmla="*/ 27623 w 38100"/>
                    <a:gd name="connsiteY18" fmla="*/ 1905 h 84772"/>
                    <a:gd name="connsiteX19" fmla="*/ 19050 w 38100"/>
                    <a:gd name="connsiteY19" fmla="*/ 0 h 84772"/>
                    <a:gd name="connsiteX20" fmla="*/ 19050 w 38100"/>
                    <a:gd name="connsiteY20" fmla="*/ 0 h 84772"/>
                    <a:gd name="connsiteX21" fmla="*/ 4763 w 38100"/>
                    <a:gd name="connsiteY21" fmla="*/ 5715 h 84772"/>
                    <a:gd name="connsiteX22" fmla="*/ 0 w 38100"/>
                    <a:gd name="connsiteY22" fmla="*/ 20955 h 84772"/>
                    <a:gd name="connsiteX23" fmla="*/ 1905 w 38100"/>
                    <a:gd name="connsiteY23" fmla="*/ 31432 h 84772"/>
                    <a:gd name="connsiteX24" fmla="*/ 7620 w 38100"/>
                    <a:gd name="connsiteY24" fmla="*/ 39053 h 84772"/>
                    <a:gd name="connsiteX25" fmla="*/ 15240 w 38100"/>
                    <a:gd name="connsiteY25" fmla="*/ 44767 h 84772"/>
                    <a:gd name="connsiteX26" fmla="*/ 21907 w 38100"/>
                    <a:gd name="connsiteY26" fmla="*/ 50482 h 84772"/>
                    <a:gd name="connsiteX27" fmla="*/ 27623 w 38100"/>
                    <a:gd name="connsiteY27" fmla="*/ 56197 h 84772"/>
                    <a:gd name="connsiteX28" fmla="*/ 29527 w 38100"/>
                    <a:gd name="connsiteY28" fmla="*/ 63817 h 84772"/>
                    <a:gd name="connsiteX29" fmla="*/ 26670 w 38100"/>
                    <a:gd name="connsiteY29" fmla="*/ 74295 h 84772"/>
                    <a:gd name="connsiteX30" fmla="*/ 18098 w 38100"/>
                    <a:gd name="connsiteY30" fmla="*/ 78105 h 84772"/>
                    <a:gd name="connsiteX31" fmla="*/ 9525 w 38100"/>
                    <a:gd name="connsiteY31" fmla="*/ 74295 h 84772"/>
                    <a:gd name="connsiteX32" fmla="*/ 6668 w 38100"/>
                    <a:gd name="connsiteY32" fmla="*/ 63817 h 84772"/>
                    <a:gd name="connsiteX33" fmla="*/ 6668 w 38100"/>
                    <a:gd name="connsiteY33" fmla="*/ 59055 h 84772"/>
                    <a:gd name="connsiteX34" fmla="*/ 5715 w 38100"/>
                    <a:gd name="connsiteY34" fmla="*/ 58103 h 84772"/>
                    <a:gd name="connsiteX35" fmla="*/ 952 w 38100"/>
                    <a:gd name="connsiteY35" fmla="*/ 58103 h 84772"/>
                    <a:gd name="connsiteX36" fmla="*/ 0 w 38100"/>
                    <a:gd name="connsiteY36" fmla="*/ 59055 h 84772"/>
                    <a:gd name="connsiteX37" fmla="*/ 0 w 38100"/>
                    <a:gd name="connsiteY37" fmla="*/ 62865 h 84772"/>
                    <a:gd name="connsiteX38" fmla="*/ 952 w 38100"/>
                    <a:gd name="connsiteY38" fmla="*/ 71438 h 84772"/>
                    <a:gd name="connsiteX39" fmla="*/ 4763 w 38100"/>
                    <a:gd name="connsiteY39" fmla="*/ 78105 h 84772"/>
                    <a:gd name="connsiteX40" fmla="*/ 10477 w 38100"/>
                    <a:gd name="connsiteY40" fmla="*/ 82867 h 84772"/>
                    <a:gd name="connsiteX41" fmla="*/ 19050 w 38100"/>
                    <a:gd name="connsiteY41" fmla="*/ 84772 h 84772"/>
                    <a:gd name="connsiteX42" fmla="*/ 27623 w 38100"/>
                    <a:gd name="connsiteY42" fmla="*/ 82867 h 84772"/>
                    <a:gd name="connsiteX43" fmla="*/ 33338 w 38100"/>
                    <a:gd name="connsiteY43" fmla="*/ 78105 h 84772"/>
                    <a:gd name="connsiteX44" fmla="*/ 37148 w 38100"/>
                    <a:gd name="connsiteY44" fmla="*/ 71438 h 84772"/>
                    <a:gd name="connsiteX45" fmla="*/ 38100 w 38100"/>
                    <a:gd name="connsiteY45" fmla="*/ 62865 h 84772"/>
                    <a:gd name="connsiteX46" fmla="*/ 36195 w 38100"/>
                    <a:gd name="connsiteY46" fmla="*/ 52388 h 84772"/>
                    <a:gd name="connsiteX47" fmla="*/ 29527 w 38100"/>
                    <a:gd name="connsiteY47" fmla="*/ 46672 h 84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38100" h="84772">
                      <a:moveTo>
                        <a:pt x="29527" y="46672"/>
                      </a:moveTo>
                      <a:cubicBezTo>
                        <a:pt x="27623" y="44767"/>
                        <a:pt x="24765" y="42863"/>
                        <a:pt x="21907" y="40957"/>
                      </a:cubicBezTo>
                      <a:cubicBezTo>
                        <a:pt x="19050" y="39053"/>
                        <a:pt x="17145" y="37147"/>
                        <a:pt x="15240" y="35242"/>
                      </a:cubicBezTo>
                      <a:cubicBezTo>
                        <a:pt x="13335" y="33338"/>
                        <a:pt x="11430" y="31432"/>
                        <a:pt x="9525" y="29528"/>
                      </a:cubicBezTo>
                      <a:cubicBezTo>
                        <a:pt x="8573" y="27622"/>
                        <a:pt x="7620" y="24765"/>
                        <a:pt x="7620" y="21907"/>
                      </a:cubicBezTo>
                      <a:cubicBezTo>
                        <a:pt x="7620" y="18097"/>
                        <a:pt x="8573" y="14288"/>
                        <a:pt x="10477" y="11430"/>
                      </a:cubicBezTo>
                      <a:cubicBezTo>
                        <a:pt x="12382" y="8572"/>
                        <a:pt x="15240" y="7620"/>
                        <a:pt x="19050" y="7620"/>
                      </a:cubicBezTo>
                      <a:cubicBezTo>
                        <a:pt x="20955" y="7620"/>
                        <a:pt x="22860" y="7620"/>
                        <a:pt x="23813" y="8572"/>
                      </a:cubicBezTo>
                      <a:cubicBezTo>
                        <a:pt x="24765" y="9525"/>
                        <a:pt x="26670" y="10478"/>
                        <a:pt x="27623" y="11430"/>
                      </a:cubicBezTo>
                      <a:cubicBezTo>
                        <a:pt x="28575" y="12382"/>
                        <a:pt x="29527" y="14288"/>
                        <a:pt x="29527" y="16192"/>
                      </a:cubicBezTo>
                      <a:cubicBezTo>
                        <a:pt x="29527" y="18097"/>
                        <a:pt x="30480" y="20003"/>
                        <a:pt x="30480" y="21907"/>
                      </a:cubicBezTo>
                      <a:lnTo>
                        <a:pt x="30480" y="23813"/>
                      </a:lnTo>
                      <a:cubicBezTo>
                        <a:pt x="30480" y="24765"/>
                        <a:pt x="31432" y="24765"/>
                        <a:pt x="31432" y="24765"/>
                      </a:cubicBezTo>
                      <a:lnTo>
                        <a:pt x="36195" y="24765"/>
                      </a:lnTo>
                      <a:cubicBezTo>
                        <a:pt x="37148" y="24765"/>
                        <a:pt x="37148" y="23813"/>
                        <a:pt x="37148" y="23813"/>
                      </a:cubicBezTo>
                      <a:lnTo>
                        <a:pt x="37148" y="21907"/>
                      </a:lnTo>
                      <a:cubicBezTo>
                        <a:pt x="37148" y="19050"/>
                        <a:pt x="37148" y="16192"/>
                        <a:pt x="36195" y="13335"/>
                      </a:cubicBezTo>
                      <a:cubicBezTo>
                        <a:pt x="35243" y="10478"/>
                        <a:pt x="34290" y="8572"/>
                        <a:pt x="33338" y="6667"/>
                      </a:cubicBezTo>
                      <a:cubicBezTo>
                        <a:pt x="31432" y="4763"/>
                        <a:pt x="29527" y="2857"/>
                        <a:pt x="27623" y="1905"/>
                      </a:cubicBezTo>
                      <a:cubicBezTo>
                        <a:pt x="25718" y="953"/>
                        <a:pt x="22860" y="0"/>
                        <a:pt x="19050" y="0"/>
                      </a:cubicBezTo>
                      <a:cubicBezTo>
                        <a:pt x="19050" y="0"/>
                        <a:pt x="19050" y="0"/>
                        <a:pt x="19050" y="0"/>
                      </a:cubicBezTo>
                      <a:cubicBezTo>
                        <a:pt x="12382" y="0"/>
                        <a:pt x="7620" y="1905"/>
                        <a:pt x="4763" y="5715"/>
                      </a:cubicBezTo>
                      <a:cubicBezTo>
                        <a:pt x="1905" y="9525"/>
                        <a:pt x="0" y="15240"/>
                        <a:pt x="0" y="20955"/>
                      </a:cubicBezTo>
                      <a:cubicBezTo>
                        <a:pt x="0" y="24765"/>
                        <a:pt x="952" y="28575"/>
                        <a:pt x="1905" y="31432"/>
                      </a:cubicBezTo>
                      <a:cubicBezTo>
                        <a:pt x="3810" y="34290"/>
                        <a:pt x="5715" y="37147"/>
                        <a:pt x="7620" y="39053"/>
                      </a:cubicBezTo>
                      <a:cubicBezTo>
                        <a:pt x="9525" y="40957"/>
                        <a:pt x="12382" y="42863"/>
                        <a:pt x="15240" y="44767"/>
                      </a:cubicBezTo>
                      <a:cubicBezTo>
                        <a:pt x="18098" y="46672"/>
                        <a:pt x="20002" y="48578"/>
                        <a:pt x="21907" y="50482"/>
                      </a:cubicBezTo>
                      <a:cubicBezTo>
                        <a:pt x="23813" y="52388"/>
                        <a:pt x="25718" y="54292"/>
                        <a:pt x="27623" y="56197"/>
                      </a:cubicBezTo>
                      <a:cubicBezTo>
                        <a:pt x="28575" y="58103"/>
                        <a:pt x="29527" y="60960"/>
                        <a:pt x="29527" y="63817"/>
                      </a:cubicBezTo>
                      <a:cubicBezTo>
                        <a:pt x="29527" y="67628"/>
                        <a:pt x="28575" y="71438"/>
                        <a:pt x="26670" y="74295"/>
                      </a:cubicBezTo>
                      <a:cubicBezTo>
                        <a:pt x="24765" y="77153"/>
                        <a:pt x="21907" y="78105"/>
                        <a:pt x="18098" y="78105"/>
                      </a:cubicBezTo>
                      <a:cubicBezTo>
                        <a:pt x="14288" y="78105"/>
                        <a:pt x="11430" y="77153"/>
                        <a:pt x="9525" y="74295"/>
                      </a:cubicBezTo>
                      <a:cubicBezTo>
                        <a:pt x="7620" y="71438"/>
                        <a:pt x="6668" y="68580"/>
                        <a:pt x="6668" y="63817"/>
                      </a:cubicBezTo>
                      <a:lnTo>
                        <a:pt x="6668" y="59055"/>
                      </a:lnTo>
                      <a:cubicBezTo>
                        <a:pt x="6668" y="58103"/>
                        <a:pt x="5715" y="58103"/>
                        <a:pt x="5715" y="58103"/>
                      </a:cubicBezTo>
                      <a:lnTo>
                        <a:pt x="952" y="58103"/>
                      </a:lnTo>
                      <a:cubicBezTo>
                        <a:pt x="0" y="58103"/>
                        <a:pt x="0" y="59055"/>
                        <a:pt x="0" y="59055"/>
                      </a:cubicBezTo>
                      <a:lnTo>
                        <a:pt x="0" y="62865"/>
                      </a:lnTo>
                      <a:cubicBezTo>
                        <a:pt x="0" y="65722"/>
                        <a:pt x="0" y="68580"/>
                        <a:pt x="952" y="71438"/>
                      </a:cubicBezTo>
                      <a:cubicBezTo>
                        <a:pt x="1905" y="74295"/>
                        <a:pt x="2857" y="76200"/>
                        <a:pt x="4763" y="78105"/>
                      </a:cubicBezTo>
                      <a:cubicBezTo>
                        <a:pt x="6668" y="80010"/>
                        <a:pt x="8573" y="81915"/>
                        <a:pt x="10477" y="82867"/>
                      </a:cubicBezTo>
                      <a:cubicBezTo>
                        <a:pt x="13335" y="83820"/>
                        <a:pt x="16193" y="84772"/>
                        <a:pt x="19050" y="84772"/>
                      </a:cubicBezTo>
                      <a:cubicBezTo>
                        <a:pt x="21907" y="84772"/>
                        <a:pt x="24765" y="83820"/>
                        <a:pt x="27623" y="82867"/>
                      </a:cubicBezTo>
                      <a:cubicBezTo>
                        <a:pt x="30480" y="81915"/>
                        <a:pt x="32385" y="80010"/>
                        <a:pt x="33338" y="78105"/>
                      </a:cubicBezTo>
                      <a:cubicBezTo>
                        <a:pt x="35243" y="76200"/>
                        <a:pt x="36195" y="73342"/>
                        <a:pt x="37148" y="71438"/>
                      </a:cubicBezTo>
                      <a:cubicBezTo>
                        <a:pt x="38100" y="68580"/>
                        <a:pt x="38100" y="65722"/>
                        <a:pt x="38100" y="62865"/>
                      </a:cubicBezTo>
                      <a:cubicBezTo>
                        <a:pt x="38100" y="59055"/>
                        <a:pt x="37148" y="55245"/>
                        <a:pt x="36195" y="52388"/>
                      </a:cubicBezTo>
                      <a:cubicBezTo>
                        <a:pt x="34290" y="51435"/>
                        <a:pt x="32385" y="48578"/>
                        <a:pt x="29527" y="46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AD2DA43A-2D93-4CC1-91DA-27C39EA513FF}"/>
                    </a:ext>
                  </a:extLst>
                </p:cNvPr>
                <p:cNvSpPr/>
                <p:nvPr/>
              </p:nvSpPr>
              <p:spPr>
                <a:xfrm>
                  <a:off x="5100330" y="10947481"/>
                  <a:ext cx="45719" cy="84772"/>
                </a:xfrm>
                <a:custGeom>
                  <a:avLst/>
                  <a:gdLst>
                    <a:gd name="connsiteX0" fmla="*/ 26670 w 45719"/>
                    <a:gd name="connsiteY0" fmla="*/ 0 h 84772"/>
                    <a:gd name="connsiteX1" fmla="*/ 19050 w 45719"/>
                    <a:gd name="connsiteY1" fmla="*/ 0 h 84772"/>
                    <a:gd name="connsiteX2" fmla="*/ 18098 w 45719"/>
                    <a:gd name="connsiteY2" fmla="*/ 953 h 84772"/>
                    <a:gd name="connsiteX3" fmla="*/ 0 w 45719"/>
                    <a:gd name="connsiteY3" fmla="*/ 83820 h 84772"/>
                    <a:gd name="connsiteX4" fmla="*/ 0 w 45719"/>
                    <a:gd name="connsiteY4" fmla="*/ 84772 h 84772"/>
                    <a:gd name="connsiteX5" fmla="*/ 952 w 45719"/>
                    <a:gd name="connsiteY5" fmla="*/ 84772 h 84772"/>
                    <a:gd name="connsiteX6" fmla="*/ 5715 w 45719"/>
                    <a:gd name="connsiteY6" fmla="*/ 84772 h 84772"/>
                    <a:gd name="connsiteX7" fmla="*/ 6668 w 45719"/>
                    <a:gd name="connsiteY7" fmla="*/ 83820 h 84772"/>
                    <a:gd name="connsiteX8" fmla="*/ 10477 w 45719"/>
                    <a:gd name="connsiteY8" fmla="*/ 66675 h 84772"/>
                    <a:gd name="connsiteX9" fmla="*/ 34290 w 45719"/>
                    <a:gd name="connsiteY9" fmla="*/ 66675 h 84772"/>
                    <a:gd name="connsiteX10" fmla="*/ 38100 w 45719"/>
                    <a:gd name="connsiteY10" fmla="*/ 83820 h 84772"/>
                    <a:gd name="connsiteX11" fmla="*/ 39052 w 45719"/>
                    <a:gd name="connsiteY11" fmla="*/ 84772 h 84772"/>
                    <a:gd name="connsiteX12" fmla="*/ 44768 w 45719"/>
                    <a:gd name="connsiteY12" fmla="*/ 84772 h 84772"/>
                    <a:gd name="connsiteX13" fmla="*/ 45720 w 45719"/>
                    <a:gd name="connsiteY13" fmla="*/ 84772 h 84772"/>
                    <a:gd name="connsiteX14" fmla="*/ 45720 w 45719"/>
                    <a:gd name="connsiteY14" fmla="*/ 83820 h 84772"/>
                    <a:gd name="connsiteX15" fmla="*/ 27623 w 45719"/>
                    <a:gd name="connsiteY15" fmla="*/ 953 h 84772"/>
                    <a:gd name="connsiteX16" fmla="*/ 26670 w 45719"/>
                    <a:gd name="connsiteY16" fmla="*/ 0 h 84772"/>
                    <a:gd name="connsiteX17" fmla="*/ 33338 w 45719"/>
                    <a:gd name="connsiteY17" fmla="*/ 60007 h 84772"/>
                    <a:gd name="connsiteX18" fmla="*/ 12382 w 45719"/>
                    <a:gd name="connsiteY18" fmla="*/ 60007 h 84772"/>
                    <a:gd name="connsiteX19" fmla="*/ 22860 w 45719"/>
                    <a:gd name="connsiteY19" fmla="*/ 13335 h 84772"/>
                    <a:gd name="connsiteX20" fmla="*/ 33338 w 45719"/>
                    <a:gd name="connsiteY20" fmla="*/ 60007 h 84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5719" h="84772">
                      <a:moveTo>
                        <a:pt x="26670" y="0"/>
                      </a:moveTo>
                      <a:lnTo>
                        <a:pt x="19050" y="0"/>
                      </a:lnTo>
                      <a:cubicBezTo>
                        <a:pt x="18098" y="0"/>
                        <a:pt x="18098" y="0"/>
                        <a:pt x="18098" y="953"/>
                      </a:cubicBezTo>
                      <a:lnTo>
                        <a:pt x="0" y="83820"/>
                      </a:lnTo>
                      <a:cubicBezTo>
                        <a:pt x="0" y="83820"/>
                        <a:pt x="0" y="84772"/>
                        <a:pt x="0" y="84772"/>
                      </a:cubicBezTo>
                      <a:cubicBezTo>
                        <a:pt x="0" y="84772"/>
                        <a:pt x="952" y="84772"/>
                        <a:pt x="952" y="84772"/>
                      </a:cubicBezTo>
                      <a:lnTo>
                        <a:pt x="5715" y="84772"/>
                      </a:lnTo>
                      <a:cubicBezTo>
                        <a:pt x="6668" y="84772"/>
                        <a:pt x="6668" y="84772"/>
                        <a:pt x="6668" y="83820"/>
                      </a:cubicBezTo>
                      <a:lnTo>
                        <a:pt x="10477" y="66675"/>
                      </a:lnTo>
                      <a:lnTo>
                        <a:pt x="34290" y="66675"/>
                      </a:lnTo>
                      <a:lnTo>
                        <a:pt x="38100" y="83820"/>
                      </a:lnTo>
                      <a:cubicBezTo>
                        <a:pt x="38100" y="84772"/>
                        <a:pt x="39052" y="84772"/>
                        <a:pt x="39052" y="84772"/>
                      </a:cubicBezTo>
                      <a:lnTo>
                        <a:pt x="44768" y="84772"/>
                      </a:lnTo>
                      <a:cubicBezTo>
                        <a:pt x="44768" y="84772"/>
                        <a:pt x="45720" y="84772"/>
                        <a:pt x="45720" y="84772"/>
                      </a:cubicBezTo>
                      <a:cubicBezTo>
                        <a:pt x="45720" y="84772"/>
                        <a:pt x="45720" y="83820"/>
                        <a:pt x="45720" y="83820"/>
                      </a:cubicBezTo>
                      <a:lnTo>
                        <a:pt x="27623" y="953"/>
                      </a:lnTo>
                      <a:cubicBezTo>
                        <a:pt x="28575" y="953"/>
                        <a:pt x="27623" y="0"/>
                        <a:pt x="26670" y="0"/>
                      </a:cubicBezTo>
                      <a:close/>
                      <a:moveTo>
                        <a:pt x="33338" y="60007"/>
                      </a:moveTo>
                      <a:lnTo>
                        <a:pt x="12382" y="60007"/>
                      </a:lnTo>
                      <a:lnTo>
                        <a:pt x="22860" y="13335"/>
                      </a:lnTo>
                      <a:lnTo>
                        <a:pt x="33338" y="6000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4BBA38AD-68F2-441F-B0E3-0BA315ADD1FC}"/>
                    </a:ext>
                  </a:extLst>
                </p:cNvPr>
                <p:cNvSpPr/>
                <p:nvPr/>
              </p:nvSpPr>
              <p:spPr>
                <a:xfrm>
                  <a:off x="5180340" y="10947481"/>
                  <a:ext cx="38100" cy="83819"/>
                </a:xfrm>
                <a:custGeom>
                  <a:avLst/>
                  <a:gdLst>
                    <a:gd name="connsiteX0" fmla="*/ 34290 w 38100"/>
                    <a:gd name="connsiteY0" fmla="*/ 6667 h 83819"/>
                    <a:gd name="connsiteX1" fmla="*/ 28575 w 38100"/>
                    <a:gd name="connsiteY1" fmla="*/ 1905 h 83819"/>
                    <a:gd name="connsiteX2" fmla="*/ 20002 w 38100"/>
                    <a:gd name="connsiteY2" fmla="*/ 0 h 83819"/>
                    <a:gd name="connsiteX3" fmla="*/ 952 w 38100"/>
                    <a:gd name="connsiteY3" fmla="*/ 0 h 83819"/>
                    <a:gd name="connsiteX4" fmla="*/ 0 w 38100"/>
                    <a:gd name="connsiteY4" fmla="*/ 953 h 83819"/>
                    <a:gd name="connsiteX5" fmla="*/ 0 w 38100"/>
                    <a:gd name="connsiteY5" fmla="*/ 82867 h 83819"/>
                    <a:gd name="connsiteX6" fmla="*/ 952 w 38100"/>
                    <a:gd name="connsiteY6" fmla="*/ 83820 h 83819"/>
                    <a:gd name="connsiteX7" fmla="*/ 19050 w 38100"/>
                    <a:gd name="connsiteY7" fmla="*/ 83820 h 83819"/>
                    <a:gd name="connsiteX8" fmla="*/ 27622 w 38100"/>
                    <a:gd name="connsiteY8" fmla="*/ 81915 h 83819"/>
                    <a:gd name="connsiteX9" fmla="*/ 33338 w 38100"/>
                    <a:gd name="connsiteY9" fmla="*/ 77153 h 83819"/>
                    <a:gd name="connsiteX10" fmla="*/ 37147 w 38100"/>
                    <a:gd name="connsiteY10" fmla="*/ 70485 h 83819"/>
                    <a:gd name="connsiteX11" fmla="*/ 38100 w 38100"/>
                    <a:gd name="connsiteY11" fmla="*/ 61913 h 83819"/>
                    <a:gd name="connsiteX12" fmla="*/ 38100 w 38100"/>
                    <a:gd name="connsiteY12" fmla="*/ 20955 h 83819"/>
                    <a:gd name="connsiteX13" fmla="*/ 37147 w 38100"/>
                    <a:gd name="connsiteY13" fmla="*/ 12382 h 83819"/>
                    <a:gd name="connsiteX14" fmla="*/ 34290 w 38100"/>
                    <a:gd name="connsiteY14" fmla="*/ 6667 h 83819"/>
                    <a:gd name="connsiteX15" fmla="*/ 31432 w 38100"/>
                    <a:gd name="connsiteY15" fmla="*/ 21907 h 83819"/>
                    <a:gd name="connsiteX16" fmla="*/ 31432 w 38100"/>
                    <a:gd name="connsiteY16" fmla="*/ 63817 h 83819"/>
                    <a:gd name="connsiteX17" fmla="*/ 28575 w 38100"/>
                    <a:gd name="connsiteY17" fmla="*/ 74295 h 83819"/>
                    <a:gd name="connsiteX18" fmla="*/ 20002 w 38100"/>
                    <a:gd name="connsiteY18" fmla="*/ 78105 h 83819"/>
                    <a:gd name="connsiteX19" fmla="*/ 8572 w 38100"/>
                    <a:gd name="connsiteY19" fmla="*/ 78105 h 83819"/>
                    <a:gd name="connsiteX20" fmla="*/ 8572 w 38100"/>
                    <a:gd name="connsiteY20" fmla="*/ 7620 h 83819"/>
                    <a:gd name="connsiteX21" fmla="*/ 20002 w 38100"/>
                    <a:gd name="connsiteY21" fmla="*/ 7620 h 83819"/>
                    <a:gd name="connsiteX22" fmla="*/ 28575 w 38100"/>
                    <a:gd name="connsiteY22" fmla="*/ 11430 h 83819"/>
                    <a:gd name="connsiteX23" fmla="*/ 31432 w 38100"/>
                    <a:gd name="connsiteY23" fmla="*/ 21907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8100" h="83819">
                      <a:moveTo>
                        <a:pt x="34290" y="6667"/>
                      </a:moveTo>
                      <a:cubicBezTo>
                        <a:pt x="32385" y="4763"/>
                        <a:pt x="30480" y="2857"/>
                        <a:pt x="28575" y="1905"/>
                      </a:cubicBezTo>
                      <a:cubicBezTo>
                        <a:pt x="25717" y="953"/>
                        <a:pt x="22860" y="0"/>
                        <a:pt x="20002" y="0"/>
                      </a:cubicBezTo>
                      <a:lnTo>
                        <a:pt x="952" y="0"/>
                      </a:lnTo>
                      <a:cubicBezTo>
                        <a:pt x="0" y="0"/>
                        <a:pt x="0" y="953"/>
                        <a:pt x="0" y="953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19050" y="83820"/>
                      </a:lnTo>
                      <a:cubicBezTo>
                        <a:pt x="21907" y="83820"/>
                        <a:pt x="25717" y="82867"/>
                        <a:pt x="27622" y="81915"/>
                      </a:cubicBezTo>
                      <a:cubicBezTo>
                        <a:pt x="30480" y="80963"/>
                        <a:pt x="32385" y="79057"/>
                        <a:pt x="33338" y="77153"/>
                      </a:cubicBezTo>
                      <a:cubicBezTo>
                        <a:pt x="35242" y="75247"/>
                        <a:pt x="36195" y="73342"/>
                        <a:pt x="37147" y="70485"/>
                      </a:cubicBezTo>
                      <a:cubicBezTo>
                        <a:pt x="38100" y="67628"/>
                        <a:pt x="38100" y="64770"/>
                        <a:pt x="38100" y="61913"/>
                      </a:cubicBezTo>
                      <a:lnTo>
                        <a:pt x="38100" y="20955"/>
                      </a:lnTo>
                      <a:cubicBezTo>
                        <a:pt x="38100" y="18097"/>
                        <a:pt x="38100" y="15240"/>
                        <a:pt x="37147" y="12382"/>
                      </a:cubicBezTo>
                      <a:cubicBezTo>
                        <a:pt x="37147" y="10478"/>
                        <a:pt x="36195" y="8572"/>
                        <a:pt x="34290" y="6667"/>
                      </a:cubicBezTo>
                      <a:close/>
                      <a:moveTo>
                        <a:pt x="31432" y="21907"/>
                      </a:moveTo>
                      <a:lnTo>
                        <a:pt x="31432" y="63817"/>
                      </a:lnTo>
                      <a:cubicBezTo>
                        <a:pt x="31432" y="67628"/>
                        <a:pt x="30480" y="71438"/>
                        <a:pt x="28575" y="74295"/>
                      </a:cubicBezTo>
                      <a:cubicBezTo>
                        <a:pt x="26670" y="77153"/>
                        <a:pt x="23813" y="78105"/>
                        <a:pt x="20002" y="78105"/>
                      </a:cubicBezTo>
                      <a:lnTo>
                        <a:pt x="8572" y="78105"/>
                      </a:lnTo>
                      <a:lnTo>
                        <a:pt x="8572" y="7620"/>
                      </a:lnTo>
                      <a:lnTo>
                        <a:pt x="20002" y="7620"/>
                      </a:lnTo>
                      <a:cubicBezTo>
                        <a:pt x="23813" y="7620"/>
                        <a:pt x="26670" y="8572"/>
                        <a:pt x="28575" y="11430"/>
                      </a:cubicBezTo>
                      <a:cubicBezTo>
                        <a:pt x="30480" y="14288"/>
                        <a:pt x="31432" y="17145"/>
                        <a:pt x="31432" y="2190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2FAF7586-D5A7-4B32-842B-64A3699AA0FA}"/>
                    </a:ext>
                  </a:extLst>
                </p:cNvPr>
                <p:cNvSpPr/>
                <p:nvPr/>
              </p:nvSpPr>
              <p:spPr>
                <a:xfrm>
                  <a:off x="5230823" y="10948433"/>
                  <a:ext cx="34289" cy="83819"/>
                </a:xfrm>
                <a:custGeom>
                  <a:avLst/>
                  <a:gdLst>
                    <a:gd name="connsiteX0" fmla="*/ 33338 w 34289"/>
                    <a:gd name="connsiteY0" fmla="*/ 6667 h 83819"/>
                    <a:gd name="connsiteX1" fmla="*/ 34290 w 34289"/>
                    <a:gd name="connsiteY1" fmla="*/ 5715 h 83819"/>
                    <a:gd name="connsiteX2" fmla="*/ 34290 w 34289"/>
                    <a:gd name="connsiteY2" fmla="*/ 952 h 83819"/>
                    <a:gd name="connsiteX3" fmla="*/ 33338 w 34289"/>
                    <a:gd name="connsiteY3" fmla="*/ 0 h 83819"/>
                    <a:gd name="connsiteX4" fmla="*/ 952 w 34289"/>
                    <a:gd name="connsiteY4" fmla="*/ 0 h 83819"/>
                    <a:gd name="connsiteX5" fmla="*/ 0 w 34289"/>
                    <a:gd name="connsiteY5" fmla="*/ 952 h 83819"/>
                    <a:gd name="connsiteX6" fmla="*/ 0 w 34289"/>
                    <a:gd name="connsiteY6" fmla="*/ 82867 h 83819"/>
                    <a:gd name="connsiteX7" fmla="*/ 952 w 34289"/>
                    <a:gd name="connsiteY7" fmla="*/ 83820 h 83819"/>
                    <a:gd name="connsiteX8" fmla="*/ 33338 w 34289"/>
                    <a:gd name="connsiteY8" fmla="*/ 83820 h 83819"/>
                    <a:gd name="connsiteX9" fmla="*/ 34290 w 34289"/>
                    <a:gd name="connsiteY9" fmla="*/ 82867 h 83819"/>
                    <a:gd name="connsiteX10" fmla="*/ 34290 w 34289"/>
                    <a:gd name="connsiteY10" fmla="*/ 78105 h 83819"/>
                    <a:gd name="connsiteX11" fmla="*/ 33338 w 34289"/>
                    <a:gd name="connsiteY11" fmla="*/ 77152 h 83819"/>
                    <a:gd name="connsiteX12" fmla="*/ 7620 w 34289"/>
                    <a:gd name="connsiteY12" fmla="*/ 77152 h 83819"/>
                    <a:gd name="connsiteX13" fmla="*/ 7620 w 34289"/>
                    <a:gd name="connsiteY13" fmla="*/ 44767 h 83819"/>
                    <a:gd name="connsiteX14" fmla="*/ 28575 w 34289"/>
                    <a:gd name="connsiteY14" fmla="*/ 44767 h 83819"/>
                    <a:gd name="connsiteX15" fmla="*/ 29527 w 34289"/>
                    <a:gd name="connsiteY15" fmla="*/ 43815 h 83819"/>
                    <a:gd name="connsiteX16" fmla="*/ 29527 w 34289"/>
                    <a:gd name="connsiteY16" fmla="*/ 39052 h 83819"/>
                    <a:gd name="connsiteX17" fmla="*/ 28575 w 34289"/>
                    <a:gd name="connsiteY17" fmla="*/ 38100 h 83819"/>
                    <a:gd name="connsiteX18" fmla="*/ 7620 w 34289"/>
                    <a:gd name="connsiteY18" fmla="*/ 38100 h 83819"/>
                    <a:gd name="connsiteX19" fmla="*/ 7620 w 34289"/>
                    <a:gd name="connsiteY19" fmla="*/ 7620 h 83819"/>
                    <a:gd name="connsiteX20" fmla="*/ 33338 w 34289"/>
                    <a:gd name="connsiteY20" fmla="*/ 7620 h 83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289" h="83819">
                      <a:moveTo>
                        <a:pt x="33338" y="6667"/>
                      </a:moveTo>
                      <a:cubicBezTo>
                        <a:pt x="34290" y="6667"/>
                        <a:pt x="34290" y="5715"/>
                        <a:pt x="34290" y="5715"/>
                      </a:cubicBezTo>
                      <a:lnTo>
                        <a:pt x="34290" y="952"/>
                      </a:lnTo>
                      <a:cubicBezTo>
                        <a:pt x="34290" y="0"/>
                        <a:pt x="33338" y="0"/>
                        <a:pt x="33338" y="0"/>
                      </a:cubicBezTo>
                      <a:lnTo>
                        <a:pt x="952" y="0"/>
                      </a:lnTo>
                      <a:cubicBezTo>
                        <a:pt x="0" y="0"/>
                        <a:pt x="0" y="952"/>
                        <a:pt x="0" y="952"/>
                      </a:cubicBezTo>
                      <a:lnTo>
                        <a:pt x="0" y="82867"/>
                      </a:lnTo>
                      <a:cubicBezTo>
                        <a:pt x="0" y="83820"/>
                        <a:pt x="952" y="83820"/>
                        <a:pt x="952" y="83820"/>
                      </a:cubicBezTo>
                      <a:lnTo>
                        <a:pt x="33338" y="83820"/>
                      </a:lnTo>
                      <a:cubicBezTo>
                        <a:pt x="34290" y="83820"/>
                        <a:pt x="34290" y="82867"/>
                        <a:pt x="34290" y="82867"/>
                      </a:cubicBezTo>
                      <a:lnTo>
                        <a:pt x="34290" y="78105"/>
                      </a:lnTo>
                      <a:cubicBezTo>
                        <a:pt x="34290" y="77152"/>
                        <a:pt x="33338" y="77152"/>
                        <a:pt x="33338" y="77152"/>
                      </a:cubicBezTo>
                      <a:lnTo>
                        <a:pt x="7620" y="77152"/>
                      </a:lnTo>
                      <a:lnTo>
                        <a:pt x="7620" y="44767"/>
                      </a:lnTo>
                      <a:lnTo>
                        <a:pt x="28575" y="44767"/>
                      </a:lnTo>
                      <a:cubicBezTo>
                        <a:pt x="29527" y="44767"/>
                        <a:pt x="29527" y="43815"/>
                        <a:pt x="29527" y="43815"/>
                      </a:cubicBezTo>
                      <a:lnTo>
                        <a:pt x="29527" y="39052"/>
                      </a:lnTo>
                      <a:cubicBezTo>
                        <a:pt x="29527" y="38100"/>
                        <a:pt x="28575" y="38100"/>
                        <a:pt x="28575" y="38100"/>
                      </a:cubicBezTo>
                      <a:lnTo>
                        <a:pt x="7620" y="38100"/>
                      </a:lnTo>
                      <a:lnTo>
                        <a:pt x="7620" y="7620"/>
                      </a:lnTo>
                      <a:lnTo>
                        <a:pt x="33338" y="76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  <p:grpSp>
            <p:nvGrpSpPr>
              <p:cNvPr id="37" name="Graphic 8">
                <a:extLst>
                  <a:ext uri="{FF2B5EF4-FFF2-40B4-BE49-F238E27FC236}">
                    <a16:creationId xmlns:a16="http://schemas.microsoft.com/office/drawing/2014/main" id="{9A24B9B2-86F7-4E42-BE7F-DADEEB3FD23C}"/>
                  </a:ext>
                </a:extLst>
              </p:cNvPr>
              <p:cNvGrpSpPr/>
              <p:nvPr/>
            </p:nvGrpSpPr>
            <p:grpSpPr>
              <a:xfrm>
                <a:off x="4620270" y="11155125"/>
                <a:ext cx="643890" cy="609600"/>
                <a:chOff x="4620270" y="11155125"/>
                <a:chExt cx="643890" cy="609600"/>
              </a:xfrm>
              <a:solidFill>
                <a:srgbClr val="003B71"/>
              </a:solidFill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2F5B6448-7985-4D97-B9E1-F65556BC0376}"/>
                    </a:ext>
                  </a:extLst>
                </p:cNvPr>
                <p:cNvSpPr/>
                <p:nvPr/>
              </p:nvSpPr>
              <p:spPr>
                <a:xfrm>
                  <a:off x="4773146" y="11155125"/>
                  <a:ext cx="334803" cy="312420"/>
                </a:xfrm>
                <a:custGeom>
                  <a:avLst/>
                  <a:gdLst>
                    <a:gd name="connsiteX0" fmla="*/ 96679 w 334803"/>
                    <a:gd name="connsiteY0" fmla="*/ 0 h 312420"/>
                    <a:gd name="connsiteX1" fmla="*/ 88107 w 334803"/>
                    <a:gd name="connsiteY1" fmla="*/ 4763 h 312420"/>
                    <a:gd name="connsiteX2" fmla="*/ 1429 w 334803"/>
                    <a:gd name="connsiteY2" fmla="*/ 152400 h 312420"/>
                    <a:gd name="connsiteX3" fmla="*/ 1429 w 334803"/>
                    <a:gd name="connsiteY3" fmla="*/ 162878 h 312420"/>
                    <a:gd name="connsiteX4" fmla="*/ 87154 w 334803"/>
                    <a:gd name="connsiteY4" fmla="*/ 307658 h 312420"/>
                    <a:gd name="connsiteX5" fmla="*/ 95727 w 334803"/>
                    <a:gd name="connsiteY5" fmla="*/ 312420 h 312420"/>
                    <a:gd name="connsiteX6" fmla="*/ 264319 w 334803"/>
                    <a:gd name="connsiteY6" fmla="*/ 312420 h 312420"/>
                    <a:gd name="connsiteX7" fmla="*/ 272891 w 334803"/>
                    <a:gd name="connsiteY7" fmla="*/ 307658 h 312420"/>
                    <a:gd name="connsiteX8" fmla="*/ 332899 w 334803"/>
                    <a:gd name="connsiteY8" fmla="*/ 202883 h 312420"/>
                    <a:gd name="connsiteX9" fmla="*/ 332899 w 334803"/>
                    <a:gd name="connsiteY9" fmla="*/ 193358 h 312420"/>
                    <a:gd name="connsiteX10" fmla="*/ 249079 w 334803"/>
                    <a:gd name="connsiteY10" fmla="*/ 47625 h 312420"/>
                    <a:gd name="connsiteX11" fmla="*/ 240507 w 334803"/>
                    <a:gd name="connsiteY11" fmla="*/ 42863 h 312420"/>
                    <a:gd name="connsiteX12" fmla="*/ 121444 w 334803"/>
                    <a:gd name="connsiteY12" fmla="*/ 42863 h 312420"/>
                    <a:gd name="connsiteX13" fmla="*/ 112871 w 334803"/>
                    <a:gd name="connsiteY13" fmla="*/ 47625 h 312420"/>
                    <a:gd name="connsiteX14" fmla="*/ 50959 w 334803"/>
                    <a:gd name="connsiteY14" fmla="*/ 152400 h 312420"/>
                    <a:gd name="connsiteX15" fmla="*/ 50959 w 334803"/>
                    <a:gd name="connsiteY15" fmla="*/ 162878 h 312420"/>
                    <a:gd name="connsiteX16" fmla="*/ 111919 w 334803"/>
                    <a:gd name="connsiteY16" fmla="*/ 265747 h 312420"/>
                    <a:gd name="connsiteX17" fmla="*/ 120491 w 334803"/>
                    <a:gd name="connsiteY17" fmla="*/ 270510 h 312420"/>
                    <a:gd name="connsiteX18" fmla="*/ 240507 w 334803"/>
                    <a:gd name="connsiteY18" fmla="*/ 270510 h 312420"/>
                    <a:gd name="connsiteX19" fmla="*/ 249079 w 334803"/>
                    <a:gd name="connsiteY19" fmla="*/ 265747 h 312420"/>
                    <a:gd name="connsiteX20" fmla="*/ 277654 w 334803"/>
                    <a:gd name="connsiteY20" fmla="*/ 215265 h 312420"/>
                    <a:gd name="connsiteX21" fmla="*/ 277654 w 334803"/>
                    <a:gd name="connsiteY21" fmla="*/ 215265 h 312420"/>
                    <a:gd name="connsiteX22" fmla="*/ 288132 w 334803"/>
                    <a:gd name="connsiteY22" fmla="*/ 197168 h 312420"/>
                    <a:gd name="connsiteX23" fmla="*/ 270986 w 334803"/>
                    <a:gd name="connsiteY23" fmla="*/ 168593 h 312420"/>
                    <a:gd name="connsiteX24" fmla="*/ 263366 w 334803"/>
                    <a:gd name="connsiteY24" fmla="*/ 182880 h 312420"/>
                    <a:gd name="connsiteX25" fmla="*/ 263366 w 334803"/>
                    <a:gd name="connsiteY25" fmla="*/ 183833 h 312420"/>
                    <a:gd name="connsiteX26" fmla="*/ 232886 w 334803"/>
                    <a:gd name="connsiteY26" fmla="*/ 238125 h 312420"/>
                    <a:gd name="connsiteX27" fmla="*/ 224314 w 334803"/>
                    <a:gd name="connsiteY27" fmla="*/ 242888 h 312420"/>
                    <a:gd name="connsiteX28" fmla="*/ 138589 w 334803"/>
                    <a:gd name="connsiteY28" fmla="*/ 242888 h 312420"/>
                    <a:gd name="connsiteX29" fmla="*/ 130016 w 334803"/>
                    <a:gd name="connsiteY29" fmla="*/ 238125 h 312420"/>
                    <a:gd name="connsiteX30" fmla="*/ 87154 w 334803"/>
                    <a:gd name="connsiteY30" fmla="*/ 163830 h 312420"/>
                    <a:gd name="connsiteX31" fmla="*/ 87154 w 334803"/>
                    <a:gd name="connsiteY31" fmla="*/ 153353 h 312420"/>
                    <a:gd name="connsiteX32" fmla="*/ 130969 w 334803"/>
                    <a:gd name="connsiteY32" fmla="*/ 77153 h 312420"/>
                    <a:gd name="connsiteX33" fmla="*/ 139541 w 334803"/>
                    <a:gd name="connsiteY33" fmla="*/ 72390 h 312420"/>
                    <a:gd name="connsiteX34" fmla="*/ 224314 w 334803"/>
                    <a:gd name="connsiteY34" fmla="*/ 72390 h 312420"/>
                    <a:gd name="connsiteX35" fmla="*/ 232886 w 334803"/>
                    <a:gd name="connsiteY35" fmla="*/ 77153 h 312420"/>
                    <a:gd name="connsiteX36" fmla="*/ 299561 w 334803"/>
                    <a:gd name="connsiteY36" fmla="*/ 194310 h 312420"/>
                    <a:gd name="connsiteX37" fmla="*/ 299561 w 334803"/>
                    <a:gd name="connsiteY37" fmla="*/ 203835 h 312420"/>
                    <a:gd name="connsiteX38" fmla="*/ 256699 w 334803"/>
                    <a:gd name="connsiteY38" fmla="*/ 280035 h 312420"/>
                    <a:gd name="connsiteX39" fmla="*/ 248127 w 334803"/>
                    <a:gd name="connsiteY39" fmla="*/ 284797 h 312420"/>
                    <a:gd name="connsiteX40" fmla="*/ 112871 w 334803"/>
                    <a:gd name="connsiteY40" fmla="*/ 284797 h 312420"/>
                    <a:gd name="connsiteX41" fmla="*/ 104299 w 334803"/>
                    <a:gd name="connsiteY41" fmla="*/ 280035 h 312420"/>
                    <a:gd name="connsiteX42" fmla="*/ 35719 w 334803"/>
                    <a:gd name="connsiteY42" fmla="*/ 162878 h 312420"/>
                    <a:gd name="connsiteX43" fmla="*/ 35719 w 334803"/>
                    <a:gd name="connsiteY43" fmla="*/ 152400 h 312420"/>
                    <a:gd name="connsiteX44" fmla="*/ 105252 w 334803"/>
                    <a:gd name="connsiteY44" fmla="*/ 32385 h 312420"/>
                    <a:gd name="connsiteX45" fmla="*/ 113824 w 334803"/>
                    <a:gd name="connsiteY45" fmla="*/ 27622 h 312420"/>
                    <a:gd name="connsiteX46" fmla="*/ 247174 w 334803"/>
                    <a:gd name="connsiteY46" fmla="*/ 27622 h 312420"/>
                    <a:gd name="connsiteX47" fmla="*/ 255746 w 334803"/>
                    <a:gd name="connsiteY47" fmla="*/ 32385 h 312420"/>
                    <a:gd name="connsiteX48" fmla="*/ 309086 w 334803"/>
                    <a:gd name="connsiteY48" fmla="*/ 127635 h 312420"/>
                    <a:gd name="connsiteX49" fmla="*/ 309086 w 334803"/>
                    <a:gd name="connsiteY49" fmla="*/ 127635 h 312420"/>
                    <a:gd name="connsiteX50" fmla="*/ 317659 w 334803"/>
                    <a:gd name="connsiteY50" fmla="*/ 142875 h 312420"/>
                    <a:gd name="connsiteX51" fmla="*/ 334804 w 334803"/>
                    <a:gd name="connsiteY51" fmla="*/ 113347 h 312420"/>
                    <a:gd name="connsiteX52" fmla="*/ 334804 w 334803"/>
                    <a:gd name="connsiteY52" fmla="*/ 113347 h 312420"/>
                    <a:gd name="connsiteX53" fmla="*/ 331946 w 334803"/>
                    <a:gd name="connsiteY53" fmla="*/ 108585 h 312420"/>
                    <a:gd name="connsiteX54" fmla="*/ 331946 w 334803"/>
                    <a:gd name="connsiteY54" fmla="*/ 108585 h 312420"/>
                    <a:gd name="connsiteX55" fmla="*/ 324327 w 334803"/>
                    <a:gd name="connsiteY55" fmla="*/ 94297 h 312420"/>
                    <a:gd name="connsiteX56" fmla="*/ 321469 w 334803"/>
                    <a:gd name="connsiteY56" fmla="*/ 88583 h 312420"/>
                    <a:gd name="connsiteX57" fmla="*/ 321469 w 334803"/>
                    <a:gd name="connsiteY57" fmla="*/ 88583 h 312420"/>
                    <a:gd name="connsiteX58" fmla="*/ 273844 w 334803"/>
                    <a:gd name="connsiteY58" fmla="*/ 4763 h 312420"/>
                    <a:gd name="connsiteX59" fmla="*/ 265271 w 334803"/>
                    <a:gd name="connsiteY59" fmla="*/ 0 h 312420"/>
                    <a:gd name="connsiteX60" fmla="*/ 96679 w 334803"/>
                    <a:gd name="connsiteY60" fmla="*/ 0 h 31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334803" h="312420">
                      <a:moveTo>
                        <a:pt x="96679" y="0"/>
                      </a:moveTo>
                      <a:cubicBezTo>
                        <a:pt x="92869" y="0"/>
                        <a:pt x="90011" y="1905"/>
                        <a:pt x="88107" y="4763"/>
                      </a:cubicBezTo>
                      <a:lnTo>
                        <a:pt x="1429" y="152400"/>
                      </a:lnTo>
                      <a:cubicBezTo>
                        <a:pt x="-476" y="155258"/>
                        <a:pt x="-476" y="159068"/>
                        <a:pt x="1429" y="162878"/>
                      </a:cubicBezTo>
                      <a:lnTo>
                        <a:pt x="87154" y="307658"/>
                      </a:lnTo>
                      <a:cubicBezTo>
                        <a:pt x="89059" y="310515"/>
                        <a:pt x="91916" y="312420"/>
                        <a:pt x="95727" y="312420"/>
                      </a:cubicBezTo>
                      <a:lnTo>
                        <a:pt x="264319" y="312420"/>
                      </a:lnTo>
                      <a:cubicBezTo>
                        <a:pt x="268129" y="312420"/>
                        <a:pt x="270986" y="310515"/>
                        <a:pt x="272891" y="307658"/>
                      </a:cubicBezTo>
                      <a:lnTo>
                        <a:pt x="332899" y="202883"/>
                      </a:lnTo>
                      <a:cubicBezTo>
                        <a:pt x="334804" y="200025"/>
                        <a:pt x="334804" y="196215"/>
                        <a:pt x="332899" y="193358"/>
                      </a:cubicBezTo>
                      <a:lnTo>
                        <a:pt x="249079" y="47625"/>
                      </a:lnTo>
                      <a:cubicBezTo>
                        <a:pt x="247174" y="44768"/>
                        <a:pt x="244316" y="42863"/>
                        <a:pt x="240507" y="42863"/>
                      </a:cubicBezTo>
                      <a:lnTo>
                        <a:pt x="121444" y="42863"/>
                      </a:lnTo>
                      <a:cubicBezTo>
                        <a:pt x="117634" y="42863"/>
                        <a:pt x="114777" y="44768"/>
                        <a:pt x="112871" y="47625"/>
                      </a:cubicBezTo>
                      <a:lnTo>
                        <a:pt x="50959" y="152400"/>
                      </a:lnTo>
                      <a:cubicBezTo>
                        <a:pt x="49054" y="155258"/>
                        <a:pt x="49054" y="159068"/>
                        <a:pt x="50959" y="162878"/>
                      </a:cubicBezTo>
                      <a:lnTo>
                        <a:pt x="111919" y="265747"/>
                      </a:lnTo>
                      <a:cubicBezTo>
                        <a:pt x="113824" y="268605"/>
                        <a:pt x="116682" y="270510"/>
                        <a:pt x="120491" y="270510"/>
                      </a:cubicBezTo>
                      <a:lnTo>
                        <a:pt x="240507" y="270510"/>
                      </a:lnTo>
                      <a:cubicBezTo>
                        <a:pt x="244316" y="270510"/>
                        <a:pt x="247174" y="268605"/>
                        <a:pt x="249079" y="265747"/>
                      </a:cubicBezTo>
                      <a:lnTo>
                        <a:pt x="277654" y="215265"/>
                      </a:lnTo>
                      <a:lnTo>
                        <a:pt x="277654" y="215265"/>
                      </a:lnTo>
                      <a:lnTo>
                        <a:pt x="288132" y="197168"/>
                      </a:lnTo>
                      <a:lnTo>
                        <a:pt x="270986" y="168593"/>
                      </a:lnTo>
                      <a:lnTo>
                        <a:pt x="263366" y="182880"/>
                      </a:lnTo>
                      <a:lnTo>
                        <a:pt x="263366" y="183833"/>
                      </a:lnTo>
                      <a:lnTo>
                        <a:pt x="232886" y="238125"/>
                      </a:lnTo>
                      <a:cubicBezTo>
                        <a:pt x="230982" y="240983"/>
                        <a:pt x="228124" y="242888"/>
                        <a:pt x="224314" y="242888"/>
                      </a:cubicBezTo>
                      <a:lnTo>
                        <a:pt x="138589" y="242888"/>
                      </a:lnTo>
                      <a:cubicBezTo>
                        <a:pt x="134779" y="242888"/>
                        <a:pt x="131921" y="240983"/>
                        <a:pt x="130016" y="238125"/>
                      </a:cubicBezTo>
                      <a:lnTo>
                        <a:pt x="87154" y="163830"/>
                      </a:lnTo>
                      <a:cubicBezTo>
                        <a:pt x="85249" y="160972"/>
                        <a:pt x="85249" y="157163"/>
                        <a:pt x="87154" y="153353"/>
                      </a:cubicBezTo>
                      <a:lnTo>
                        <a:pt x="130969" y="77153"/>
                      </a:lnTo>
                      <a:cubicBezTo>
                        <a:pt x="132874" y="74295"/>
                        <a:pt x="135732" y="72390"/>
                        <a:pt x="139541" y="72390"/>
                      </a:cubicBezTo>
                      <a:lnTo>
                        <a:pt x="224314" y="72390"/>
                      </a:lnTo>
                      <a:cubicBezTo>
                        <a:pt x="228124" y="72390"/>
                        <a:pt x="230982" y="74295"/>
                        <a:pt x="232886" y="77153"/>
                      </a:cubicBezTo>
                      <a:lnTo>
                        <a:pt x="299561" y="194310"/>
                      </a:lnTo>
                      <a:cubicBezTo>
                        <a:pt x="301466" y="197168"/>
                        <a:pt x="301466" y="200978"/>
                        <a:pt x="299561" y="203835"/>
                      </a:cubicBezTo>
                      <a:lnTo>
                        <a:pt x="256699" y="280035"/>
                      </a:lnTo>
                      <a:cubicBezTo>
                        <a:pt x="254794" y="282893"/>
                        <a:pt x="251936" y="284797"/>
                        <a:pt x="248127" y="284797"/>
                      </a:cubicBezTo>
                      <a:lnTo>
                        <a:pt x="112871" y="284797"/>
                      </a:lnTo>
                      <a:cubicBezTo>
                        <a:pt x="109061" y="284797"/>
                        <a:pt x="106204" y="282893"/>
                        <a:pt x="104299" y="280035"/>
                      </a:cubicBezTo>
                      <a:lnTo>
                        <a:pt x="35719" y="162878"/>
                      </a:lnTo>
                      <a:cubicBezTo>
                        <a:pt x="33814" y="160020"/>
                        <a:pt x="33814" y="156210"/>
                        <a:pt x="35719" y="152400"/>
                      </a:cubicBezTo>
                      <a:lnTo>
                        <a:pt x="105252" y="32385"/>
                      </a:lnTo>
                      <a:cubicBezTo>
                        <a:pt x="107157" y="29528"/>
                        <a:pt x="110014" y="27622"/>
                        <a:pt x="113824" y="27622"/>
                      </a:cubicBezTo>
                      <a:lnTo>
                        <a:pt x="247174" y="27622"/>
                      </a:lnTo>
                      <a:cubicBezTo>
                        <a:pt x="250984" y="27622"/>
                        <a:pt x="253841" y="29528"/>
                        <a:pt x="255746" y="32385"/>
                      </a:cubicBezTo>
                      <a:lnTo>
                        <a:pt x="309086" y="127635"/>
                      </a:lnTo>
                      <a:lnTo>
                        <a:pt x="309086" y="127635"/>
                      </a:lnTo>
                      <a:lnTo>
                        <a:pt x="317659" y="142875"/>
                      </a:lnTo>
                      <a:lnTo>
                        <a:pt x="334804" y="113347"/>
                      </a:lnTo>
                      <a:lnTo>
                        <a:pt x="334804" y="113347"/>
                      </a:lnTo>
                      <a:lnTo>
                        <a:pt x="331946" y="108585"/>
                      </a:lnTo>
                      <a:lnTo>
                        <a:pt x="331946" y="108585"/>
                      </a:lnTo>
                      <a:lnTo>
                        <a:pt x="324327" y="94297"/>
                      </a:lnTo>
                      <a:lnTo>
                        <a:pt x="321469" y="88583"/>
                      </a:lnTo>
                      <a:lnTo>
                        <a:pt x="321469" y="88583"/>
                      </a:lnTo>
                      <a:lnTo>
                        <a:pt x="273844" y="4763"/>
                      </a:lnTo>
                      <a:cubicBezTo>
                        <a:pt x="271939" y="1905"/>
                        <a:pt x="269082" y="0"/>
                        <a:pt x="265271" y="0"/>
                      </a:cubicBezTo>
                      <a:lnTo>
                        <a:pt x="96679" y="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5CB7F468-5021-4426-BD4A-9F85111022C2}"/>
                    </a:ext>
                  </a:extLst>
                </p:cNvPr>
                <p:cNvSpPr/>
                <p:nvPr/>
              </p:nvSpPr>
              <p:spPr>
                <a:xfrm>
                  <a:off x="4686945" y="11525648"/>
                  <a:ext cx="44767" cy="107632"/>
                </a:xfrm>
                <a:custGeom>
                  <a:avLst/>
                  <a:gdLst>
                    <a:gd name="connsiteX0" fmla="*/ 17145 w 44767"/>
                    <a:gd name="connsiteY0" fmla="*/ 47625 h 107632"/>
                    <a:gd name="connsiteX1" fmla="*/ 39053 w 44767"/>
                    <a:gd name="connsiteY1" fmla="*/ 47625 h 107632"/>
                    <a:gd name="connsiteX2" fmla="*/ 39053 w 44767"/>
                    <a:gd name="connsiteY2" fmla="*/ 62865 h 107632"/>
                    <a:gd name="connsiteX3" fmla="*/ 17145 w 44767"/>
                    <a:gd name="connsiteY3" fmla="*/ 62865 h 107632"/>
                    <a:gd name="connsiteX4" fmla="*/ 17145 w 44767"/>
                    <a:gd name="connsiteY4" fmla="*/ 107633 h 107632"/>
                    <a:gd name="connsiteX5" fmla="*/ 0 w 44767"/>
                    <a:gd name="connsiteY5" fmla="*/ 107633 h 107632"/>
                    <a:gd name="connsiteX6" fmla="*/ 0 w 44767"/>
                    <a:gd name="connsiteY6" fmla="*/ 0 h 107632"/>
                    <a:gd name="connsiteX7" fmla="*/ 44768 w 44767"/>
                    <a:gd name="connsiteY7" fmla="*/ 0 h 107632"/>
                    <a:gd name="connsiteX8" fmla="*/ 44768 w 44767"/>
                    <a:gd name="connsiteY8" fmla="*/ 15240 h 107632"/>
                    <a:gd name="connsiteX9" fmla="*/ 17145 w 44767"/>
                    <a:gd name="connsiteY9" fmla="*/ 1524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4767" h="107632">
                      <a:moveTo>
                        <a:pt x="17145" y="47625"/>
                      </a:moveTo>
                      <a:lnTo>
                        <a:pt x="39053" y="47625"/>
                      </a:lnTo>
                      <a:lnTo>
                        <a:pt x="39053" y="62865"/>
                      </a:lnTo>
                      <a:lnTo>
                        <a:pt x="17145" y="62865"/>
                      </a:lnTo>
                      <a:lnTo>
                        <a:pt x="17145" y="107633"/>
                      </a:lnTo>
                      <a:lnTo>
                        <a:pt x="0" y="107633"/>
                      </a:lnTo>
                      <a:lnTo>
                        <a:pt x="0" y="0"/>
                      </a:lnTo>
                      <a:lnTo>
                        <a:pt x="44768" y="0"/>
                      </a:lnTo>
                      <a:lnTo>
                        <a:pt x="44768" y="15240"/>
                      </a:lnTo>
                      <a:lnTo>
                        <a:pt x="17145" y="1524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5550326E-134D-4ABC-83B9-D1011CA97789}"/>
                    </a:ext>
                  </a:extLst>
                </p:cNvPr>
                <p:cNvSpPr/>
                <p:nvPr/>
              </p:nvSpPr>
              <p:spPr>
                <a:xfrm>
                  <a:off x="4739332" y="11525648"/>
                  <a:ext cx="51435" cy="108585"/>
                </a:xfrm>
                <a:custGeom>
                  <a:avLst/>
                  <a:gdLst>
                    <a:gd name="connsiteX0" fmla="*/ 16193 w 51435"/>
                    <a:gd name="connsiteY0" fmla="*/ 0 h 108585"/>
                    <a:gd name="connsiteX1" fmla="*/ 16193 w 51435"/>
                    <a:gd name="connsiteY1" fmla="*/ 82868 h 108585"/>
                    <a:gd name="connsiteX2" fmla="*/ 19050 w 51435"/>
                    <a:gd name="connsiteY2" fmla="*/ 91440 h 108585"/>
                    <a:gd name="connsiteX3" fmla="*/ 25718 w 51435"/>
                    <a:gd name="connsiteY3" fmla="*/ 93345 h 108585"/>
                    <a:gd name="connsiteX4" fmla="*/ 32385 w 51435"/>
                    <a:gd name="connsiteY4" fmla="*/ 91440 h 108585"/>
                    <a:gd name="connsiteX5" fmla="*/ 35243 w 51435"/>
                    <a:gd name="connsiteY5" fmla="*/ 82868 h 108585"/>
                    <a:gd name="connsiteX6" fmla="*/ 35243 w 51435"/>
                    <a:gd name="connsiteY6" fmla="*/ 0 h 108585"/>
                    <a:gd name="connsiteX7" fmla="*/ 51435 w 51435"/>
                    <a:gd name="connsiteY7" fmla="*/ 0 h 108585"/>
                    <a:gd name="connsiteX8" fmla="*/ 51435 w 51435"/>
                    <a:gd name="connsiteY8" fmla="*/ 81915 h 108585"/>
                    <a:gd name="connsiteX9" fmla="*/ 44768 w 51435"/>
                    <a:gd name="connsiteY9" fmla="*/ 101918 h 108585"/>
                    <a:gd name="connsiteX10" fmla="*/ 25718 w 51435"/>
                    <a:gd name="connsiteY10" fmla="*/ 108585 h 108585"/>
                    <a:gd name="connsiteX11" fmla="*/ 6668 w 51435"/>
                    <a:gd name="connsiteY11" fmla="*/ 101918 h 108585"/>
                    <a:gd name="connsiteX12" fmla="*/ 0 w 51435"/>
                    <a:gd name="connsiteY12" fmla="*/ 81915 h 108585"/>
                    <a:gd name="connsiteX13" fmla="*/ 0 w 51435"/>
                    <a:gd name="connsiteY13" fmla="*/ 0 h 108585"/>
                    <a:gd name="connsiteX14" fmla="*/ 16193 w 51435"/>
                    <a:gd name="connsiteY14" fmla="*/ 0 h 108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435" h="108585">
                      <a:moveTo>
                        <a:pt x="16193" y="0"/>
                      </a:moveTo>
                      <a:lnTo>
                        <a:pt x="16193" y="82868"/>
                      </a:lnTo>
                      <a:cubicBezTo>
                        <a:pt x="16193" y="86678"/>
                        <a:pt x="17145" y="89535"/>
                        <a:pt x="19050" y="91440"/>
                      </a:cubicBezTo>
                      <a:cubicBezTo>
                        <a:pt x="20955" y="93345"/>
                        <a:pt x="22860" y="93345"/>
                        <a:pt x="25718" y="93345"/>
                      </a:cubicBezTo>
                      <a:cubicBezTo>
                        <a:pt x="28575" y="93345"/>
                        <a:pt x="30480" y="92393"/>
                        <a:pt x="32385" y="91440"/>
                      </a:cubicBezTo>
                      <a:cubicBezTo>
                        <a:pt x="34290" y="89535"/>
                        <a:pt x="35243" y="87630"/>
                        <a:pt x="35243" y="82868"/>
                      </a:cubicBezTo>
                      <a:lnTo>
                        <a:pt x="35243" y="0"/>
                      </a:lnTo>
                      <a:lnTo>
                        <a:pt x="51435" y="0"/>
                      </a:lnTo>
                      <a:lnTo>
                        <a:pt x="51435" y="81915"/>
                      </a:lnTo>
                      <a:cubicBezTo>
                        <a:pt x="51435" y="90488"/>
                        <a:pt x="49530" y="97155"/>
                        <a:pt x="44768" y="101918"/>
                      </a:cubicBezTo>
                      <a:cubicBezTo>
                        <a:pt x="40958" y="106680"/>
                        <a:pt x="34290" y="108585"/>
                        <a:pt x="25718" y="108585"/>
                      </a:cubicBezTo>
                      <a:cubicBezTo>
                        <a:pt x="17145" y="108585"/>
                        <a:pt x="11430" y="106680"/>
                        <a:pt x="6668" y="101918"/>
                      </a:cubicBezTo>
                      <a:cubicBezTo>
                        <a:pt x="2858" y="97155"/>
                        <a:pt x="0" y="90488"/>
                        <a:pt x="0" y="81915"/>
                      </a:cubicBezTo>
                      <a:lnTo>
                        <a:pt x="0" y="0"/>
                      </a:lnTo>
                      <a:lnTo>
                        <a:pt x="16193" y="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A5ACA959-006D-44B6-921F-4BA5ABD0FEE2}"/>
                    </a:ext>
                  </a:extLst>
                </p:cNvPr>
                <p:cNvSpPr/>
                <p:nvPr/>
              </p:nvSpPr>
              <p:spPr>
                <a:xfrm>
                  <a:off x="4801245" y="11525648"/>
                  <a:ext cx="53340" cy="107632"/>
                </a:xfrm>
                <a:custGeom>
                  <a:avLst/>
                  <a:gdLst>
                    <a:gd name="connsiteX0" fmla="*/ 15240 w 53340"/>
                    <a:gd name="connsiteY0" fmla="*/ 29528 h 107632"/>
                    <a:gd name="connsiteX1" fmla="*/ 15240 w 53340"/>
                    <a:gd name="connsiteY1" fmla="*/ 107633 h 107632"/>
                    <a:gd name="connsiteX2" fmla="*/ 0 w 53340"/>
                    <a:gd name="connsiteY2" fmla="*/ 107633 h 107632"/>
                    <a:gd name="connsiteX3" fmla="*/ 0 w 53340"/>
                    <a:gd name="connsiteY3" fmla="*/ 0 h 107632"/>
                    <a:gd name="connsiteX4" fmla="*/ 20955 w 53340"/>
                    <a:gd name="connsiteY4" fmla="*/ 0 h 107632"/>
                    <a:gd name="connsiteX5" fmla="*/ 38100 w 53340"/>
                    <a:gd name="connsiteY5" fmla="*/ 64770 h 107632"/>
                    <a:gd name="connsiteX6" fmla="*/ 38100 w 53340"/>
                    <a:gd name="connsiteY6" fmla="*/ 0 h 107632"/>
                    <a:gd name="connsiteX7" fmla="*/ 53340 w 53340"/>
                    <a:gd name="connsiteY7" fmla="*/ 0 h 107632"/>
                    <a:gd name="connsiteX8" fmla="*/ 53340 w 53340"/>
                    <a:gd name="connsiteY8" fmla="*/ 107633 h 107632"/>
                    <a:gd name="connsiteX9" fmla="*/ 36195 w 53340"/>
                    <a:gd name="connsiteY9" fmla="*/ 107633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3340" h="107632">
                      <a:moveTo>
                        <a:pt x="15240" y="29528"/>
                      </a:moveTo>
                      <a:lnTo>
                        <a:pt x="15240" y="107633"/>
                      </a:lnTo>
                      <a:lnTo>
                        <a:pt x="0" y="107633"/>
                      </a:lnTo>
                      <a:lnTo>
                        <a:pt x="0" y="0"/>
                      </a:lnTo>
                      <a:lnTo>
                        <a:pt x="20955" y="0"/>
                      </a:lnTo>
                      <a:lnTo>
                        <a:pt x="38100" y="64770"/>
                      </a:lnTo>
                      <a:lnTo>
                        <a:pt x="38100" y="0"/>
                      </a:lnTo>
                      <a:lnTo>
                        <a:pt x="53340" y="0"/>
                      </a:lnTo>
                      <a:lnTo>
                        <a:pt x="53340" y="107633"/>
                      </a:lnTo>
                      <a:lnTo>
                        <a:pt x="36195" y="107633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950F9E0F-9DB0-42C8-BB57-E31B399E9FDD}"/>
                    </a:ext>
                  </a:extLst>
                </p:cNvPr>
                <p:cNvSpPr/>
                <p:nvPr/>
              </p:nvSpPr>
              <p:spPr>
                <a:xfrm>
                  <a:off x="4866968" y="11525648"/>
                  <a:ext cx="52387" cy="107632"/>
                </a:xfrm>
                <a:custGeom>
                  <a:avLst/>
                  <a:gdLst>
                    <a:gd name="connsiteX0" fmla="*/ 17145 w 52387"/>
                    <a:gd name="connsiteY0" fmla="*/ 15240 h 107632"/>
                    <a:gd name="connsiteX1" fmla="*/ 17145 w 52387"/>
                    <a:gd name="connsiteY1" fmla="*/ 92393 h 107632"/>
                    <a:gd name="connsiteX2" fmla="*/ 26670 w 52387"/>
                    <a:gd name="connsiteY2" fmla="*/ 92393 h 107632"/>
                    <a:gd name="connsiteX3" fmla="*/ 33338 w 52387"/>
                    <a:gd name="connsiteY3" fmla="*/ 90488 h 107632"/>
                    <a:gd name="connsiteX4" fmla="*/ 35243 w 52387"/>
                    <a:gd name="connsiteY4" fmla="*/ 81915 h 107632"/>
                    <a:gd name="connsiteX5" fmla="*/ 35243 w 52387"/>
                    <a:gd name="connsiteY5" fmla="*/ 25718 h 107632"/>
                    <a:gd name="connsiteX6" fmla="*/ 33338 w 52387"/>
                    <a:gd name="connsiteY6" fmla="*/ 17145 h 107632"/>
                    <a:gd name="connsiteX7" fmla="*/ 26670 w 52387"/>
                    <a:gd name="connsiteY7" fmla="*/ 15240 h 107632"/>
                    <a:gd name="connsiteX8" fmla="*/ 17145 w 52387"/>
                    <a:gd name="connsiteY8" fmla="*/ 15240 h 107632"/>
                    <a:gd name="connsiteX9" fmla="*/ 0 w 52387"/>
                    <a:gd name="connsiteY9" fmla="*/ 0 h 107632"/>
                    <a:gd name="connsiteX10" fmla="*/ 26670 w 52387"/>
                    <a:gd name="connsiteY10" fmla="*/ 0 h 107632"/>
                    <a:gd name="connsiteX11" fmla="*/ 45720 w 52387"/>
                    <a:gd name="connsiteY11" fmla="*/ 6668 h 107632"/>
                    <a:gd name="connsiteX12" fmla="*/ 52388 w 52387"/>
                    <a:gd name="connsiteY12" fmla="*/ 26670 h 107632"/>
                    <a:gd name="connsiteX13" fmla="*/ 52388 w 52387"/>
                    <a:gd name="connsiteY13" fmla="*/ 80963 h 107632"/>
                    <a:gd name="connsiteX14" fmla="*/ 45720 w 52387"/>
                    <a:gd name="connsiteY14" fmla="*/ 100965 h 107632"/>
                    <a:gd name="connsiteX15" fmla="*/ 26670 w 52387"/>
                    <a:gd name="connsiteY15" fmla="*/ 107633 h 107632"/>
                    <a:gd name="connsiteX16" fmla="*/ 0 w 52387"/>
                    <a:gd name="connsiteY16" fmla="*/ 107633 h 107632"/>
                    <a:gd name="connsiteX17" fmla="*/ 0 w 52387"/>
                    <a:gd name="connsiteY17" fmla="*/ 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2387" h="107632">
                      <a:moveTo>
                        <a:pt x="17145" y="15240"/>
                      </a:moveTo>
                      <a:lnTo>
                        <a:pt x="17145" y="92393"/>
                      </a:lnTo>
                      <a:lnTo>
                        <a:pt x="26670" y="92393"/>
                      </a:lnTo>
                      <a:cubicBezTo>
                        <a:pt x="29527" y="92393"/>
                        <a:pt x="31432" y="91440"/>
                        <a:pt x="33338" y="90488"/>
                      </a:cubicBezTo>
                      <a:cubicBezTo>
                        <a:pt x="35243" y="88583"/>
                        <a:pt x="35243" y="86678"/>
                        <a:pt x="35243" y="81915"/>
                      </a:cubicBezTo>
                      <a:lnTo>
                        <a:pt x="35243" y="25718"/>
                      </a:lnTo>
                      <a:cubicBezTo>
                        <a:pt x="35243" y="21908"/>
                        <a:pt x="34290" y="19050"/>
                        <a:pt x="33338" y="17145"/>
                      </a:cubicBezTo>
                      <a:cubicBezTo>
                        <a:pt x="31432" y="15240"/>
                        <a:pt x="29527" y="15240"/>
                        <a:pt x="26670" y="15240"/>
                      </a:cubicBezTo>
                      <a:lnTo>
                        <a:pt x="17145" y="15240"/>
                      </a:lnTo>
                      <a:close/>
                      <a:moveTo>
                        <a:pt x="0" y="0"/>
                      </a:moveTo>
                      <a:lnTo>
                        <a:pt x="26670" y="0"/>
                      </a:lnTo>
                      <a:cubicBezTo>
                        <a:pt x="35243" y="0"/>
                        <a:pt x="41910" y="1905"/>
                        <a:pt x="45720" y="6668"/>
                      </a:cubicBezTo>
                      <a:cubicBezTo>
                        <a:pt x="49530" y="11430"/>
                        <a:pt x="52388" y="18098"/>
                        <a:pt x="52388" y="26670"/>
                      </a:cubicBezTo>
                      <a:lnTo>
                        <a:pt x="52388" y="80963"/>
                      </a:lnTo>
                      <a:cubicBezTo>
                        <a:pt x="52388" y="89535"/>
                        <a:pt x="50482" y="96203"/>
                        <a:pt x="45720" y="100965"/>
                      </a:cubicBezTo>
                      <a:cubicBezTo>
                        <a:pt x="41910" y="105728"/>
                        <a:pt x="35243" y="107633"/>
                        <a:pt x="26670" y="107633"/>
                      </a:cubicBezTo>
                      <a:lnTo>
                        <a:pt x="0" y="1076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1DE51943-FED8-4699-B689-8612754EC3C2}"/>
                    </a:ext>
                  </a:extLst>
                </p:cNvPr>
                <p:cNvSpPr/>
                <p:nvPr/>
              </p:nvSpPr>
              <p:spPr>
                <a:xfrm>
                  <a:off x="4925070" y="11525648"/>
                  <a:ext cx="59055" cy="107632"/>
                </a:xfrm>
                <a:custGeom>
                  <a:avLst/>
                  <a:gdLst>
                    <a:gd name="connsiteX0" fmla="*/ 20955 w 59055"/>
                    <a:gd name="connsiteY0" fmla="*/ 73343 h 107632"/>
                    <a:gd name="connsiteX1" fmla="*/ 37148 w 59055"/>
                    <a:gd name="connsiteY1" fmla="*/ 73343 h 107632"/>
                    <a:gd name="connsiteX2" fmla="*/ 28575 w 59055"/>
                    <a:gd name="connsiteY2" fmla="*/ 19050 h 107632"/>
                    <a:gd name="connsiteX3" fmla="*/ 20955 w 59055"/>
                    <a:gd name="connsiteY3" fmla="*/ 73343 h 107632"/>
                    <a:gd name="connsiteX4" fmla="*/ 59055 w 59055"/>
                    <a:gd name="connsiteY4" fmla="*/ 107633 h 107632"/>
                    <a:gd name="connsiteX5" fmla="*/ 41910 w 59055"/>
                    <a:gd name="connsiteY5" fmla="*/ 107633 h 107632"/>
                    <a:gd name="connsiteX6" fmla="*/ 39053 w 59055"/>
                    <a:gd name="connsiteY6" fmla="*/ 87630 h 107632"/>
                    <a:gd name="connsiteX7" fmla="*/ 18098 w 59055"/>
                    <a:gd name="connsiteY7" fmla="*/ 87630 h 107632"/>
                    <a:gd name="connsiteX8" fmla="*/ 15240 w 59055"/>
                    <a:gd name="connsiteY8" fmla="*/ 107633 h 107632"/>
                    <a:gd name="connsiteX9" fmla="*/ 0 w 59055"/>
                    <a:gd name="connsiteY9" fmla="*/ 107633 h 107632"/>
                    <a:gd name="connsiteX10" fmla="*/ 17145 w 59055"/>
                    <a:gd name="connsiteY10" fmla="*/ 0 h 107632"/>
                    <a:gd name="connsiteX11" fmla="*/ 41910 w 59055"/>
                    <a:gd name="connsiteY11" fmla="*/ 0 h 107632"/>
                    <a:gd name="connsiteX12" fmla="*/ 59055 w 59055"/>
                    <a:gd name="connsiteY12" fmla="*/ 107633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9055" h="107632">
                      <a:moveTo>
                        <a:pt x="20955" y="73343"/>
                      </a:moveTo>
                      <a:lnTo>
                        <a:pt x="37148" y="73343"/>
                      </a:lnTo>
                      <a:lnTo>
                        <a:pt x="28575" y="19050"/>
                      </a:lnTo>
                      <a:lnTo>
                        <a:pt x="20955" y="73343"/>
                      </a:lnTo>
                      <a:close/>
                      <a:moveTo>
                        <a:pt x="59055" y="107633"/>
                      </a:moveTo>
                      <a:lnTo>
                        <a:pt x="41910" y="107633"/>
                      </a:lnTo>
                      <a:lnTo>
                        <a:pt x="39053" y="87630"/>
                      </a:lnTo>
                      <a:lnTo>
                        <a:pt x="18098" y="87630"/>
                      </a:lnTo>
                      <a:lnTo>
                        <a:pt x="15240" y="107633"/>
                      </a:lnTo>
                      <a:lnTo>
                        <a:pt x="0" y="107633"/>
                      </a:lnTo>
                      <a:lnTo>
                        <a:pt x="17145" y="0"/>
                      </a:lnTo>
                      <a:lnTo>
                        <a:pt x="41910" y="0"/>
                      </a:lnTo>
                      <a:lnTo>
                        <a:pt x="59055" y="107633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BA95D7B-795E-4011-BCC2-2B42EC3B62A4}"/>
                    </a:ext>
                  </a:extLst>
                </p:cNvPr>
                <p:cNvSpPr/>
                <p:nvPr/>
              </p:nvSpPr>
              <p:spPr>
                <a:xfrm>
                  <a:off x="4989840" y="11524696"/>
                  <a:ext cx="51434" cy="109537"/>
                </a:xfrm>
                <a:custGeom>
                  <a:avLst/>
                  <a:gdLst>
                    <a:gd name="connsiteX0" fmla="*/ 51435 w 51434"/>
                    <a:gd name="connsiteY0" fmla="*/ 68580 h 109537"/>
                    <a:gd name="connsiteX1" fmla="*/ 51435 w 51434"/>
                    <a:gd name="connsiteY1" fmla="*/ 82867 h 109537"/>
                    <a:gd name="connsiteX2" fmla="*/ 44767 w 51434"/>
                    <a:gd name="connsiteY2" fmla="*/ 102870 h 109537"/>
                    <a:gd name="connsiteX3" fmla="*/ 25717 w 51434"/>
                    <a:gd name="connsiteY3" fmla="*/ 109538 h 109537"/>
                    <a:gd name="connsiteX4" fmla="*/ 6667 w 51434"/>
                    <a:gd name="connsiteY4" fmla="*/ 102870 h 109537"/>
                    <a:gd name="connsiteX5" fmla="*/ 0 w 51434"/>
                    <a:gd name="connsiteY5" fmla="*/ 82867 h 109537"/>
                    <a:gd name="connsiteX6" fmla="*/ 0 w 51434"/>
                    <a:gd name="connsiteY6" fmla="*/ 26670 h 109537"/>
                    <a:gd name="connsiteX7" fmla="*/ 6667 w 51434"/>
                    <a:gd name="connsiteY7" fmla="*/ 6667 h 109537"/>
                    <a:gd name="connsiteX8" fmla="*/ 25717 w 51434"/>
                    <a:gd name="connsiteY8" fmla="*/ 0 h 109537"/>
                    <a:gd name="connsiteX9" fmla="*/ 44767 w 51434"/>
                    <a:gd name="connsiteY9" fmla="*/ 6667 h 109537"/>
                    <a:gd name="connsiteX10" fmla="*/ 51435 w 51434"/>
                    <a:gd name="connsiteY10" fmla="*/ 26670 h 109537"/>
                    <a:gd name="connsiteX11" fmla="*/ 51435 w 51434"/>
                    <a:gd name="connsiteY11" fmla="*/ 37147 h 109537"/>
                    <a:gd name="connsiteX12" fmla="*/ 35242 w 51434"/>
                    <a:gd name="connsiteY12" fmla="*/ 37147 h 109537"/>
                    <a:gd name="connsiteX13" fmla="*/ 35242 w 51434"/>
                    <a:gd name="connsiteY13" fmla="*/ 25717 h 109537"/>
                    <a:gd name="connsiteX14" fmla="*/ 32385 w 51434"/>
                    <a:gd name="connsiteY14" fmla="*/ 17145 h 109537"/>
                    <a:gd name="connsiteX15" fmla="*/ 25717 w 51434"/>
                    <a:gd name="connsiteY15" fmla="*/ 14288 h 109537"/>
                    <a:gd name="connsiteX16" fmla="*/ 19050 w 51434"/>
                    <a:gd name="connsiteY16" fmla="*/ 17145 h 109537"/>
                    <a:gd name="connsiteX17" fmla="*/ 16192 w 51434"/>
                    <a:gd name="connsiteY17" fmla="*/ 25717 h 109537"/>
                    <a:gd name="connsiteX18" fmla="*/ 16192 w 51434"/>
                    <a:gd name="connsiteY18" fmla="*/ 83820 h 109537"/>
                    <a:gd name="connsiteX19" fmla="*/ 19050 w 51434"/>
                    <a:gd name="connsiteY19" fmla="*/ 92392 h 109537"/>
                    <a:gd name="connsiteX20" fmla="*/ 25717 w 51434"/>
                    <a:gd name="connsiteY20" fmla="*/ 94297 h 109537"/>
                    <a:gd name="connsiteX21" fmla="*/ 32385 w 51434"/>
                    <a:gd name="connsiteY21" fmla="*/ 92392 h 109537"/>
                    <a:gd name="connsiteX22" fmla="*/ 35242 w 51434"/>
                    <a:gd name="connsiteY22" fmla="*/ 83820 h 109537"/>
                    <a:gd name="connsiteX23" fmla="*/ 35242 w 51434"/>
                    <a:gd name="connsiteY23" fmla="*/ 68580 h 109537"/>
                    <a:gd name="connsiteX24" fmla="*/ 51435 w 51434"/>
                    <a:gd name="connsiteY24" fmla="*/ 6858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1434" h="109537">
                      <a:moveTo>
                        <a:pt x="51435" y="68580"/>
                      </a:moveTo>
                      <a:lnTo>
                        <a:pt x="51435" y="82867"/>
                      </a:lnTo>
                      <a:cubicBezTo>
                        <a:pt x="51435" y="91440"/>
                        <a:pt x="49530" y="98107"/>
                        <a:pt x="44767" y="102870"/>
                      </a:cubicBezTo>
                      <a:cubicBezTo>
                        <a:pt x="40957" y="107632"/>
                        <a:pt x="34290" y="109538"/>
                        <a:pt x="25717" y="109538"/>
                      </a:cubicBezTo>
                      <a:cubicBezTo>
                        <a:pt x="17145" y="109538"/>
                        <a:pt x="11430" y="107632"/>
                        <a:pt x="6667" y="102870"/>
                      </a:cubicBezTo>
                      <a:cubicBezTo>
                        <a:pt x="2857" y="98107"/>
                        <a:pt x="0" y="91440"/>
                        <a:pt x="0" y="82867"/>
                      </a:cubicBezTo>
                      <a:lnTo>
                        <a:pt x="0" y="26670"/>
                      </a:lnTo>
                      <a:cubicBezTo>
                        <a:pt x="0" y="18097"/>
                        <a:pt x="1905" y="11430"/>
                        <a:pt x="6667" y="6667"/>
                      </a:cubicBezTo>
                      <a:cubicBezTo>
                        <a:pt x="10477" y="1905"/>
                        <a:pt x="17145" y="0"/>
                        <a:pt x="25717" y="0"/>
                      </a:cubicBezTo>
                      <a:cubicBezTo>
                        <a:pt x="34290" y="0"/>
                        <a:pt x="40005" y="1905"/>
                        <a:pt x="44767" y="6667"/>
                      </a:cubicBezTo>
                      <a:cubicBezTo>
                        <a:pt x="48577" y="11430"/>
                        <a:pt x="51435" y="18097"/>
                        <a:pt x="51435" y="26670"/>
                      </a:cubicBezTo>
                      <a:lnTo>
                        <a:pt x="51435" y="37147"/>
                      </a:lnTo>
                      <a:lnTo>
                        <a:pt x="35242" y="37147"/>
                      </a:lnTo>
                      <a:lnTo>
                        <a:pt x="35242" y="25717"/>
                      </a:lnTo>
                      <a:cubicBezTo>
                        <a:pt x="35242" y="21907"/>
                        <a:pt x="34290" y="19050"/>
                        <a:pt x="32385" y="17145"/>
                      </a:cubicBezTo>
                      <a:cubicBezTo>
                        <a:pt x="30480" y="15240"/>
                        <a:pt x="28575" y="14288"/>
                        <a:pt x="25717" y="14288"/>
                      </a:cubicBezTo>
                      <a:cubicBezTo>
                        <a:pt x="22860" y="14288"/>
                        <a:pt x="20955" y="15240"/>
                        <a:pt x="19050" y="17145"/>
                      </a:cubicBezTo>
                      <a:cubicBezTo>
                        <a:pt x="17145" y="19050"/>
                        <a:pt x="16192" y="21907"/>
                        <a:pt x="16192" y="25717"/>
                      </a:cubicBezTo>
                      <a:lnTo>
                        <a:pt x="16192" y="83820"/>
                      </a:lnTo>
                      <a:cubicBezTo>
                        <a:pt x="16192" y="87630"/>
                        <a:pt x="17145" y="90488"/>
                        <a:pt x="19050" y="92392"/>
                      </a:cubicBezTo>
                      <a:cubicBezTo>
                        <a:pt x="20955" y="94297"/>
                        <a:pt x="22860" y="94297"/>
                        <a:pt x="25717" y="94297"/>
                      </a:cubicBezTo>
                      <a:cubicBezTo>
                        <a:pt x="28575" y="94297"/>
                        <a:pt x="30480" y="93345"/>
                        <a:pt x="32385" y="92392"/>
                      </a:cubicBezTo>
                      <a:cubicBezTo>
                        <a:pt x="34290" y="90488"/>
                        <a:pt x="35242" y="88582"/>
                        <a:pt x="35242" y="83820"/>
                      </a:cubicBezTo>
                      <a:lnTo>
                        <a:pt x="35242" y="68580"/>
                      </a:lnTo>
                      <a:lnTo>
                        <a:pt x="51435" y="6858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56BDD02B-145F-4CA7-8AAF-593C462C1FB6}"/>
                    </a:ext>
                  </a:extLst>
                </p:cNvPr>
                <p:cNvSpPr/>
                <p:nvPr/>
              </p:nvSpPr>
              <p:spPr>
                <a:xfrm>
                  <a:off x="5051753" y="11525648"/>
                  <a:ext cx="17144" cy="107632"/>
                </a:xfrm>
                <a:custGeom>
                  <a:avLst/>
                  <a:gdLst>
                    <a:gd name="connsiteX0" fmla="*/ 0 w 17144"/>
                    <a:gd name="connsiteY0" fmla="*/ 0 h 107632"/>
                    <a:gd name="connsiteX1" fmla="*/ 17145 w 17144"/>
                    <a:gd name="connsiteY1" fmla="*/ 0 h 107632"/>
                    <a:gd name="connsiteX2" fmla="*/ 17145 w 17144"/>
                    <a:gd name="connsiteY2" fmla="*/ 107632 h 107632"/>
                    <a:gd name="connsiteX3" fmla="*/ 0 w 17144"/>
                    <a:gd name="connsiteY3" fmla="*/ 107632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44" h="107632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107632"/>
                      </a:lnTo>
                      <a:lnTo>
                        <a:pt x="0" y="107632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8141511E-1EE6-4748-A3A0-825BC14A3773}"/>
                    </a:ext>
                  </a:extLst>
                </p:cNvPr>
                <p:cNvSpPr/>
                <p:nvPr/>
              </p:nvSpPr>
              <p:spPr>
                <a:xfrm>
                  <a:off x="5079375" y="11502788"/>
                  <a:ext cx="51435" cy="131445"/>
                </a:xfrm>
                <a:custGeom>
                  <a:avLst/>
                  <a:gdLst>
                    <a:gd name="connsiteX0" fmla="*/ 17145 w 51435"/>
                    <a:gd name="connsiteY0" fmla="*/ 105728 h 131445"/>
                    <a:gd name="connsiteX1" fmla="*/ 20003 w 51435"/>
                    <a:gd name="connsiteY1" fmla="*/ 114300 h 131445"/>
                    <a:gd name="connsiteX2" fmla="*/ 26670 w 51435"/>
                    <a:gd name="connsiteY2" fmla="*/ 117158 h 131445"/>
                    <a:gd name="connsiteX3" fmla="*/ 33338 w 51435"/>
                    <a:gd name="connsiteY3" fmla="*/ 114300 h 131445"/>
                    <a:gd name="connsiteX4" fmla="*/ 36195 w 51435"/>
                    <a:gd name="connsiteY4" fmla="*/ 105728 h 131445"/>
                    <a:gd name="connsiteX5" fmla="*/ 36195 w 51435"/>
                    <a:gd name="connsiteY5" fmla="*/ 47625 h 131445"/>
                    <a:gd name="connsiteX6" fmla="*/ 33338 w 51435"/>
                    <a:gd name="connsiteY6" fmla="*/ 39053 h 131445"/>
                    <a:gd name="connsiteX7" fmla="*/ 26670 w 51435"/>
                    <a:gd name="connsiteY7" fmla="*/ 36195 h 131445"/>
                    <a:gd name="connsiteX8" fmla="*/ 20003 w 51435"/>
                    <a:gd name="connsiteY8" fmla="*/ 39053 h 131445"/>
                    <a:gd name="connsiteX9" fmla="*/ 17145 w 51435"/>
                    <a:gd name="connsiteY9" fmla="*/ 47625 h 131445"/>
                    <a:gd name="connsiteX10" fmla="*/ 17145 w 51435"/>
                    <a:gd name="connsiteY10" fmla="*/ 105728 h 131445"/>
                    <a:gd name="connsiteX11" fmla="*/ 43815 w 51435"/>
                    <a:gd name="connsiteY11" fmla="*/ 0 h 131445"/>
                    <a:gd name="connsiteX12" fmla="*/ 28575 w 51435"/>
                    <a:gd name="connsiteY12" fmla="*/ 17145 h 131445"/>
                    <a:gd name="connsiteX13" fmla="*/ 17145 w 51435"/>
                    <a:gd name="connsiteY13" fmla="*/ 17145 h 131445"/>
                    <a:gd name="connsiteX14" fmla="*/ 27623 w 51435"/>
                    <a:gd name="connsiteY14" fmla="*/ 0 h 131445"/>
                    <a:gd name="connsiteX15" fmla="*/ 43815 w 51435"/>
                    <a:gd name="connsiteY15" fmla="*/ 0 h 131445"/>
                    <a:gd name="connsiteX16" fmla="*/ 0 w 51435"/>
                    <a:gd name="connsiteY16" fmla="*/ 48578 h 131445"/>
                    <a:gd name="connsiteX17" fmla="*/ 6668 w 51435"/>
                    <a:gd name="connsiteY17" fmla="*/ 28575 h 131445"/>
                    <a:gd name="connsiteX18" fmla="*/ 25718 w 51435"/>
                    <a:gd name="connsiteY18" fmla="*/ 21908 h 131445"/>
                    <a:gd name="connsiteX19" fmla="*/ 44768 w 51435"/>
                    <a:gd name="connsiteY19" fmla="*/ 28575 h 131445"/>
                    <a:gd name="connsiteX20" fmla="*/ 51435 w 51435"/>
                    <a:gd name="connsiteY20" fmla="*/ 48578 h 131445"/>
                    <a:gd name="connsiteX21" fmla="*/ 51435 w 51435"/>
                    <a:gd name="connsiteY21" fmla="*/ 104775 h 131445"/>
                    <a:gd name="connsiteX22" fmla="*/ 44768 w 51435"/>
                    <a:gd name="connsiteY22" fmla="*/ 124778 h 131445"/>
                    <a:gd name="connsiteX23" fmla="*/ 25718 w 51435"/>
                    <a:gd name="connsiteY23" fmla="*/ 131445 h 131445"/>
                    <a:gd name="connsiteX24" fmla="*/ 6668 w 51435"/>
                    <a:gd name="connsiteY24" fmla="*/ 124778 h 131445"/>
                    <a:gd name="connsiteX25" fmla="*/ 0 w 51435"/>
                    <a:gd name="connsiteY25" fmla="*/ 104775 h 131445"/>
                    <a:gd name="connsiteX26" fmla="*/ 0 w 51435"/>
                    <a:gd name="connsiteY26" fmla="*/ 48578 h 131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" h="131445">
                      <a:moveTo>
                        <a:pt x="17145" y="105728"/>
                      </a:moveTo>
                      <a:cubicBezTo>
                        <a:pt x="17145" y="109538"/>
                        <a:pt x="18098" y="112395"/>
                        <a:pt x="20003" y="114300"/>
                      </a:cubicBezTo>
                      <a:cubicBezTo>
                        <a:pt x="21907" y="116205"/>
                        <a:pt x="23813" y="117158"/>
                        <a:pt x="26670" y="117158"/>
                      </a:cubicBezTo>
                      <a:cubicBezTo>
                        <a:pt x="29528" y="117158"/>
                        <a:pt x="31432" y="116205"/>
                        <a:pt x="33338" y="114300"/>
                      </a:cubicBezTo>
                      <a:cubicBezTo>
                        <a:pt x="35243" y="112395"/>
                        <a:pt x="36195" y="109538"/>
                        <a:pt x="36195" y="105728"/>
                      </a:cubicBezTo>
                      <a:lnTo>
                        <a:pt x="36195" y="47625"/>
                      </a:lnTo>
                      <a:cubicBezTo>
                        <a:pt x="36195" y="43815"/>
                        <a:pt x="35243" y="40958"/>
                        <a:pt x="33338" y="39053"/>
                      </a:cubicBezTo>
                      <a:cubicBezTo>
                        <a:pt x="31432" y="37147"/>
                        <a:pt x="29528" y="36195"/>
                        <a:pt x="26670" y="36195"/>
                      </a:cubicBezTo>
                      <a:cubicBezTo>
                        <a:pt x="23813" y="36195"/>
                        <a:pt x="21907" y="37147"/>
                        <a:pt x="20003" y="39053"/>
                      </a:cubicBezTo>
                      <a:cubicBezTo>
                        <a:pt x="18098" y="40958"/>
                        <a:pt x="17145" y="43815"/>
                        <a:pt x="17145" y="47625"/>
                      </a:cubicBezTo>
                      <a:lnTo>
                        <a:pt x="17145" y="105728"/>
                      </a:lnTo>
                      <a:close/>
                      <a:moveTo>
                        <a:pt x="43815" y="0"/>
                      </a:moveTo>
                      <a:lnTo>
                        <a:pt x="28575" y="17145"/>
                      </a:lnTo>
                      <a:lnTo>
                        <a:pt x="17145" y="17145"/>
                      </a:lnTo>
                      <a:lnTo>
                        <a:pt x="27623" y="0"/>
                      </a:lnTo>
                      <a:lnTo>
                        <a:pt x="43815" y="0"/>
                      </a:lnTo>
                      <a:close/>
                      <a:moveTo>
                        <a:pt x="0" y="48578"/>
                      </a:moveTo>
                      <a:cubicBezTo>
                        <a:pt x="0" y="40005"/>
                        <a:pt x="1905" y="33338"/>
                        <a:pt x="6668" y="28575"/>
                      </a:cubicBezTo>
                      <a:cubicBezTo>
                        <a:pt x="11430" y="23813"/>
                        <a:pt x="17145" y="21908"/>
                        <a:pt x="25718" y="21908"/>
                      </a:cubicBezTo>
                      <a:cubicBezTo>
                        <a:pt x="34290" y="21908"/>
                        <a:pt x="40005" y="23813"/>
                        <a:pt x="44768" y="28575"/>
                      </a:cubicBezTo>
                      <a:cubicBezTo>
                        <a:pt x="49530" y="33338"/>
                        <a:pt x="51435" y="40005"/>
                        <a:pt x="51435" y="48578"/>
                      </a:cubicBezTo>
                      <a:lnTo>
                        <a:pt x="51435" y="104775"/>
                      </a:lnTo>
                      <a:cubicBezTo>
                        <a:pt x="51435" y="113347"/>
                        <a:pt x="49530" y="120015"/>
                        <a:pt x="44768" y="124778"/>
                      </a:cubicBezTo>
                      <a:cubicBezTo>
                        <a:pt x="40005" y="129540"/>
                        <a:pt x="34290" y="131445"/>
                        <a:pt x="25718" y="131445"/>
                      </a:cubicBezTo>
                      <a:cubicBezTo>
                        <a:pt x="17145" y="131445"/>
                        <a:pt x="11430" y="129540"/>
                        <a:pt x="6668" y="124778"/>
                      </a:cubicBezTo>
                      <a:cubicBezTo>
                        <a:pt x="1905" y="120015"/>
                        <a:pt x="0" y="113347"/>
                        <a:pt x="0" y="104775"/>
                      </a:cubicBezTo>
                      <a:lnTo>
                        <a:pt x="0" y="48578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4521C836-F963-476B-A537-59122D6D5D67}"/>
                    </a:ext>
                  </a:extLst>
                </p:cNvPr>
                <p:cNvSpPr/>
                <p:nvPr/>
              </p:nvSpPr>
              <p:spPr>
                <a:xfrm>
                  <a:off x="5142240" y="11525648"/>
                  <a:ext cx="53339" cy="107632"/>
                </a:xfrm>
                <a:custGeom>
                  <a:avLst/>
                  <a:gdLst>
                    <a:gd name="connsiteX0" fmla="*/ 15240 w 53339"/>
                    <a:gd name="connsiteY0" fmla="*/ 29528 h 107632"/>
                    <a:gd name="connsiteX1" fmla="*/ 15240 w 53339"/>
                    <a:gd name="connsiteY1" fmla="*/ 107633 h 107632"/>
                    <a:gd name="connsiteX2" fmla="*/ 0 w 53339"/>
                    <a:gd name="connsiteY2" fmla="*/ 107633 h 107632"/>
                    <a:gd name="connsiteX3" fmla="*/ 0 w 53339"/>
                    <a:gd name="connsiteY3" fmla="*/ 0 h 107632"/>
                    <a:gd name="connsiteX4" fmla="*/ 20955 w 53339"/>
                    <a:gd name="connsiteY4" fmla="*/ 0 h 107632"/>
                    <a:gd name="connsiteX5" fmla="*/ 38100 w 53339"/>
                    <a:gd name="connsiteY5" fmla="*/ 64770 h 107632"/>
                    <a:gd name="connsiteX6" fmla="*/ 38100 w 53339"/>
                    <a:gd name="connsiteY6" fmla="*/ 0 h 107632"/>
                    <a:gd name="connsiteX7" fmla="*/ 53340 w 53339"/>
                    <a:gd name="connsiteY7" fmla="*/ 0 h 107632"/>
                    <a:gd name="connsiteX8" fmla="*/ 53340 w 53339"/>
                    <a:gd name="connsiteY8" fmla="*/ 107633 h 107632"/>
                    <a:gd name="connsiteX9" fmla="*/ 36195 w 53339"/>
                    <a:gd name="connsiteY9" fmla="*/ 107633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3339" h="107632">
                      <a:moveTo>
                        <a:pt x="15240" y="29528"/>
                      </a:moveTo>
                      <a:lnTo>
                        <a:pt x="15240" y="107633"/>
                      </a:lnTo>
                      <a:lnTo>
                        <a:pt x="0" y="107633"/>
                      </a:lnTo>
                      <a:lnTo>
                        <a:pt x="0" y="0"/>
                      </a:lnTo>
                      <a:lnTo>
                        <a:pt x="20955" y="0"/>
                      </a:lnTo>
                      <a:lnTo>
                        <a:pt x="38100" y="64770"/>
                      </a:lnTo>
                      <a:lnTo>
                        <a:pt x="38100" y="0"/>
                      </a:lnTo>
                      <a:lnTo>
                        <a:pt x="53340" y="0"/>
                      </a:lnTo>
                      <a:lnTo>
                        <a:pt x="53340" y="107633"/>
                      </a:lnTo>
                      <a:lnTo>
                        <a:pt x="36195" y="107633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8" name="Graphic 8">
                  <a:extLst>
                    <a:ext uri="{FF2B5EF4-FFF2-40B4-BE49-F238E27FC236}">
                      <a16:creationId xmlns:a16="http://schemas.microsoft.com/office/drawing/2014/main" id="{1EFCD3A4-7BC5-420F-B36C-0E66ABF8872D}"/>
                    </a:ext>
                  </a:extLst>
                </p:cNvPr>
                <p:cNvGrpSpPr/>
                <p:nvPr/>
              </p:nvGrpSpPr>
              <p:grpSpPr>
                <a:xfrm>
                  <a:off x="4620270" y="11655188"/>
                  <a:ext cx="497205" cy="109537"/>
                  <a:chOff x="4620270" y="11655188"/>
                  <a:chExt cx="497205" cy="109537"/>
                </a:xfrm>
                <a:solidFill>
                  <a:srgbClr val="003B71"/>
                </a:solidFill>
              </p:grpSpPr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59A0469D-9E1D-4B38-BDAF-11E8F73A3FDF}"/>
                      </a:ext>
                    </a:extLst>
                  </p:cNvPr>
                  <p:cNvSpPr/>
                  <p:nvPr/>
                </p:nvSpPr>
                <p:spPr>
                  <a:xfrm>
                    <a:off x="4620270" y="11655188"/>
                    <a:ext cx="51435" cy="109537"/>
                  </a:xfrm>
                  <a:custGeom>
                    <a:avLst/>
                    <a:gdLst>
                      <a:gd name="connsiteX0" fmla="*/ 27623 w 51435"/>
                      <a:gd name="connsiteY0" fmla="*/ 48578 h 109537"/>
                      <a:gd name="connsiteX1" fmla="*/ 51435 w 51435"/>
                      <a:gd name="connsiteY1" fmla="*/ 48578 h 109537"/>
                      <a:gd name="connsiteX2" fmla="*/ 51435 w 51435"/>
                      <a:gd name="connsiteY2" fmla="*/ 82868 h 109537"/>
                      <a:gd name="connsiteX3" fmla="*/ 44768 w 51435"/>
                      <a:gd name="connsiteY3" fmla="*/ 102870 h 109537"/>
                      <a:gd name="connsiteX4" fmla="*/ 25718 w 51435"/>
                      <a:gd name="connsiteY4" fmla="*/ 109538 h 109537"/>
                      <a:gd name="connsiteX5" fmla="*/ 6668 w 51435"/>
                      <a:gd name="connsiteY5" fmla="*/ 102870 h 109537"/>
                      <a:gd name="connsiteX6" fmla="*/ 0 w 51435"/>
                      <a:gd name="connsiteY6" fmla="*/ 82868 h 109537"/>
                      <a:gd name="connsiteX7" fmla="*/ 0 w 51435"/>
                      <a:gd name="connsiteY7" fmla="*/ 26670 h 109537"/>
                      <a:gd name="connsiteX8" fmla="*/ 6668 w 51435"/>
                      <a:gd name="connsiteY8" fmla="*/ 6668 h 109537"/>
                      <a:gd name="connsiteX9" fmla="*/ 25718 w 51435"/>
                      <a:gd name="connsiteY9" fmla="*/ 0 h 109537"/>
                      <a:gd name="connsiteX10" fmla="*/ 44768 w 51435"/>
                      <a:gd name="connsiteY10" fmla="*/ 6668 h 109537"/>
                      <a:gd name="connsiteX11" fmla="*/ 51435 w 51435"/>
                      <a:gd name="connsiteY11" fmla="*/ 26670 h 109537"/>
                      <a:gd name="connsiteX12" fmla="*/ 51435 w 51435"/>
                      <a:gd name="connsiteY12" fmla="*/ 37147 h 109537"/>
                      <a:gd name="connsiteX13" fmla="*/ 35243 w 51435"/>
                      <a:gd name="connsiteY13" fmla="*/ 37147 h 109537"/>
                      <a:gd name="connsiteX14" fmla="*/ 35243 w 51435"/>
                      <a:gd name="connsiteY14" fmla="*/ 25718 h 109537"/>
                      <a:gd name="connsiteX15" fmla="*/ 32385 w 51435"/>
                      <a:gd name="connsiteY15" fmla="*/ 17145 h 109537"/>
                      <a:gd name="connsiteX16" fmla="*/ 25718 w 51435"/>
                      <a:gd name="connsiteY16" fmla="*/ 14288 h 109537"/>
                      <a:gd name="connsiteX17" fmla="*/ 19050 w 51435"/>
                      <a:gd name="connsiteY17" fmla="*/ 17145 h 109537"/>
                      <a:gd name="connsiteX18" fmla="*/ 16193 w 51435"/>
                      <a:gd name="connsiteY18" fmla="*/ 25718 h 109537"/>
                      <a:gd name="connsiteX19" fmla="*/ 16193 w 51435"/>
                      <a:gd name="connsiteY19" fmla="*/ 83820 h 109537"/>
                      <a:gd name="connsiteX20" fmla="*/ 19050 w 51435"/>
                      <a:gd name="connsiteY20" fmla="*/ 92393 h 109537"/>
                      <a:gd name="connsiteX21" fmla="*/ 25718 w 51435"/>
                      <a:gd name="connsiteY21" fmla="*/ 94297 h 109537"/>
                      <a:gd name="connsiteX22" fmla="*/ 32385 w 51435"/>
                      <a:gd name="connsiteY22" fmla="*/ 92393 h 109537"/>
                      <a:gd name="connsiteX23" fmla="*/ 35243 w 51435"/>
                      <a:gd name="connsiteY23" fmla="*/ 83820 h 109537"/>
                      <a:gd name="connsiteX24" fmla="*/ 35243 w 51435"/>
                      <a:gd name="connsiteY24" fmla="*/ 63818 h 109537"/>
                      <a:gd name="connsiteX25" fmla="*/ 27623 w 51435"/>
                      <a:gd name="connsiteY25" fmla="*/ 63818 h 109537"/>
                      <a:gd name="connsiteX26" fmla="*/ 27623 w 51435"/>
                      <a:gd name="connsiteY26" fmla="*/ 48578 h 109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1435" h="109537">
                        <a:moveTo>
                          <a:pt x="27623" y="48578"/>
                        </a:moveTo>
                        <a:lnTo>
                          <a:pt x="51435" y="48578"/>
                        </a:lnTo>
                        <a:lnTo>
                          <a:pt x="51435" y="82868"/>
                        </a:lnTo>
                        <a:cubicBezTo>
                          <a:pt x="51435" y="91440"/>
                          <a:pt x="49530" y="98108"/>
                          <a:pt x="44768" y="102870"/>
                        </a:cubicBezTo>
                        <a:cubicBezTo>
                          <a:pt x="40958" y="107633"/>
                          <a:pt x="34290" y="109538"/>
                          <a:pt x="25718" y="109538"/>
                        </a:cubicBezTo>
                        <a:cubicBezTo>
                          <a:pt x="17145" y="109538"/>
                          <a:pt x="11430" y="107633"/>
                          <a:pt x="6668" y="102870"/>
                        </a:cubicBezTo>
                        <a:cubicBezTo>
                          <a:pt x="2858" y="98108"/>
                          <a:pt x="0" y="91440"/>
                          <a:pt x="0" y="82868"/>
                        </a:cubicBezTo>
                        <a:lnTo>
                          <a:pt x="0" y="26670"/>
                        </a:lnTo>
                        <a:cubicBezTo>
                          <a:pt x="0" y="18097"/>
                          <a:pt x="1905" y="11430"/>
                          <a:pt x="6668" y="6668"/>
                        </a:cubicBezTo>
                        <a:cubicBezTo>
                          <a:pt x="10478" y="1905"/>
                          <a:pt x="17145" y="0"/>
                          <a:pt x="25718" y="0"/>
                        </a:cubicBezTo>
                        <a:cubicBezTo>
                          <a:pt x="34290" y="0"/>
                          <a:pt x="40005" y="1905"/>
                          <a:pt x="44768" y="6668"/>
                        </a:cubicBezTo>
                        <a:cubicBezTo>
                          <a:pt x="48578" y="11430"/>
                          <a:pt x="51435" y="18097"/>
                          <a:pt x="51435" y="26670"/>
                        </a:cubicBezTo>
                        <a:lnTo>
                          <a:pt x="51435" y="37147"/>
                        </a:lnTo>
                        <a:lnTo>
                          <a:pt x="35243" y="37147"/>
                        </a:lnTo>
                        <a:lnTo>
                          <a:pt x="35243" y="25718"/>
                        </a:lnTo>
                        <a:cubicBezTo>
                          <a:pt x="35243" y="21908"/>
                          <a:pt x="34290" y="19050"/>
                          <a:pt x="32385" y="17145"/>
                        </a:cubicBezTo>
                        <a:cubicBezTo>
                          <a:pt x="30480" y="15240"/>
                          <a:pt x="28575" y="14288"/>
                          <a:pt x="25718" y="14288"/>
                        </a:cubicBezTo>
                        <a:cubicBezTo>
                          <a:pt x="22860" y="14288"/>
                          <a:pt x="20955" y="15240"/>
                          <a:pt x="19050" y="17145"/>
                        </a:cubicBezTo>
                        <a:cubicBezTo>
                          <a:pt x="17145" y="19050"/>
                          <a:pt x="16193" y="21908"/>
                          <a:pt x="16193" y="25718"/>
                        </a:cubicBezTo>
                        <a:lnTo>
                          <a:pt x="16193" y="83820"/>
                        </a:lnTo>
                        <a:cubicBezTo>
                          <a:pt x="16193" y="87630"/>
                          <a:pt x="17145" y="90488"/>
                          <a:pt x="19050" y="92393"/>
                        </a:cubicBezTo>
                        <a:cubicBezTo>
                          <a:pt x="20955" y="94297"/>
                          <a:pt x="22860" y="94297"/>
                          <a:pt x="25718" y="94297"/>
                        </a:cubicBezTo>
                        <a:cubicBezTo>
                          <a:pt x="28575" y="94297"/>
                          <a:pt x="30480" y="93345"/>
                          <a:pt x="32385" y="92393"/>
                        </a:cubicBezTo>
                        <a:cubicBezTo>
                          <a:pt x="34290" y="90488"/>
                          <a:pt x="35243" y="88583"/>
                          <a:pt x="35243" y="83820"/>
                        </a:cubicBezTo>
                        <a:lnTo>
                          <a:pt x="35243" y="63818"/>
                        </a:lnTo>
                        <a:lnTo>
                          <a:pt x="27623" y="63818"/>
                        </a:lnTo>
                        <a:lnTo>
                          <a:pt x="27623" y="48578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EC60C645-067A-496B-92AD-FF7DAAF8B34B}"/>
                      </a:ext>
                    </a:extLst>
                  </p:cNvPr>
                  <p:cNvSpPr/>
                  <p:nvPr/>
                </p:nvSpPr>
                <p:spPr>
                  <a:xfrm>
                    <a:off x="4682182" y="11656141"/>
                    <a:ext cx="52387" cy="107632"/>
                  </a:xfrm>
                  <a:custGeom>
                    <a:avLst/>
                    <a:gdLst>
                      <a:gd name="connsiteX0" fmla="*/ 17145 w 52387"/>
                      <a:gd name="connsiteY0" fmla="*/ 15240 h 107632"/>
                      <a:gd name="connsiteX1" fmla="*/ 17145 w 52387"/>
                      <a:gd name="connsiteY1" fmla="*/ 48578 h 107632"/>
                      <a:gd name="connsiteX2" fmla="*/ 23813 w 52387"/>
                      <a:gd name="connsiteY2" fmla="*/ 48578 h 107632"/>
                      <a:gd name="connsiteX3" fmla="*/ 31433 w 52387"/>
                      <a:gd name="connsiteY3" fmla="*/ 45720 h 107632"/>
                      <a:gd name="connsiteX4" fmla="*/ 34290 w 52387"/>
                      <a:gd name="connsiteY4" fmla="*/ 37147 h 107632"/>
                      <a:gd name="connsiteX5" fmla="*/ 34290 w 52387"/>
                      <a:gd name="connsiteY5" fmla="*/ 26670 h 107632"/>
                      <a:gd name="connsiteX6" fmla="*/ 32385 w 52387"/>
                      <a:gd name="connsiteY6" fmla="*/ 18097 h 107632"/>
                      <a:gd name="connsiteX7" fmla="*/ 25718 w 52387"/>
                      <a:gd name="connsiteY7" fmla="*/ 15240 h 107632"/>
                      <a:gd name="connsiteX8" fmla="*/ 17145 w 52387"/>
                      <a:gd name="connsiteY8" fmla="*/ 15240 h 107632"/>
                      <a:gd name="connsiteX9" fmla="*/ 36195 w 52387"/>
                      <a:gd name="connsiteY9" fmla="*/ 107632 h 107632"/>
                      <a:gd name="connsiteX10" fmla="*/ 35243 w 52387"/>
                      <a:gd name="connsiteY10" fmla="*/ 105728 h 107632"/>
                      <a:gd name="connsiteX11" fmla="*/ 34290 w 52387"/>
                      <a:gd name="connsiteY11" fmla="*/ 103822 h 107632"/>
                      <a:gd name="connsiteX12" fmla="*/ 34290 w 52387"/>
                      <a:gd name="connsiteY12" fmla="*/ 100013 h 107632"/>
                      <a:gd name="connsiteX13" fmla="*/ 34290 w 52387"/>
                      <a:gd name="connsiteY13" fmla="*/ 94297 h 107632"/>
                      <a:gd name="connsiteX14" fmla="*/ 34290 w 52387"/>
                      <a:gd name="connsiteY14" fmla="*/ 77153 h 107632"/>
                      <a:gd name="connsiteX15" fmla="*/ 31433 w 52387"/>
                      <a:gd name="connsiteY15" fmla="*/ 66675 h 107632"/>
                      <a:gd name="connsiteX16" fmla="*/ 22860 w 52387"/>
                      <a:gd name="connsiteY16" fmla="*/ 63818 h 107632"/>
                      <a:gd name="connsiteX17" fmla="*/ 17145 w 52387"/>
                      <a:gd name="connsiteY17" fmla="*/ 63818 h 107632"/>
                      <a:gd name="connsiteX18" fmla="*/ 17145 w 52387"/>
                      <a:gd name="connsiteY18" fmla="*/ 107632 h 107632"/>
                      <a:gd name="connsiteX19" fmla="*/ 0 w 52387"/>
                      <a:gd name="connsiteY19" fmla="*/ 107632 h 107632"/>
                      <a:gd name="connsiteX20" fmla="*/ 0 w 52387"/>
                      <a:gd name="connsiteY20" fmla="*/ 0 h 107632"/>
                      <a:gd name="connsiteX21" fmla="*/ 25718 w 52387"/>
                      <a:gd name="connsiteY21" fmla="*/ 0 h 107632"/>
                      <a:gd name="connsiteX22" fmla="*/ 44768 w 52387"/>
                      <a:gd name="connsiteY22" fmla="*/ 5715 h 107632"/>
                      <a:gd name="connsiteX23" fmla="*/ 50483 w 52387"/>
                      <a:gd name="connsiteY23" fmla="*/ 24765 h 107632"/>
                      <a:gd name="connsiteX24" fmla="*/ 50483 w 52387"/>
                      <a:gd name="connsiteY24" fmla="*/ 33338 h 107632"/>
                      <a:gd name="connsiteX25" fmla="*/ 39053 w 52387"/>
                      <a:gd name="connsiteY25" fmla="*/ 55245 h 107632"/>
                      <a:gd name="connsiteX26" fmla="*/ 47625 w 52387"/>
                      <a:gd name="connsiteY26" fmla="*/ 63818 h 107632"/>
                      <a:gd name="connsiteX27" fmla="*/ 50483 w 52387"/>
                      <a:gd name="connsiteY27" fmla="*/ 78105 h 107632"/>
                      <a:gd name="connsiteX28" fmla="*/ 50483 w 52387"/>
                      <a:gd name="connsiteY28" fmla="*/ 94297 h 107632"/>
                      <a:gd name="connsiteX29" fmla="*/ 50483 w 52387"/>
                      <a:gd name="connsiteY29" fmla="*/ 100965 h 107632"/>
                      <a:gd name="connsiteX30" fmla="*/ 52388 w 52387"/>
                      <a:gd name="connsiteY30" fmla="*/ 106680 h 107632"/>
                      <a:gd name="connsiteX31" fmla="*/ 36195 w 52387"/>
                      <a:gd name="connsiteY31" fmla="*/ 106680 h 107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52387" h="107632">
                        <a:moveTo>
                          <a:pt x="17145" y="15240"/>
                        </a:moveTo>
                        <a:lnTo>
                          <a:pt x="17145" y="48578"/>
                        </a:lnTo>
                        <a:lnTo>
                          <a:pt x="23813" y="48578"/>
                        </a:lnTo>
                        <a:cubicBezTo>
                          <a:pt x="26670" y="48578"/>
                          <a:pt x="29528" y="47625"/>
                          <a:pt x="31433" y="45720"/>
                        </a:cubicBezTo>
                        <a:cubicBezTo>
                          <a:pt x="33338" y="43815"/>
                          <a:pt x="34290" y="40957"/>
                          <a:pt x="34290" y="37147"/>
                        </a:cubicBezTo>
                        <a:lnTo>
                          <a:pt x="34290" y="26670"/>
                        </a:lnTo>
                        <a:cubicBezTo>
                          <a:pt x="34290" y="22860"/>
                          <a:pt x="33338" y="20003"/>
                          <a:pt x="32385" y="18097"/>
                        </a:cubicBezTo>
                        <a:cubicBezTo>
                          <a:pt x="31433" y="16193"/>
                          <a:pt x="28575" y="15240"/>
                          <a:pt x="25718" y="15240"/>
                        </a:cubicBezTo>
                        <a:lnTo>
                          <a:pt x="17145" y="15240"/>
                        </a:lnTo>
                        <a:close/>
                        <a:moveTo>
                          <a:pt x="36195" y="107632"/>
                        </a:moveTo>
                        <a:cubicBezTo>
                          <a:pt x="36195" y="106680"/>
                          <a:pt x="36195" y="106680"/>
                          <a:pt x="35243" y="105728"/>
                        </a:cubicBezTo>
                        <a:cubicBezTo>
                          <a:pt x="35243" y="104775"/>
                          <a:pt x="35243" y="104775"/>
                          <a:pt x="34290" y="103822"/>
                        </a:cubicBezTo>
                        <a:cubicBezTo>
                          <a:pt x="34290" y="102870"/>
                          <a:pt x="34290" y="101918"/>
                          <a:pt x="34290" y="100013"/>
                        </a:cubicBezTo>
                        <a:cubicBezTo>
                          <a:pt x="34290" y="98107"/>
                          <a:pt x="34290" y="97155"/>
                          <a:pt x="34290" y="94297"/>
                        </a:cubicBezTo>
                        <a:lnTo>
                          <a:pt x="34290" y="77153"/>
                        </a:lnTo>
                        <a:cubicBezTo>
                          <a:pt x="34290" y="72390"/>
                          <a:pt x="33338" y="68580"/>
                          <a:pt x="31433" y="66675"/>
                        </a:cubicBezTo>
                        <a:cubicBezTo>
                          <a:pt x="29528" y="64770"/>
                          <a:pt x="26670" y="63818"/>
                          <a:pt x="22860" y="63818"/>
                        </a:cubicBezTo>
                        <a:lnTo>
                          <a:pt x="17145" y="63818"/>
                        </a:lnTo>
                        <a:lnTo>
                          <a:pt x="17145" y="107632"/>
                        </a:lnTo>
                        <a:lnTo>
                          <a:pt x="0" y="107632"/>
                        </a:lnTo>
                        <a:lnTo>
                          <a:pt x="0" y="0"/>
                        </a:lnTo>
                        <a:lnTo>
                          <a:pt x="25718" y="0"/>
                        </a:lnTo>
                        <a:cubicBezTo>
                          <a:pt x="34290" y="0"/>
                          <a:pt x="40958" y="1905"/>
                          <a:pt x="44768" y="5715"/>
                        </a:cubicBezTo>
                        <a:cubicBezTo>
                          <a:pt x="48578" y="9525"/>
                          <a:pt x="50483" y="16193"/>
                          <a:pt x="50483" y="24765"/>
                        </a:cubicBezTo>
                        <a:lnTo>
                          <a:pt x="50483" y="33338"/>
                        </a:lnTo>
                        <a:cubicBezTo>
                          <a:pt x="50483" y="44768"/>
                          <a:pt x="46673" y="51435"/>
                          <a:pt x="39053" y="55245"/>
                        </a:cubicBezTo>
                        <a:cubicBezTo>
                          <a:pt x="43815" y="57150"/>
                          <a:pt x="46673" y="60007"/>
                          <a:pt x="47625" y="63818"/>
                        </a:cubicBezTo>
                        <a:cubicBezTo>
                          <a:pt x="49530" y="67628"/>
                          <a:pt x="50483" y="72390"/>
                          <a:pt x="50483" y="78105"/>
                        </a:cubicBezTo>
                        <a:lnTo>
                          <a:pt x="50483" y="94297"/>
                        </a:lnTo>
                        <a:cubicBezTo>
                          <a:pt x="50483" y="97155"/>
                          <a:pt x="50483" y="99060"/>
                          <a:pt x="50483" y="100965"/>
                        </a:cubicBezTo>
                        <a:cubicBezTo>
                          <a:pt x="50483" y="102870"/>
                          <a:pt x="51435" y="104775"/>
                          <a:pt x="52388" y="106680"/>
                        </a:cubicBezTo>
                        <a:lnTo>
                          <a:pt x="36195" y="10668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5B67AF6C-1F94-4CA4-B90D-CAB76CC9D4EA}"/>
                      </a:ext>
                    </a:extLst>
                  </p:cNvPr>
                  <p:cNvSpPr/>
                  <p:nvPr/>
                </p:nvSpPr>
                <p:spPr>
                  <a:xfrm>
                    <a:off x="4744095" y="11656141"/>
                    <a:ext cx="51435" cy="108584"/>
                  </a:xfrm>
                  <a:custGeom>
                    <a:avLst/>
                    <a:gdLst>
                      <a:gd name="connsiteX0" fmla="*/ 16193 w 51435"/>
                      <a:gd name="connsiteY0" fmla="*/ 0 h 108584"/>
                      <a:gd name="connsiteX1" fmla="*/ 16193 w 51435"/>
                      <a:gd name="connsiteY1" fmla="*/ 82868 h 108584"/>
                      <a:gd name="connsiteX2" fmla="*/ 19050 w 51435"/>
                      <a:gd name="connsiteY2" fmla="*/ 91440 h 108584"/>
                      <a:gd name="connsiteX3" fmla="*/ 25718 w 51435"/>
                      <a:gd name="connsiteY3" fmla="*/ 93345 h 108584"/>
                      <a:gd name="connsiteX4" fmla="*/ 32385 w 51435"/>
                      <a:gd name="connsiteY4" fmla="*/ 91440 h 108584"/>
                      <a:gd name="connsiteX5" fmla="*/ 35243 w 51435"/>
                      <a:gd name="connsiteY5" fmla="*/ 82868 h 108584"/>
                      <a:gd name="connsiteX6" fmla="*/ 35243 w 51435"/>
                      <a:gd name="connsiteY6" fmla="*/ 0 h 108584"/>
                      <a:gd name="connsiteX7" fmla="*/ 51435 w 51435"/>
                      <a:gd name="connsiteY7" fmla="*/ 0 h 108584"/>
                      <a:gd name="connsiteX8" fmla="*/ 51435 w 51435"/>
                      <a:gd name="connsiteY8" fmla="*/ 81915 h 108584"/>
                      <a:gd name="connsiteX9" fmla="*/ 44768 w 51435"/>
                      <a:gd name="connsiteY9" fmla="*/ 101918 h 108584"/>
                      <a:gd name="connsiteX10" fmla="*/ 25718 w 51435"/>
                      <a:gd name="connsiteY10" fmla="*/ 108585 h 108584"/>
                      <a:gd name="connsiteX11" fmla="*/ 6668 w 51435"/>
                      <a:gd name="connsiteY11" fmla="*/ 101918 h 108584"/>
                      <a:gd name="connsiteX12" fmla="*/ 0 w 51435"/>
                      <a:gd name="connsiteY12" fmla="*/ 81915 h 108584"/>
                      <a:gd name="connsiteX13" fmla="*/ 0 w 51435"/>
                      <a:gd name="connsiteY13" fmla="*/ 0 h 108584"/>
                      <a:gd name="connsiteX14" fmla="*/ 16193 w 51435"/>
                      <a:gd name="connsiteY14" fmla="*/ 0 h 108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51435" h="108584">
                        <a:moveTo>
                          <a:pt x="16193" y="0"/>
                        </a:moveTo>
                        <a:lnTo>
                          <a:pt x="16193" y="82868"/>
                        </a:lnTo>
                        <a:cubicBezTo>
                          <a:pt x="16193" y="86678"/>
                          <a:pt x="17145" y="89535"/>
                          <a:pt x="19050" y="91440"/>
                        </a:cubicBezTo>
                        <a:cubicBezTo>
                          <a:pt x="20955" y="93345"/>
                          <a:pt x="22860" y="93345"/>
                          <a:pt x="25718" y="93345"/>
                        </a:cubicBezTo>
                        <a:cubicBezTo>
                          <a:pt x="28575" y="93345"/>
                          <a:pt x="30480" y="92393"/>
                          <a:pt x="32385" y="91440"/>
                        </a:cubicBezTo>
                        <a:cubicBezTo>
                          <a:pt x="34290" y="89535"/>
                          <a:pt x="35243" y="87630"/>
                          <a:pt x="35243" y="82868"/>
                        </a:cubicBezTo>
                        <a:lnTo>
                          <a:pt x="35243" y="0"/>
                        </a:lnTo>
                        <a:lnTo>
                          <a:pt x="51435" y="0"/>
                        </a:lnTo>
                        <a:lnTo>
                          <a:pt x="51435" y="81915"/>
                        </a:lnTo>
                        <a:cubicBezTo>
                          <a:pt x="51435" y="90488"/>
                          <a:pt x="49530" y="97155"/>
                          <a:pt x="44768" y="101918"/>
                        </a:cubicBezTo>
                        <a:cubicBezTo>
                          <a:pt x="40958" y="106680"/>
                          <a:pt x="34290" y="108585"/>
                          <a:pt x="25718" y="108585"/>
                        </a:cubicBezTo>
                        <a:cubicBezTo>
                          <a:pt x="17145" y="108585"/>
                          <a:pt x="11430" y="106680"/>
                          <a:pt x="6668" y="101918"/>
                        </a:cubicBezTo>
                        <a:cubicBezTo>
                          <a:pt x="2858" y="97155"/>
                          <a:pt x="0" y="90488"/>
                          <a:pt x="0" y="81915"/>
                        </a:cubicBezTo>
                        <a:lnTo>
                          <a:pt x="0" y="0"/>
                        </a:lnTo>
                        <a:lnTo>
                          <a:pt x="16193" y="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E67A3D7B-42F4-4AB4-AD53-270F7A948430}"/>
                      </a:ext>
                    </a:extLst>
                  </p:cNvPr>
                  <p:cNvSpPr/>
                  <p:nvPr/>
                </p:nvSpPr>
                <p:spPr>
                  <a:xfrm>
                    <a:off x="4806007" y="11656141"/>
                    <a:ext cx="50482" cy="108584"/>
                  </a:xfrm>
                  <a:custGeom>
                    <a:avLst/>
                    <a:gdLst>
                      <a:gd name="connsiteX0" fmla="*/ 17145 w 50482"/>
                      <a:gd name="connsiteY0" fmla="*/ 15240 h 108584"/>
                      <a:gd name="connsiteX1" fmla="*/ 17145 w 50482"/>
                      <a:gd name="connsiteY1" fmla="*/ 51435 h 108584"/>
                      <a:gd name="connsiteX2" fmla="*/ 24765 w 50482"/>
                      <a:gd name="connsiteY2" fmla="*/ 51435 h 108584"/>
                      <a:gd name="connsiteX3" fmla="*/ 30480 w 50482"/>
                      <a:gd name="connsiteY3" fmla="*/ 49530 h 108584"/>
                      <a:gd name="connsiteX4" fmla="*/ 32385 w 50482"/>
                      <a:gd name="connsiteY4" fmla="*/ 41910 h 108584"/>
                      <a:gd name="connsiteX5" fmla="*/ 32385 w 50482"/>
                      <a:gd name="connsiteY5" fmla="*/ 25718 h 108584"/>
                      <a:gd name="connsiteX6" fmla="*/ 30480 w 50482"/>
                      <a:gd name="connsiteY6" fmla="*/ 18097 h 108584"/>
                      <a:gd name="connsiteX7" fmla="*/ 24765 w 50482"/>
                      <a:gd name="connsiteY7" fmla="*/ 16193 h 108584"/>
                      <a:gd name="connsiteX8" fmla="*/ 17145 w 50482"/>
                      <a:gd name="connsiteY8" fmla="*/ 16193 h 108584"/>
                      <a:gd name="connsiteX9" fmla="*/ 24765 w 50482"/>
                      <a:gd name="connsiteY9" fmla="*/ 0 h 108584"/>
                      <a:gd name="connsiteX10" fmla="*/ 43815 w 50482"/>
                      <a:gd name="connsiteY10" fmla="*/ 6668 h 108584"/>
                      <a:gd name="connsiteX11" fmla="*/ 50483 w 50482"/>
                      <a:gd name="connsiteY11" fmla="*/ 26670 h 108584"/>
                      <a:gd name="connsiteX12" fmla="*/ 50483 w 50482"/>
                      <a:gd name="connsiteY12" fmla="*/ 40957 h 108584"/>
                      <a:gd name="connsiteX13" fmla="*/ 43815 w 50482"/>
                      <a:gd name="connsiteY13" fmla="*/ 60960 h 108584"/>
                      <a:gd name="connsiteX14" fmla="*/ 24765 w 50482"/>
                      <a:gd name="connsiteY14" fmla="*/ 67628 h 108584"/>
                      <a:gd name="connsiteX15" fmla="*/ 17145 w 50482"/>
                      <a:gd name="connsiteY15" fmla="*/ 67628 h 108584"/>
                      <a:gd name="connsiteX16" fmla="*/ 17145 w 50482"/>
                      <a:gd name="connsiteY16" fmla="*/ 108585 h 108584"/>
                      <a:gd name="connsiteX17" fmla="*/ 0 w 50482"/>
                      <a:gd name="connsiteY17" fmla="*/ 108585 h 108584"/>
                      <a:gd name="connsiteX18" fmla="*/ 0 w 50482"/>
                      <a:gd name="connsiteY18" fmla="*/ 0 h 108584"/>
                      <a:gd name="connsiteX19" fmla="*/ 24765 w 50482"/>
                      <a:gd name="connsiteY19" fmla="*/ 0 h 1085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50482" h="108584">
                        <a:moveTo>
                          <a:pt x="17145" y="15240"/>
                        </a:moveTo>
                        <a:lnTo>
                          <a:pt x="17145" y="51435"/>
                        </a:lnTo>
                        <a:lnTo>
                          <a:pt x="24765" y="51435"/>
                        </a:lnTo>
                        <a:cubicBezTo>
                          <a:pt x="27623" y="51435"/>
                          <a:pt x="29528" y="50482"/>
                          <a:pt x="30480" y="49530"/>
                        </a:cubicBezTo>
                        <a:cubicBezTo>
                          <a:pt x="32385" y="47625"/>
                          <a:pt x="32385" y="45720"/>
                          <a:pt x="32385" y="41910"/>
                        </a:cubicBezTo>
                        <a:lnTo>
                          <a:pt x="32385" y="25718"/>
                        </a:lnTo>
                        <a:cubicBezTo>
                          <a:pt x="32385" y="21907"/>
                          <a:pt x="31433" y="19050"/>
                          <a:pt x="30480" y="18097"/>
                        </a:cubicBezTo>
                        <a:cubicBezTo>
                          <a:pt x="28575" y="16193"/>
                          <a:pt x="26670" y="16193"/>
                          <a:pt x="24765" y="16193"/>
                        </a:cubicBezTo>
                        <a:lnTo>
                          <a:pt x="17145" y="16193"/>
                        </a:lnTo>
                        <a:close/>
                        <a:moveTo>
                          <a:pt x="24765" y="0"/>
                        </a:moveTo>
                        <a:cubicBezTo>
                          <a:pt x="33338" y="0"/>
                          <a:pt x="40005" y="1905"/>
                          <a:pt x="43815" y="6668"/>
                        </a:cubicBezTo>
                        <a:cubicBezTo>
                          <a:pt x="47625" y="11430"/>
                          <a:pt x="50483" y="18097"/>
                          <a:pt x="50483" y="26670"/>
                        </a:cubicBezTo>
                        <a:lnTo>
                          <a:pt x="50483" y="40957"/>
                        </a:lnTo>
                        <a:cubicBezTo>
                          <a:pt x="50483" y="49530"/>
                          <a:pt x="48578" y="56197"/>
                          <a:pt x="43815" y="60960"/>
                        </a:cubicBezTo>
                        <a:cubicBezTo>
                          <a:pt x="40005" y="65722"/>
                          <a:pt x="33338" y="67628"/>
                          <a:pt x="24765" y="67628"/>
                        </a:cubicBezTo>
                        <a:lnTo>
                          <a:pt x="17145" y="67628"/>
                        </a:lnTo>
                        <a:lnTo>
                          <a:pt x="17145" y="108585"/>
                        </a:lnTo>
                        <a:lnTo>
                          <a:pt x="0" y="108585"/>
                        </a:lnTo>
                        <a:lnTo>
                          <a:pt x="0" y="0"/>
                        </a:lnTo>
                        <a:lnTo>
                          <a:pt x="24765" y="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6ED6143B-4FCC-4CB7-B729-6ADD1D1F9A2A}"/>
                      </a:ext>
                    </a:extLst>
                  </p:cNvPr>
                  <p:cNvSpPr/>
                  <p:nvPr/>
                </p:nvSpPr>
                <p:spPr>
                  <a:xfrm>
                    <a:off x="4863157" y="11655188"/>
                    <a:ext cx="51435" cy="109537"/>
                  </a:xfrm>
                  <a:custGeom>
                    <a:avLst/>
                    <a:gdLst>
                      <a:gd name="connsiteX0" fmla="*/ 17145 w 51435"/>
                      <a:gd name="connsiteY0" fmla="*/ 83820 h 109537"/>
                      <a:gd name="connsiteX1" fmla="*/ 20003 w 51435"/>
                      <a:gd name="connsiteY1" fmla="*/ 92393 h 109537"/>
                      <a:gd name="connsiteX2" fmla="*/ 26670 w 51435"/>
                      <a:gd name="connsiteY2" fmla="*/ 95250 h 109537"/>
                      <a:gd name="connsiteX3" fmla="*/ 33338 w 51435"/>
                      <a:gd name="connsiteY3" fmla="*/ 92393 h 109537"/>
                      <a:gd name="connsiteX4" fmla="*/ 36195 w 51435"/>
                      <a:gd name="connsiteY4" fmla="*/ 83820 h 109537"/>
                      <a:gd name="connsiteX5" fmla="*/ 36195 w 51435"/>
                      <a:gd name="connsiteY5" fmla="*/ 25718 h 109537"/>
                      <a:gd name="connsiteX6" fmla="*/ 33338 w 51435"/>
                      <a:gd name="connsiteY6" fmla="*/ 17145 h 109537"/>
                      <a:gd name="connsiteX7" fmla="*/ 26670 w 51435"/>
                      <a:gd name="connsiteY7" fmla="*/ 14288 h 109537"/>
                      <a:gd name="connsiteX8" fmla="*/ 20003 w 51435"/>
                      <a:gd name="connsiteY8" fmla="*/ 17145 h 109537"/>
                      <a:gd name="connsiteX9" fmla="*/ 17145 w 51435"/>
                      <a:gd name="connsiteY9" fmla="*/ 25718 h 109537"/>
                      <a:gd name="connsiteX10" fmla="*/ 17145 w 51435"/>
                      <a:gd name="connsiteY10" fmla="*/ 83820 h 109537"/>
                      <a:gd name="connsiteX11" fmla="*/ 0 w 51435"/>
                      <a:gd name="connsiteY11" fmla="*/ 26670 h 109537"/>
                      <a:gd name="connsiteX12" fmla="*/ 6668 w 51435"/>
                      <a:gd name="connsiteY12" fmla="*/ 6668 h 109537"/>
                      <a:gd name="connsiteX13" fmla="*/ 25718 w 51435"/>
                      <a:gd name="connsiteY13" fmla="*/ 0 h 109537"/>
                      <a:gd name="connsiteX14" fmla="*/ 44768 w 51435"/>
                      <a:gd name="connsiteY14" fmla="*/ 6668 h 109537"/>
                      <a:gd name="connsiteX15" fmla="*/ 51435 w 51435"/>
                      <a:gd name="connsiteY15" fmla="*/ 26670 h 109537"/>
                      <a:gd name="connsiteX16" fmla="*/ 51435 w 51435"/>
                      <a:gd name="connsiteY16" fmla="*/ 82868 h 109537"/>
                      <a:gd name="connsiteX17" fmla="*/ 44768 w 51435"/>
                      <a:gd name="connsiteY17" fmla="*/ 102870 h 109537"/>
                      <a:gd name="connsiteX18" fmla="*/ 25718 w 51435"/>
                      <a:gd name="connsiteY18" fmla="*/ 109538 h 109537"/>
                      <a:gd name="connsiteX19" fmla="*/ 6668 w 51435"/>
                      <a:gd name="connsiteY19" fmla="*/ 102870 h 109537"/>
                      <a:gd name="connsiteX20" fmla="*/ 0 w 51435"/>
                      <a:gd name="connsiteY20" fmla="*/ 82868 h 109537"/>
                      <a:gd name="connsiteX21" fmla="*/ 0 w 51435"/>
                      <a:gd name="connsiteY21" fmla="*/ 26670 h 109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51435" h="109537">
                        <a:moveTo>
                          <a:pt x="17145" y="83820"/>
                        </a:moveTo>
                        <a:cubicBezTo>
                          <a:pt x="17145" y="87630"/>
                          <a:pt x="18098" y="90488"/>
                          <a:pt x="20003" y="92393"/>
                        </a:cubicBezTo>
                        <a:cubicBezTo>
                          <a:pt x="21908" y="94297"/>
                          <a:pt x="23813" y="95250"/>
                          <a:pt x="26670" y="95250"/>
                        </a:cubicBezTo>
                        <a:cubicBezTo>
                          <a:pt x="29528" y="95250"/>
                          <a:pt x="31433" y="94297"/>
                          <a:pt x="33338" y="92393"/>
                        </a:cubicBezTo>
                        <a:cubicBezTo>
                          <a:pt x="35243" y="90488"/>
                          <a:pt x="36195" y="87630"/>
                          <a:pt x="36195" y="83820"/>
                        </a:cubicBezTo>
                        <a:lnTo>
                          <a:pt x="36195" y="25718"/>
                        </a:lnTo>
                        <a:cubicBezTo>
                          <a:pt x="36195" y="21908"/>
                          <a:pt x="35243" y="19050"/>
                          <a:pt x="33338" y="17145"/>
                        </a:cubicBezTo>
                        <a:cubicBezTo>
                          <a:pt x="31433" y="15240"/>
                          <a:pt x="29528" y="14288"/>
                          <a:pt x="26670" y="14288"/>
                        </a:cubicBezTo>
                        <a:cubicBezTo>
                          <a:pt x="23813" y="14288"/>
                          <a:pt x="21908" y="15240"/>
                          <a:pt x="20003" y="17145"/>
                        </a:cubicBezTo>
                        <a:cubicBezTo>
                          <a:pt x="18098" y="19050"/>
                          <a:pt x="17145" y="21908"/>
                          <a:pt x="17145" y="25718"/>
                        </a:cubicBezTo>
                        <a:lnTo>
                          <a:pt x="17145" y="83820"/>
                        </a:lnTo>
                        <a:close/>
                        <a:moveTo>
                          <a:pt x="0" y="26670"/>
                        </a:moveTo>
                        <a:cubicBezTo>
                          <a:pt x="0" y="18097"/>
                          <a:pt x="1905" y="11430"/>
                          <a:pt x="6668" y="6668"/>
                        </a:cubicBezTo>
                        <a:cubicBezTo>
                          <a:pt x="11430" y="1905"/>
                          <a:pt x="17145" y="0"/>
                          <a:pt x="25718" y="0"/>
                        </a:cubicBezTo>
                        <a:cubicBezTo>
                          <a:pt x="34290" y="0"/>
                          <a:pt x="40005" y="1905"/>
                          <a:pt x="44768" y="6668"/>
                        </a:cubicBezTo>
                        <a:cubicBezTo>
                          <a:pt x="49530" y="11430"/>
                          <a:pt x="51435" y="18097"/>
                          <a:pt x="51435" y="26670"/>
                        </a:cubicBezTo>
                        <a:lnTo>
                          <a:pt x="51435" y="82868"/>
                        </a:lnTo>
                        <a:cubicBezTo>
                          <a:pt x="51435" y="91440"/>
                          <a:pt x="49530" y="98108"/>
                          <a:pt x="44768" y="102870"/>
                        </a:cubicBezTo>
                        <a:cubicBezTo>
                          <a:pt x="40005" y="107633"/>
                          <a:pt x="34290" y="109538"/>
                          <a:pt x="25718" y="109538"/>
                        </a:cubicBezTo>
                        <a:cubicBezTo>
                          <a:pt x="17145" y="109538"/>
                          <a:pt x="11430" y="107633"/>
                          <a:pt x="6668" y="102870"/>
                        </a:cubicBezTo>
                        <a:cubicBezTo>
                          <a:pt x="1905" y="98108"/>
                          <a:pt x="0" y="91440"/>
                          <a:pt x="0" y="82868"/>
                        </a:cubicBezTo>
                        <a:lnTo>
                          <a:pt x="0" y="2667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CE531042-7E99-46C0-A00F-86B9CD429BBC}"/>
                      </a:ext>
                    </a:extLst>
                  </p:cNvPr>
                  <p:cNvSpPr/>
                  <p:nvPr/>
                </p:nvSpPr>
                <p:spPr>
                  <a:xfrm>
                    <a:off x="4945073" y="11655188"/>
                    <a:ext cx="53339" cy="109537"/>
                  </a:xfrm>
                  <a:custGeom>
                    <a:avLst/>
                    <a:gdLst>
                      <a:gd name="connsiteX0" fmla="*/ 1905 w 53339"/>
                      <a:gd name="connsiteY0" fmla="*/ 26670 h 109537"/>
                      <a:gd name="connsiteX1" fmla="*/ 8572 w 53339"/>
                      <a:gd name="connsiteY1" fmla="*/ 6668 h 109537"/>
                      <a:gd name="connsiteX2" fmla="*/ 27622 w 53339"/>
                      <a:gd name="connsiteY2" fmla="*/ 0 h 109537"/>
                      <a:gd name="connsiteX3" fmla="*/ 46672 w 53339"/>
                      <a:gd name="connsiteY3" fmla="*/ 6668 h 109537"/>
                      <a:gd name="connsiteX4" fmla="*/ 53340 w 53339"/>
                      <a:gd name="connsiteY4" fmla="*/ 26670 h 109537"/>
                      <a:gd name="connsiteX5" fmla="*/ 53340 w 53339"/>
                      <a:gd name="connsiteY5" fmla="*/ 30480 h 109537"/>
                      <a:gd name="connsiteX6" fmla="*/ 36195 w 53339"/>
                      <a:gd name="connsiteY6" fmla="*/ 30480 h 109537"/>
                      <a:gd name="connsiteX7" fmla="*/ 36195 w 53339"/>
                      <a:gd name="connsiteY7" fmla="*/ 25718 h 109537"/>
                      <a:gd name="connsiteX8" fmla="*/ 34290 w 53339"/>
                      <a:gd name="connsiteY8" fmla="*/ 17145 h 109537"/>
                      <a:gd name="connsiteX9" fmla="*/ 27622 w 53339"/>
                      <a:gd name="connsiteY9" fmla="*/ 14288 h 109537"/>
                      <a:gd name="connsiteX10" fmla="*/ 20955 w 53339"/>
                      <a:gd name="connsiteY10" fmla="*/ 17145 h 109537"/>
                      <a:gd name="connsiteX11" fmla="*/ 19050 w 53339"/>
                      <a:gd name="connsiteY11" fmla="*/ 25718 h 109537"/>
                      <a:gd name="connsiteX12" fmla="*/ 21907 w 53339"/>
                      <a:gd name="connsiteY12" fmla="*/ 35243 h 109537"/>
                      <a:gd name="connsiteX13" fmla="*/ 27622 w 53339"/>
                      <a:gd name="connsiteY13" fmla="*/ 42863 h 109537"/>
                      <a:gd name="connsiteX14" fmla="*/ 35243 w 53339"/>
                      <a:gd name="connsiteY14" fmla="*/ 50483 h 109537"/>
                      <a:gd name="connsiteX15" fmla="*/ 42863 w 53339"/>
                      <a:gd name="connsiteY15" fmla="*/ 59055 h 109537"/>
                      <a:gd name="connsiteX16" fmla="*/ 48577 w 53339"/>
                      <a:gd name="connsiteY16" fmla="*/ 69533 h 109537"/>
                      <a:gd name="connsiteX17" fmla="*/ 51435 w 53339"/>
                      <a:gd name="connsiteY17" fmla="*/ 82868 h 109537"/>
                      <a:gd name="connsiteX18" fmla="*/ 44768 w 53339"/>
                      <a:gd name="connsiteY18" fmla="*/ 102870 h 109537"/>
                      <a:gd name="connsiteX19" fmla="*/ 25718 w 53339"/>
                      <a:gd name="connsiteY19" fmla="*/ 109538 h 109537"/>
                      <a:gd name="connsiteX20" fmla="*/ 6668 w 53339"/>
                      <a:gd name="connsiteY20" fmla="*/ 102870 h 109537"/>
                      <a:gd name="connsiteX21" fmla="*/ 0 w 53339"/>
                      <a:gd name="connsiteY21" fmla="*/ 82868 h 109537"/>
                      <a:gd name="connsiteX22" fmla="*/ 0 w 53339"/>
                      <a:gd name="connsiteY22" fmla="*/ 76200 h 109537"/>
                      <a:gd name="connsiteX23" fmla="*/ 16193 w 53339"/>
                      <a:gd name="connsiteY23" fmla="*/ 76200 h 109537"/>
                      <a:gd name="connsiteX24" fmla="*/ 16193 w 53339"/>
                      <a:gd name="connsiteY24" fmla="*/ 83820 h 109537"/>
                      <a:gd name="connsiteX25" fmla="*/ 19050 w 53339"/>
                      <a:gd name="connsiteY25" fmla="*/ 92393 h 109537"/>
                      <a:gd name="connsiteX26" fmla="*/ 25718 w 53339"/>
                      <a:gd name="connsiteY26" fmla="*/ 94297 h 109537"/>
                      <a:gd name="connsiteX27" fmla="*/ 32385 w 53339"/>
                      <a:gd name="connsiteY27" fmla="*/ 92393 h 109537"/>
                      <a:gd name="connsiteX28" fmla="*/ 35243 w 53339"/>
                      <a:gd name="connsiteY28" fmla="*/ 83820 h 109537"/>
                      <a:gd name="connsiteX29" fmla="*/ 32385 w 53339"/>
                      <a:gd name="connsiteY29" fmla="*/ 74295 h 109537"/>
                      <a:gd name="connsiteX30" fmla="*/ 26670 w 53339"/>
                      <a:gd name="connsiteY30" fmla="*/ 66675 h 109537"/>
                      <a:gd name="connsiteX31" fmla="*/ 19050 w 53339"/>
                      <a:gd name="connsiteY31" fmla="*/ 59055 h 109537"/>
                      <a:gd name="connsiteX32" fmla="*/ 11430 w 53339"/>
                      <a:gd name="connsiteY32" fmla="*/ 50483 h 109537"/>
                      <a:gd name="connsiteX33" fmla="*/ 5715 w 53339"/>
                      <a:gd name="connsiteY33" fmla="*/ 40005 h 109537"/>
                      <a:gd name="connsiteX34" fmla="*/ 1905 w 53339"/>
                      <a:gd name="connsiteY34" fmla="*/ 26670 h 109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339" h="109537">
                        <a:moveTo>
                          <a:pt x="1905" y="26670"/>
                        </a:moveTo>
                        <a:cubicBezTo>
                          <a:pt x="1905" y="18097"/>
                          <a:pt x="3810" y="11430"/>
                          <a:pt x="8572" y="6668"/>
                        </a:cubicBezTo>
                        <a:cubicBezTo>
                          <a:pt x="12382" y="1905"/>
                          <a:pt x="19050" y="0"/>
                          <a:pt x="27622" y="0"/>
                        </a:cubicBezTo>
                        <a:cubicBezTo>
                          <a:pt x="36195" y="0"/>
                          <a:pt x="41910" y="1905"/>
                          <a:pt x="46672" y="6668"/>
                        </a:cubicBezTo>
                        <a:cubicBezTo>
                          <a:pt x="50482" y="11430"/>
                          <a:pt x="53340" y="18097"/>
                          <a:pt x="53340" y="26670"/>
                        </a:cubicBezTo>
                        <a:lnTo>
                          <a:pt x="53340" y="30480"/>
                        </a:lnTo>
                        <a:lnTo>
                          <a:pt x="36195" y="30480"/>
                        </a:lnTo>
                        <a:lnTo>
                          <a:pt x="36195" y="25718"/>
                        </a:lnTo>
                        <a:cubicBezTo>
                          <a:pt x="36195" y="21908"/>
                          <a:pt x="35243" y="19050"/>
                          <a:pt x="34290" y="17145"/>
                        </a:cubicBezTo>
                        <a:cubicBezTo>
                          <a:pt x="32385" y="15240"/>
                          <a:pt x="30480" y="14288"/>
                          <a:pt x="27622" y="14288"/>
                        </a:cubicBezTo>
                        <a:cubicBezTo>
                          <a:pt x="24765" y="14288"/>
                          <a:pt x="22860" y="15240"/>
                          <a:pt x="20955" y="17145"/>
                        </a:cubicBezTo>
                        <a:cubicBezTo>
                          <a:pt x="19050" y="19050"/>
                          <a:pt x="19050" y="21908"/>
                          <a:pt x="19050" y="25718"/>
                        </a:cubicBezTo>
                        <a:cubicBezTo>
                          <a:pt x="19050" y="29528"/>
                          <a:pt x="20002" y="32385"/>
                          <a:pt x="21907" y="35243"/>
                        </a:cubicBezTo>
                        <a:cubicBezTo>
                          <a:pt x="23813" y="38100"/>
                          <a:pt x="25718" y="40958"/>
                          <a:pt x="27622" y="42863"/>
                        </a:cubicBezTo>
                        <a:cubicBezTo>
                          <a:pt x="30480" y="45720"/>
                          <a:pt x="32385" y="47625"/>
                          <a:pt x="35243" y="50483"/>
                        </a:cubicBezTo>
                        <a:cubicBezTo>
                          <a:pt x="38100" y="53340"/>
                          <a:pt x="40957" y="56197"/>
                          <a:pt x="42863" y="59055"/>
                        </a:cubicBezTo>
                        <a:cubicBezTo>
                          <a:pt x="45720" y="61913"/>
                          <a:pt x="47625" y="65722"/>
                          <a:pt x="48577" y="69533"/>
                        </a:cubicBezTo>
                        <a:cubicBezTo>
                          <a:pt x="50482" y="73343"/>
                          <a:pt x="51435" y="78105"/>
                          <a:pt x="51435" y="82868"/>
                        </a:cubicBezTo>
                        <a:cubicBezTo>
                          <a:pt x="51435" y="91440"/>
                          <a:pt x="49530" y="98108"/>
                          <a:pt x="44768" y="102870"/>
                        </a:cubicBezTo>
                        <a:cubicBezTo>
                          <a:pt x="40957" y="107633"/>
                          <a:pt x="34290" y="109538"/>
                          <a:pt x="25718" y="109538"/>
                        </a:cubicBezTo>
                        <a:cubicBezTo>
                          <a:pt x="17145" y="109538"/>
                          <a:pt x="11430" y="107633"/>
                          <a:pt x="6668" y="102870"/>
                        </a:cubicBezTo>
                        <a:cubicBezTo>
                          <a:pt x="2857" y="98108"/>
                          <a:pt x="0" y="91440"/>
                          <a:pt x="0" y="82868"/>
                        </a:cubicBezTo>
                        <a:lnTo>
                          <a:pt x="0" y="76200"/>
                        </a:lnTo>
                        <a:lnTo>
                          <a:pt x="16193" y="76200"/>
                        </a:lnTo>
                        <a:lnTo>
                          <a:pt x="16193" y="83820"/>
                        </a:lnTo>
                        <a:cubicBezTo>
                          <a:pt x="16193" y="87630"/>
                          <a:pt x="17145" y="90488"/>
                          <a:pt x="19050" y="92393"/>
                        </a:cubicBezTo>
                        <a:cubicBezTo>
                          <a:pt x="20955" y="94297"/>
                          <a:pt x="22860" y="94297"/>
                          <a:pt x="25718" y="94297"/>
                        </a:cubicBezTo>
                        <a:cubicBezTo>
                          <a:pt x="28575" y="94297"/>
                          <a:pt x="30480" y="93345"/>
                          <a:pt x="32385" y="92393"/>
                        </a:cubicBezTo>
                        <a:cubicBezTo>
                          <a:pt x="34290" y="90488"/>
                          <a:pt x="35243" y="88583"/>
                          <a:pt x="35243" y="83820"/>
                        </a:cubicBezTo>
                        <a:cubicBezTo>
                          <a:pt x="35243" y="80010"/>
                          <a:pt x="34290" y="77153"/>
                          <a:pt x="32385" y="74295"/>
                        </a:cubicBezTo>
                        <a:cubicBezTo>
                          <a:pt x="30480" y="71438"/>
                          <a:pt x="28575" y="68580"/>
                          <a:pt x="26670" y="66675"/>
                        </a:cubicBezTo>
                        <a:cubicBezTo>
                          <a:pt x="23813" y="63818"/>
                          <a:pt x="21907" y="61913"/>
                          <a:pt x="19050" y="59055"/>
                        </a:cubicBezTo>
                        <a:cubicBezTo>
                          <a:pt x="16193" y="56197"/>
                          <a:pt x="13335" y="53340"/>
                          <a:pt x="11430" y="50483"/>
                        </a:cubicBezTo>
                        <a:cubicBezTo>
                          <a:pt x="8572" y="47625"/>
                          <a:pt x="6668" y="43815"/>
                          <a:pt x="5715" y="40005"/>
                        </a:cubicBezTo>
                        <a:cubicBezTo>
                          <a:pt x="2857" y="36195"/>
                          <a:pt x="1905" y="32385"/>
                          <a:pt x="1905" y="26670"/>
                        </a:cubicBezTo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CCA7611-7776-43FB-BEB7-EA1D73B4CEF9}"/>
                      </a:ext>
                    </a:extLst>
                  </p:cNvPr>
                  <p:cNvSpPr/>
                  <p:nvPr/>
                </p:nvSpPr>
                <p:spPr>
                  <a:xfrm>
                    <a:off x="5006032" y="11655188"/>
                    <a:ext cx="51435" cy="109537"/>
                  </a:xfrm>
                  <a:custGeom>
                    <a:avLst/>
                    <a:gdLst>
                      <a:gd name="connsiteX0" fmla="*/ 17145 w 51435"/>
                      <a:gd name="connsiteY0" fmla="*/ 83820 h 109537"/>
                      <a:gd name="connsiteX1" fmla="*/ 20003 w 51435"/>
                      <a:gd name="connsiteY1" fmla="*/ 92393 h 109537"/>
                      <a:gd name="connsiteX2" fmla="*/ 26670 w 51435"/>
                      <a:gd name="connsiteY2" fmla="*/ 95250 h 109537"/>
                      <a:gd name="connsiteX3" fmla="*/ 33338 w 51435"/>
                      <a:gd name="connsiteY3" fmla="*/ 92393 h 109537"/>
                      <a:gd name="connsiteX4" fmla="*/ 36195 w 51435"/>
                      <a:gd name="connsiteY4" fmla="*/ 83820 h 109537"/>
                      <a:gd name="connsiteX5" fmla="*/ 36195 w 51435"/>
                      <a:gd name="connsiteY5" fmla="*/ 25718 h 109537"/>
                      <a:gd name="connsiteX6" fmla="*/ 33338 w 51435"/>
                      <a:gd name="connsiteY6" fmla="*/ 17145 h 109537"/>
                      <a:gd name="connsiteX7" fmla="*/ 26670 w 51435"/>
                      <a:gd name="connsiteY7" fmla="*/ 14288 h 109537"/>
                      <a:gd name="connsiteX8" fmla="*/ 20003 w 51435"/>
                      <a:gd name="connsiteY8" fmla="*/ 17145 h 109537"/>
                      <a:gd name="connsiteX9" fmla="*/ 17145 w 51435"/>
                      <a:gd name="connsiteY9" fmla="*/ 25718 h 109537"/>
                      <a:gd name="connsiteX10" fmla="*/ 17145 w 51435"/>
                      <a:gd name="connsiteY10" fmla="*/ 83820 h 109537"/>
                      <a:gd name="connsiteX11" fmla="*/ 0 w 51435"/>
                      <a:gd name="connsiteY11" fmla="*/ 26670 h 109537"/>
                      <a:gd name="connsiteX12" fmla="*/ 6668 w 51435"/>
                      <a:gd name="connsiteY12" fmla="*/ 6668 h 109537"/>
                      <a:gd name="connsiteX13" fmla="*/ 25718 w 51435"/>
                      <a:gd name="connsiteY13" fmla="*/ 0 h 109537"/>
                      <a:gd name="connsiteX14" fmla="*/ 44768 w 51435"/>
                      <a:gd name="connsiteY14" fmla="*/ 6668 h 109537"/>
                      <a:gd name="connsiteX15" fmla="*/ 51435 w 51435"/>
                      <a:gd name="connsiteY15" fmla="*/ 26670 h 109537"/>
                      <a:gd name="connsiteX16" fmla="*/ 51435 w 51435"/>
                      <a:gd name="connsiteY16" fmla="*/ 82868 h 109537"/>
                      <a:gd name="connsiteX17" fmla="*/ 44768 w 51435"/>
                      <a:gd name="connsiteY17" fmla="*/ 102870 h 109537"/>
                      <a:gd name="connsiteX18" fmla="*/ 25718 w 51435"/>
                      <a:gd name="connsiteY18" fmla="*/ 109538 h 109537"/>
                      <a:gd name="connsiteX19" fmla="*/ 6668 w 51435"/>
                      <a:gd name="connsiteY19" fmla="*/ 102870 h 109537"/>
                      <a:gd name="connsiteX20" fmla="*/ 0 w 51435"/>
                      <a:gd name="connsiteY20" fmla="*/ 82868 h 109537"/>
                      <a:gd name="connsiteX21" fmla="*/ 0 w 51435"/>
                      <a:gd name="connsiteY21" fmla="*/ 26670 h 109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51435" h="109537">
                        <a:moveTo>
                          <a:pt x="17145" y="83820"/>
                        </a:moveTo>
                        <a:cubicBezTo>
                          <a:pt x="17145" y="87630"/>
                          <a:pt x="18098" y="90488"/>
                          <a:pt x="20003" y="92393"/>
                        </a:cubicBezTo>
                        <a:cubicBezTo>
                          <a:pt x="21908" y="94297"/>
                          <a:pt x="23813" y="95250"/>
                          <a:pt x="26670" y="95250"/>
                        </a:cubicBezTo>
                        <a:cubicBezTo>
                          <a:pt x="29528" y="95250"/>
                          <a:pt x="31433" y="94297"/>
                          <a:pt x="33338" y="92393"/>
                        </a:cubicBezTo>
                        <a:cubicBezTo>
                          <a:pt x="35243" y="90488"/>
                          <a:pt x="36195" y="87630"/>
                          <a:pt x="36195" y="83820"/>
                        </a:cubicBezTo>
                        <a:lnTo>
                          <a:pt x="36195" y="25718"/>
                        </a:lnTo>
                        <a:cubicBezTo>
                          <a:pt x="36195" y="21908"/>
                          <a:pt x="35243" y="19050"/>
                          <a:pt x="33338" y="17145"/>
                        </a:cubicBezTo>
                        <a:cubicBezTo>
                          <a:pt x="31433" y="15240"/>
                          <a:pt x="29528" y="14288"/>
                          <a:pt x="26670" y="14288"/>
                        </a:cubicBezTo>
                        <a:cubicBezTo>
                          <a:pt x="23813" y="14288"/>
                          <a:pt x="21908" y="15240"/>
                          <a:pt x="20003" y="17145"/>
                        </a:cubicBezTo>
                        <a:cubicBezTo>
                          <a:pt x="18098" y="19050"/>
                          <a:pt x="17145" y="21908"/>
                          <a:pt x="17145" y="25718"/>
                        </a:cubicBezTo>
                        <a:lnTo>
                          <a:pt x="17145" y="83820"/>
                        </a:lnTo>
                        <a:close/>
                        <a:moveTo>
                          <a:pt x="0" y="26670"/>
                        </a:moveTo>
                        <a:cubicBezTo>
                          <a:pt x="0" y="18097"/>
                          <a:pt x="1905" y="11430"/>
                          <a:pt x="6668" y="6668"/>
                        </a:cubicBezTo>
                        <a:cubicBezTo>
                          <a:pt x="11430" y="1905"/>
                          <a:pt x="17145" y="0"/>
                          <a:pt x="25718" y="0"/>
                        </a:cubicBezTo>
                        <a:cubicBezTo>
                          <a:pt x="34290" y="0"/>
                          <a:pt x="40005" y="1905"/>
                          <a:pt x="44768" y="6668"/>
                        </a:cubicBezTo>
                        <a:cubicBezTo>
                          <a:pt x="49530" y="11430"/>
                          <a:pt x="51435" y="18097"/>
                          <a:pt x="51435" y="26670"/>
                        </a:cubicBezTo>
                        <a:lnTo>
                          <a:pt x="51435" y="82868"/>
                        </a:lnTo>
                        <a:cubicBezTo>
                          <a:pt x="51435" y="91440"/>
                          <a:pt x="49530" y="98108"/>
                          <a:pt x="44768" y="102870"/>
                        </a:cubicBezTo>
                        <a:cubicBezTo>
                          <a:pt x="40005" y="107633"/>
                          <a:pt x="34290" y="109538"/>
                          <a:pt x="25718" y="109538"/>
                        </a:cubicBezTo>
                        <a:cubicBezTo>
                          <a:pt x="17145" y="109538"/>
                          <a:pt x="11430" y="107633"/>
                          <a:pt x="6668" y="102870"/>
                        </a:cubicBezTo>
                        <a:cubicBezTo>
                          <a:pt x="1905" y="98108"/>
                          <a:pt x="0" y="91440"/>
                          <a:pt x="0" y="82868"/>
                        </a:cubicBezTo>
                        <a:lnTo>
                          <a:pt x="0" y="2667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9881331E-17C3-48C9-AB6B-6359ADFDC7D0}"/>
                      </a:ext>
                    </a:extLst>
                  </p:cNvPr>
                  <p:cNvSpPr/>
                  <p:nvPr/>
                </p:nvSpPr>
                <p:spPr>
                  <a:xfrm>
                    <a:off x="5066040" y="11655188"/>
                    <a:ext cx="51434" cy="109537"/>
                  </a:xfrm>
                  <a:custGeom>
                    <a:avLst/>
                    <a:gdLst>
                      <a:gd name="connsiteX0" fmla="*/ 51435 w 51434"/>
                      <a:gd name="connsiteY0" fmla="*/ 68580 h 109537"/>
                      <a:gd name="connsiteX1" fmla="*/ 51435 w 51434"/>
                      <a:gd name="connsiteY1" fmla="*/ 82868 h 109537"/>
                      <a:gd name="connsiteX2" fmla="*/ 44767 w 51434"/>
                      <a:gd name="connsiteY2" fmla="*/ 102870 h 109537"/>
                      <a:gd name="connsiteX3" fmla="*/ 25717 w 51434"/>
                      <a:gd name="connsiteY3" fmla="*/ 109538 h 109537"/>
                      <a:gd name="connsiteX4" fmla="*/ 6667 w 51434"/>
                      <a:gd name="connsiteY4" fmla="*/ 102870 h 109537"/>
                      <a:gd name="connsiteX5" fmla="*/ 0 w 51434"/>
                      <a:gd name="connsiteY5" fmla="*/ 82868 h 109537"/>
                      <a:gd name="connsiteX6" fmla="*/ 0 w 51434"/>
                      <a:gd name="connsiteY6" fmla="*/ 26670 h 109537"/>
                      <a:gd name="connsiteX7" fmla="*/ 6667 w 51434"/>
                      <a:gd name="connsiteY7" fmla="*/ 6668 h 109537"/>
                      <a:gd name="connsiteX8" fmla="*/ 25717 w 51434"/>
                      <a:gd name="connsiteY8" fmla="*/ 0 h 109537"/>
                      <a:gd name="connsiteX9" fmla="*/ 44767 w 51434"/>
                      <a:gd name="connsiteY9" fmla="*/ 6668 h 109537"/>
                      <a:gd name="connsiteX10" fmla="*/ 51435 w 51434"/>
                      <a:gd name="connsiteY10" fmla="*/ 26670 h 109537"/>
                      <a:gd name="connsiteX11" fmla="*/ 51435 w 51434"/>
                      <a:gd name="connsiteY11" fmla="*/ 37147 h 109537"/>
                      <a:gd name="connsiteX12" fmla="*/ 35242 w 51434"/>
                      <a:gd name="connsiteY12" fmla="*/ 37147 h 109537"/>
                      <a:gd name="connsiteX13" fmla="*/ 35242 w 51434"/>
                      <a:gd name="connsiteY13" fmla="*/ 25718 h 109537"/>
                      <a:gd name="connsiteX14" fmla="*/ 32385 w 51434"/>
                      <a:gd name="connsiteY14" fmla="*/ 17145 h 109537"/>
                      <a:gd name="connsiteX15" fmla="*/ 25717 w 51434"/>
                      <a:gd name="connsiteY15" fmla="*/ 14288 h 109537"/>
                      <a:gd name="connsiteX16" fmla="*/ 19050 w 51434"/>
                      <a:gd name="connsiteY16" fmla="*/ 17145 h 109537"/>
                      <a:gd name="connsiteX17" fmla="*/ 16192 w 51434"/>
                      <a:gd name="connsiteY17" fmla="*/ 25718 h 109537"/>
                      <a:gd name="connsiteX18" fmla="*/ 16192 w 51434"/>
                      <a:gd name="connsiteY18" fmla="*/ 83820 h 109537"/>
                      <a:gd name="connsiteX19" fmla="*/ 19050 w 51434"/>
                      <a:gd name="connsiteY19" fmla="*/ 92393 h 109537"/>
                      <a:gd name="connsiteX20" fmla="*/ 25717 w 51434"/>
                      <a:gd name="connsiteY20" fmla="*/ 94297 h 109537"/>
                      <a:gd name="connsiteX21" fmla="*/ 32385 w 51434"/>
                      <a:gd name="connsiteY21" fmla="*/ 92393 h 109537"/>
                      <a:gd name="connsiteX22" fmla="*/ 35242 w 51434"/>
                      <a:gd name="connsiteY22" fmla="*/ 83820 h 109537"/>
                      <a:gd name="connsiteX23" fmla="*/ 35242 w 51434"/>
                      <a:gd name="connsiteY23" fmla="*/ 68580 h 109537"/>
                      <a:gd name="connsiteX24" fmla="*/ 51435 w 51434"/>
                      <a:gd name="connsiteY24" fmla="*/ 68580 h 109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1434" h="109537">
                        <a:moveTo>
                          <a:pt x="51435" y="68580"/>
                        </a:moveTo>
                        <a:lnTo>
                          <a:pt x="51435" y="82868"/>
                        </a:lnTo>
                        <a:cubicBezTo>
                          <a:pt x="51435" y="91440"/>
                          <a:pt x="49530" y="98108"/>
                          <a:pt x="44767" y="102870"/>
                        </a:cubicBezTo>
                        <a:cubicBezTo>
                          <a:pt x="40957" y="107633"/>
                          <a:pt x="34290" y="109538"/>
                          <a:pt x="25717" y="109538"/>
                        </a:cubicBezTo>
                        <a:cubicBezTo>
                          <a:pt x="17145" y="109538"/>
                          <a:pt x="11430" y="107633"/>
                          <a:pt x="6667" y="102870"/>
                        </a:cubicBezTo>
                        <a:cubicBezTo>
                          <a:pt x="2857" y="98108"/>
                          <a:pt x="0" y="91440"/>
                          <a:pt x="0" y="82868"/>
                        </a:cubicBezTo>
                        <a:lnTo>
                          <a:pt x="0" y="26670"/>
                        </a:lnTo>
                        <a:cubicBezTo>
                          <a:pt x="0" y="18097"/>
                          <a:pt x="1905" y="11430"/>
                          <a:pt x="6667" y="6668"/>
                        </a:cubicBezTo>
                        <a:cubicBezTo>
                          <a:pt x="10477" y="1905"/>
                          <a:pt x="17145" y="0"/>
                          <a:pt x="25717" y="0"/>
                        </a:cubicBezTo>
                        <a:cubicBezTo>
                          <a:pt x="34290" y="0"/>
                          <a:pt x="40005" y="1905"/>
                          <a:pt x="44767" y="6668"/>
                        </a:cubicBezTo>
                        <a:cubicBezTo>
                          <a:pt x="48577" y="11430"/>
                          <a:pt x="51435" y="18097"/>
                          <a:pt x="51435" y="26670"/>
                        </a:cubicBezTo>
                        <a:lnTo>
                          <a:pt x="51435" y="37147"/>
                        </a:lnTo>
                        <a:lnTo>
                          <a:pt x="35242" y="37147"/>
                        </a:lnTo>
                        <a:lnTo>
                          <a:pt x="35242" y="25718"/>
                        </a:lnTo>
                        <a:cubicBezTo>
                          <a:pt x="35242" y="21908"/>
                          <a:pt x="34290" y="19050"/>
                          <a:pt x="32385" y="17145"/>
                        </a:cubicBezTo>
                        <a:cubicBezTo>
                          <a:pt x="30480" y="15240"/>
                          <a:pt x="28575" y="14288"/>
                          <a:pt x="25717" y="14288"/>
                        </a:cubicBezTo>
                        <a:cubicBezTo>
                          <a:pt x="22860" y="14288"/>
                          <a:pt x="20955" y="15240"/>
                          <a:pt x="19050" y="17145"/>
                        </a:cubicBezTo>
                        <a:cubicBezTo>
                          <a:pt x="17145" y="19050"/>
                          <a:pt x="16192" y="21908"/>
                          <a:pt x="16192" y="25718"/>
                        </a:cubicBezTo>
                        <a:lnTo>
                          <a:pt x="16192" y="83820"/>
                        </a:lnTo>
                        <a:cubicBezTo>
                          <a:pt x="16192" y="87630"/>
                          <a:pt x="17145" y="90488"/>
                          <a:pt x="19050" y="92393"/>
                        </a:cubicBezTo>
                        <a:cubicBezTo>
                          <a:pt x="20955" y="94297"/>
                          <a:pt x="22860" y="94297"/>
                          <a:pt x="25717" y="94297"/>
                        </a:cubicBezTo>
                        <a:cubicBezTo>
                          <a:pt x="28575" y="94297"/>
                          <a:pt x="30480" y="93345"/>
                          <a:pt x="32385" y="92393"/>
                        </a:cubicBezTo>
                        <a:cubicBezTo>
                          <a:pt x="34290" y="90488"/>
                          <a:pt x="35242" y="88583"/>
                          <a:pt x="35242" y="83820"/>
                        </a:cubicBezTo>
                        <a:lnTo>
                          <a:pt x="35242" y="68580"/>
                        </a:lnTo>
                        <a:lnTo>
                          <a:pt x="51435" y="68580"/>
                        </a:lnTo>
                        <a:close/>
                      </a:path>
                    </a:pathLst>
                  </a:custGeom>
                  <a:solidFill>
                    <a:srgbClr val="003B7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rtl="0"/>
                    <a:endParaRPr lang="es-CO" dirty="0">
                      <a:latin typeface="Arial" panose="020B0604020202020204" pitchFamily="34" charset="0"/>
                      <a:cs typeface="Arial" panose="020B0604020202020204" pitchFamily="34" charset="0"/>
                      <a:sym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76CFECB6-93C3-44BB-A629-17AF841AB759}"/>
                    </a:ext>
                  </a:extLst>
                </p:cNvPr>
                <p:cNvSpPr/>
                <p:nvPr/>
              </p:nvSpPr>
              <p:spPr>
                <a:xfrm>
                  <a:off x="5127953" y="11656141"/>
                  <a:ext cx="17144" cy="107632"/>
                </a:xfrm>
                <a:custGeom>
                  <a:avLst/>
                  <a:gdLst>
                    <a:gd name="connsiteX0" fmla="*/ 0 w 17144"/>
                    <a:gd name="connsiteY0" fmla="*/ 0 h 107632"/>
                    <a:gd name="connsiteX1" fmla="*/ 17145 w 17144"/>
                    <a:gd name="connsiteY1" fmla="*/ 0 h 107632"/>
                    <a:gd name="connsiteX2" fmla="*/ 17145 w 17144"/>
                    <a:gd name="connsiteY2" fmla="*/ 107632 h 107632"/>
                    <a:gd name="connsiteX3" fmla="*/ 0 w 17144"/>
                    <a:gd name="connsiteY3" fmla="*/ 107632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44" h="107632">
                      <a:moveTo>
                        <a:pt x="0" y="0"/>
                      </a:moveTo>
                      <a:lnTo>
                        <a:pt x="17145" y="0"/>
                      </a:lnTo>
                      <a:lnTo>
                        <a:pt x="17145" y="107632"/>
                      </a:lnTo>
                      <a:lnTo>
                        <a:pt x="0" y="107632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0E5FCEA3-B23E-4C89-8EC2-040D2103B6A1}"/>
                    </a:ext>
                  </a:extLst>
                </p:cNvPr>
                <p:cNvSpPr/>
                <p:nvPr/>
              </p:nvSpPr>
              <p:spPr>
                <a:xfrm>
                  <a:off x="5152718" y="11656141"/>
                  <a:ext cx="59055" cy="107632"/>
                </a:xfrm>
                <a:custGeom>
                  <a:avLst/>
                  <a:gdLst>
                    <a:gd name="connsiteX0" fmla="*/ 28575 w 59055"/>
                    <a:gd name="connsiteY0" fmla="*/ 19050 h 107632"/>
                    <a:gd name="connsiteX1" fmla="*/ 37148 w 59055"/>
                    <a:gd name="connsiteY1" fmla="*/ 73343 h 107632"/>
                    <a:gd name="connsiteX2" fmla="*/ 20955 w 59055"/>
                    <a:gd name="connsiteY2" fmla="*/ 73343 h 107632"/>
                    <a:gd name="connsiteX3" fmla="*/ 28575 w 59055"/>
                    <a:gd name="connsiteY3" fmla="*/ 19050 h 107632"/>
                    <a:gd name="connsiteX4" fmla="*/ 17145 w 59055"/>
                    <a:gd name="connsiteY4" fmla="*/ 0 h 107632"/>
                    <a:gd name="connsiteX5" fmla="*/ 0 w 59055"/>
                    <a:gd name="connsiteY5" fmla="*/ 107632 h 107632"/>
                    <a:gd name="connsiteX6" fmla="*/ 15240 w 59055"/>
                    <a:gd name="connsiteY6" fmla="*/ 107632 h 107632"/>
                    <a:gd name="connsiteX7" fmla="*/ 18098 w 59055"/>
                    <a:gd name="connsiteY7" fmla="*/ 87630 h 107632"/>
                    <a:gd name="connsiteX8" fmla="*/ 39052 w 59055"/>
                    <a:gd name="connsiteY8" fmla="*/ 87630 h 107632"/>
                    <a:gd name="connsiteX9" fmla="*/ 41910 w 59055"/>
                    <a:gd name="connsiteY9" fmla="*/ 107632 h 107632"/>
                    <a:gd name="connsiteX10" fmla="*/ 59055 w 59055"/>
                    <a:gd name="connsiteY10" fmla="*/ 107632 h 107632"/>
                    <a:gd name="connsiteX11" fmla="*/ 41910 w 59055"/>
                    <a:gd name="connsiteY11" fmla="*/ 0 h 107632"/>
                    <a:gd name="connsiteX12" fmla="*/ 17145 w 59055"/>
                    <a:gd name="connsiteY12" fmla="*/ 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9055" h="107632">
                      <a:moveTo>
                        <a:pt x="28575" y="19050"/>
                      </a:moveTo>
                      <a:lnTo>
                        <a:pt x="37148" y="73343"/>
                      </a:lnTo>
                      <a:lnTo>
                        <a:pt x="20955" y="73343"/>
                      </a:lnTo>
                      <a:lnTo>
                        <a:pt x="28575" y="19050"/>
                      </a:lnTo>
                      <a:close/>
                      <a:moveTo>
                        <a:pt x="17145" y="0"/>
                      </a:moveTo>
                      <a:lnTo>
                        <a:pt x="0" y="107632"/>
                      </a:lnTo>
                      <a:lnTo>
                        <a:pt x="15240" y="107632"/>
                      </a:lnTo>
                      <a:lnTo>
                        <a:pt x="18098" y="87630"/>
                      </a:lnTo>
                      <a:lnTo>
                        <a:pt x="39052" y="87630"/>
                      </a:lnTo>
                      <a:lnTo>
                        <a:pt x="41910" y="107632"/>
                      </a:lnTo>
                      <a:lnTo>
                        <a:pt x="59055" y="107632"/>
                      </a:lnTo>
                      <a:lnTo>
                        <a:pt x="41910" y="0"/>
                      </a:lnTo>
                      <a:lnTo>
                        <a:pt x="17145" y="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6E4E1B15-7370-4412-B315-62B44B6455C3}"/>
                    </a:ext>
                  </a:extLst>
                </p:cNvPr>
                <p:cNvSpPr/>
                <p:nvPr/>
              </p:nvSpPr>
              <p:spPr>
                <a:xfrm>
                  <a:off x="5219393" y="11656141"/>
                  <a:ext cx="44767" cy="107632"/>
                </a:xfrm>
                <a:custGeom>
                  <a:avLst/>
                  <a:gdLst>
                    <a:gd name="connsiteX0" fmla="*/ 0 w 44767"/>
                    <a:gd name="connsiteY0" fmla="*/ 0 h 107632"/>
                    <a:gd name="connsiteX1" fmla="*/ 0 w 44767"/>
                    <a:gd name="connsiteY1" fmla="*/ 107632 h 107632"/>
                    <a:gd name="connsiteX2" fmla="*/ 44768 w 44767"/>
                    <a:gd name="connsiteY2" fmla="*/ 107632 h 107632"/>
                    <a:gd name="connsiteX3" fmla="*/ 44768 w 44767"/>
                    <a:gd name="connsiteY3" fmla="*/ 92393 h 107632"/>
                    <a:gd name="connsiteX4" fmla="*/ 17145 w 44767"/>
                    <a:gd name="connsiteY4" fmla="*/ 92393 h 107632"/>
                    <a:gd name="connsiteX5" fmla="*/ 17145 w 44767"/>
                    <a:gd name="connsiteY5" fmla="*/ 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767" h="107632">
                      <a:moveTo>
                        <a:pt x="0" y="0"/>
                      </a:moveTo>
                      <a:lnTo>
                        <a:pt x="0" y="107632"/>
                      </a:lnTo>
                      <a:lnTo>
                        <a:pt x="44768" y="107632"/>
                      </a:lnTo>
                      <a:lnTo>
                        <a:pt x="44768" y="92393"/>
                      </a:lnTo>
                      <a:lnTo>
                        <a:pt x="17145" y="92393"/>
                      </a:lnTo>
                      <a:lnTo>
                        <a:pt x="17145" y="0"/>
                      </a:lnTo>
                      <a:close/>
                    </a:path>
                  </a:pathLst>
                </a:custGeom>
                <a:solidFill>
                  <a:srgbClr val="003B7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45BD587-31E4-43C4-AD54-51297B7B924F}"/>
                </a:ext>
              </a:extLst>
            </p:cNvPr>
            <p:cNvSpPr/>
            <p:nvPr/>
          </p:nvSpPr>
          <p:spPr>
            <a:xfrm>
              <a:off x="4225935" y="11068448"/>
              <a:ext cx="17144" cy="485775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0800" y="4335591"/>
            <a:ext cx="4840191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 err="1"/>
              <a:t>Edit</a:t>
            </a:r>
            <a:r>
              <a:rPr lang="es-CO" dirty="0"/>
              <a:t> date </a:t>
            </a:r>
            <a:r>
              <a:rPr lang="es-CO" dirty="0" err="1"/>
              <a:t>or</a:t>
            </a:r>
            <a:r>
              <a:rPr lang="es-CO" dirty="0"/>
              <a:t> </a:t>
            </a:r>
            <a:r>
              <a:rPr lang="es-CO" dirty="0" err="1"/>
              <a:t>title</a:t>
            </a:r>
            <a:r>
              <a:rPr lang="es-CO" dirty="0"/>
              <a:t>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1941" y="3917982"/>
            <a:ext cx="4840191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s-E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subtitle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1941" y="725452"/>
            <a:ext cx="4840191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rmAutofit/>
          </a:bodyPr>
          <a:lstStyle>
            <a:lvl1pPr rtl="0">
              <a:defRPr lang="es-ES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7A356572-DD78-4BCA-97A5-E38A00AA502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5155250" y="4884686"/>
            <a:ext cx="118968" cy="353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7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04664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0139941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s-E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1013994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b="0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tracker</a:t>
            </a:r>
            <a:endParaRPr lang="es-CO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5B349F4-19B6-42C8-B463-218DC044A09B}"/>
              </a:ext>
            </a:extLst>
          </p:cNvPr>
          <p:cNvSpPr/>
          <p:nvPr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2A4AB1-C55C-4B16-98EF-1F033555BB85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4E7BF71-EA2B-42A5-89CF-055592891A32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95CF52B-2DB6-4851-ACA7-3BFDE1717644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1A1A0DE-6C88-4C22-B934-F68806D26B30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ED98B27-367D-49CA-809B-2D3C65C1B837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0F2B0A6-326B-4BA0-804C-EEA2DE7A8A2B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3348ECA-9893-4918-B97B-A310A885B23D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33C0607-F955-4DC4-B7AE-CFE1E7753FEC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AC343BC-1A70-4CBC-8BFA-73EE2ECF17A6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C5825C1-3499-47EA-85DF-B123FF2A22F5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1D129FD-93E3-4586-9A18-789E4F64F35F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08FC2DE-9419-4FDB-A2EB-DD9018C56BE1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F5B33A6F-C7D4-404A-B48D-D3BC33123E91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3D4F918-A0FC-4D57-9B3C-4A6675F0B791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BF5B0BB-B895-444C-93B5-FF617DAE08F5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C693766-C526-4F4C-99B7-2199C1DFDD44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A03A22A-8151-4822-8A5E-000DB95E3FBB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53854E0-F52C-4E2E-94C1-E8F00B9E75C9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A007D79-B36D-4E82-A3A9-0419F9B440E6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E4C23EA-BAE5-43A3-9A31-7A5FA365BB9A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7112A0C-03D6-411E-A556-E051D1C703EA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4644D10-A459-49D5-9F72-803963A68BF2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142" name="Graphic 2">
              <a:extLst>
                <a:ext uri="{FF2B5EF4-FFF2-40B4-BE49-F238E27FC236}">
                  <a16:creationId xmlns:a16="http://schemas.microsoft.com/office/drawing/2014/main" id="{53EE3C0B-B287-468C-BE40-62B4F7794ED8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26CD7421-1B98-4935-931C-9C6DB53E0874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E54A7DE5-EFBF-4A2E-8CED-DB4328307AFF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53221754-9307-469F-8259-3B692DB24999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E704A28B-F117-4F71-8A78-7190F4FA3C06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96665FF6-3B13-4DED-9CEC-30C5189C5D63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775D9BCE-DDE8-47FE-8EE1-24683BED2BB5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42C815C0-75BD-4A22-9C77-B01723CE12C6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135B3412-87EF-4856-93D2-A133FE457934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63BDE7C0-A844-4AE1-81CC-19A15FC6D40B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E140B9F1-0C76-4358-B4BA-83C40089AE54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143" name="Graphic 2">
              <a:extLst>
                <a:ext uri="{FF2B5EF4-FFF2-40B4-BE49-F238E27FC236}">
                  <a16:creationId xmlns:a16="http://schemas.microsoft.com/office/drawing/2014/main" id="{83857D2B-A379-44A6-8655-319C4CC0F22C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774CA10E-CAA9-4348-B776-E545C1B5E986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0BF65D09-A299-4FAD-8018-E4C1EB6DD481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C78BB1A4-A868-46D1-82F0-296104A78F38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535B1A0C-F591-4FF8-BC30-96195917C034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7458D011-8082-48B2-9769-5E65B60C5473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8F320271-D182-4D69-8F92-E93AFDA963FA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966418FF-0CD3-4687-BE2A-F0AEEAA902E2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87354A3-9609-4B58-A2A9-F7F591EDDAC9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DBA690B8-39BD-482A-8754-F24608EA4A04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144" name="Graphic 2">
              <a:extLst>
                <a:ext uri="{FF2B5EF4-FFF2-40B4-BE49-F238E27FC236}">
                  <a16:creationId xmlns:a16="http://schemas.microsoft.com/office/drawing/2014/main" id="{61064AE3-5663-48B9-885D-950EF9E2B331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DEB610B7-D348-43E9-A002-9BEA6D9BA583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D498D079-71BA-4649-B8FF-6985256B234C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75038114-F434-463C-BC5F-DDC4F6B75C6B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1ED589D-4887-4D77-8F8A-3CFF53DCAD78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D598B3EB-C39C-4BBA-BAB0-AF48C20B2C9A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29062D4-C156-4A0F-BC0B-36EFEA229E4A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358E3C7-FA5E-4D3E-B987-3D40ACBA4127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8000843F-F787-4A6F-BFAE-32FB0BB13D98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812D4D1-6718-45FF-83CC-DAFEAAA66B68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DF682410-D92D-4263-91D5-C9823835C3F8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4C88C73-3B00-4A7D-89B2-15F1082290BA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39D5904-08F7-40CF-B2D9-4717F5B8EC3F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CB1EB6A-8906-4D7B-9400-549D6E47DE51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145" name="Graphic 2">
              <a:extLst>
                <a:ext uri="{FF2B5EF4-FFF2-40B4-BE49-F238E27FC236}">
                  <a16:creationId xmlns:a16="http://schemas.microsoft.com/office/drawing/2014/main" id="{E15033D7-C94D-4BBB-BBCE-16E36C2F6BAF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8CECA033-DD23-4C1E-818B-FFDE5627AD78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893642F-F2C3-4781-800D-7A3A08C83D93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96460236-CDFC-4B11-B160-7E8B607FD50A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9ECEFC80-E120-4333-ACF0-1FDFE40C3D8E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4726CBB-3414-4EF9-BB92-2D5DE70CB503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52ADF0A-E37B-4C21-893D-5CBECE540229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F8839410-5C22-4942-AA0D-CC6EE9D91EB7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A719E33F-5056-4ACD-B1CA-A3D0BE7D28CB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3FB2889-C9F5-4E51-957E-6DB6CCD38DFB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21A4EEF8-B91E-4EF0-A02D-6FE1F411A230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CDEFBC6-8959-4BE0-877D-A33184FF18D4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147" name="Graphic 2">
              <a:extLst>
                <a:ext uri="{FF2B5EF4-FFF2-40B4-BE49-F238E27FC236}">
                  <a16:creationId xmlns:a16="http://schemas.microsoft.com/office/drawing/2014/main" id="{D17CD324-BE8A-49C6-8646-B465E60BF908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CEA543C-B413-4D04-8693-57FDA9B4BFA5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EBC6918F-5572-4A83-B238-3EAA64D6BA7A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0716775-39CC-463F-8278-51FB5C9F83BC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4470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350111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E841FD1-DFEE-4E5D-998D-C5FFB31A9BF7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5BD1636-BB26-41AA-828D-C1752DAE6BFC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AE29C8E-66DF-4A86-9289-F2B69307F88E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96C96E-764A-4A3B-9EF5-41F121EB39D6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8C2232D-6E2D-46B8-A37F-71D14B568A03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E2712C-9AF9-4000-9C16-CEB8FBE0745D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4CFB42-C009-4519-A547-49B85F0EE527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8B77B7B-E14B-45FD-BA6D-F0BB7A34165B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1AFE236-E971-47CF-93F2-BF244AFBE7C3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214865A-FCEF-4232-9498-A4FC46F0B696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9D6DED-39D4-430D-8328-C8A1F1289F61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3DA8417-4036-45B5-AB12-9C1E6B7366A0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E90B7DF-FBEE-4DC8-B856-517AF2BF3E4E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D8CD66-FA40-47A2-BA91-DD9318D81766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CA49C9-8AEE-40E1-9DFB-70A9DFF51044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DF01265-8D75-41F3-A6CA-EE47898D6CFF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C23EE5A-1B73-4C79-A472-3014B4EC9E1E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65DF661-1823-4DEE-921D-CBD3CB2801B6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24C8257-AA1F-4FEB-885D-9BD42E9DB85A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745B3D5-4AAA-4E3F-BD1F-C0C6066DF049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69FF668-278B-43B0-986E-7235316C344C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01777C0-4F1D-43F5-8897-0BEF61CCB992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313B45E-1AE9-4C46-83DC-64939DAB8E0E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78B8B377-A36E-4CD6-9159-FDF93049E6D1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C6D4EF4-C652-41DB-96FE-09788F0E6A1A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260FF22-D284-4053-A10B-AB88ABABBC78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FBAB588-9A17-4B69-B76E-6BFF02A3B6AF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3DF89C4-86BE-4726-A0D2-6D6ABAC38843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FFE2C69-BBBA-45B2-99AA-B1D6FF06E58B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5C94CB0-1B6A-4379-8C32-6C0E976243C1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0C8308E-CB30-4ED1-A584-47E9A2867F33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1EE5CF5-4046-4310-BC06-F7A4A05068C7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D86A991-8C0F-4862-BB12-ADA7659D6593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181FCE2C-223E-449C-8F77-B0F7246C0CEC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298C6D0F-2A6D-496C-936D-0CC102BA51B2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D1D0E70-FC00-4FD4-A158-8321F8A0A6C6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003E5FF0-5F3B-408A-A7F0-DB71EA76F89A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2FF395E-67A6-4DEC-ADB5-F5F6F0B17F30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201EC07-FB3A-473F-BA02-684CBC8D5215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D58F0FBA-E9AB-4E9B-8DDD-6AB4D4B6970D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9A537CF-C73F-4410-BE5D-AB4851B0DAD5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A24993E-248D-4DA2-B794-79FF3C526E19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9F74C42-A2CF-44E0-B121-20FCB3AC6DC0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C97018BF-7517-48B9-A6E1-77274DB7ECFB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02C36852-3688-468B-BAE8-81C423D67388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FB23CA9-DA7B-4E9B-8285-118581683BF9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CE83B2F-8639-4B71-9344-50B418FFDBE7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8C8E115-043E-47E0-9C98-7AD8CDC92A21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3C3D7C2-4A9D-4273-B2F7-8993A33A5BBC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5AC7F8E-0902-46AA-AFC7-005F024520CD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7C51944-5A2F-4B1F-9E61-9E1EDE28F756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C155E55-381F-429F-8DCC-8B947F756F50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7D5C5186-7759-4527-B77F-6F180226CA88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E2FC9F8-FC81-44F4-A1E5-A276D5D8A8FA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3DF6894-522F-4D5D-BDD9-1BEB7EDF3C8D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2ADC6E78-CE19-4468-A9CF-21534EB91754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0705FBA-842B-45B3-9C0C-618ACF7912E5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A3BCF45-26EC-4B16-A88E-5A9BA9A3F091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AFE50AD1-8DAF-4BA7-BAB0-101299D88F4D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A482048D-835C-4DEA-B6AC-2F7C46072D51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915C9C7-4E4A-46BA-8983-CB9020DE43E1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988033B-15EA-4FF5-AA89-64E2D0EEAA91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989895-C0D8-4098-87CF-C952BD0CE428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A46FFDA-1F5E-4D0C-B36F-4C911D6648DA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30F96CD-9FCA-406A-AE0A-E4AD3E54EEB2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615F1E3-B022-4591-9CCE-8D6F4C773FB7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CCBFF94-9C62-4DE0-935D-69EA586D9D34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C922AE6-D182-49E4-B95E-14CCE9B09E93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EEE9F01-F7E1-4646-8110-0BF5776E0FC6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431A65D-019A-4361-BCA0-4521C644F892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104514EE-052A-4BC9-9B5F-919AB1FBE3C8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4438127D-DE97-4B53-BAEB-DC936CE06A45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47C7614-DD34-4036-B2AC-4624B7F3558A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834B0E2-3822-4F4F-9868-4399344A06A8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745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1832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D84BE3A-C2D6-4190-A604-84F017593A8E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3E268F-DB5B-4C51-BE22-25616D7173AD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2D0194D-7EEE-4825-A53A-6302BC5AC2BE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7746D2C-DDDC-4A58-BABB-0E6BCB284345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A6C61FD-B64A-4801-ADCB-CA2423534B63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8580847-090A-4612-A6F7-2B59D4845EB0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07D2D73-A614-4E80-8A69-1F268D3D6F1F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023E57D-B368-4DD9-AA86-307CFB1ED0FB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CB72BC-D336-4C50-8352-4A284A9E26AF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E3EAD8-F39B-4A07-AA5F-1EC6552A70F3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880259B-7FDE-455D-924E-2C1C11526483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BA2204A-B2D2-470E-A8B0-3A56BA318A21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0E7CCD-6CD9-4037-8472-58AE6B607425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CFD9B5-7C46-4BC0-A136-7FB0C709D257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58E6747-947B-4724-8B09-67875910E7F4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8DE7CCC-8C00-40C3-954D-4CA8832BF0C2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DC2B4A8-78B5-4206-B171-5D029B3DFD60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EA96E88-E3E8-4FBB-884D-D8A29443C596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BF8EC7B-C5E5-47B5-8017-0CBDA9018AEF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165EACE-645D-4FC6-9061-C06452321922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A17EFE-6BA8-4FC1-B8D1-826BFCE24F5A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F4539C-6466-46D1-9FB6-E8A0DD0E364A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50615D-CFC4-471C-9A87-34803C946E77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17399FDD-4595-4C21-90F3-938AC793305E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7DD3B1E-135F-4BFD-8C28-D7E0D5DA993C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8A75297-9D7D-4FE4-97BF-771FEED39692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EBF2C6A-141B-4D4A-B4EC-5CDC5D0124EF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8C14F54-AA98-4EDE-9D29-D68A3B022B9C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7391D50-5B6F-4D6A-89E5-7BC48665A494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50E5F40-2F14-4D2A-B7F3-C8CB8B4800AD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53EDEF1F-75C3-45E4-AEA8-801592B03F6D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5FAF78C-CD3B-46FC-8D88-AFDE3692BE35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E05C7B6-D5BB-4384-9600-0238C108E0D5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C8F70101-118A-411A-9A1A-D6EEE9BEB630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782F9A3C-AB2C-44C2-81C2-D58613B097A4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6A6DE8B-B6D9-4300-8939-822EA2FF3F63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46C6872-F0F1-49E0-B567-468773C525E1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C905424-1190-441B-8521-B6C31E8213B7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330A1EF-9C70-4C36-B89B-B13E1FD0E78F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98B96571-D0CA-4061-9A92-2497BF5DD3A1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2B14F12-8B48-4D81-AFDB-5FBCA3587C69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0F83864B-A17C-49C0-B07C-778DA1DEECB6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5506D06-382E-4538-A20B-7770D7565888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F6571D0-F808-49DF-A0DE-591785071D44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10D994C6-0C80-45DB-849C-3D2649084693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B2AEFF7-BCC4-4962-A3EB-89E76E66DF50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F5120C5-0DCB-4653-BED2-53D23D2A95CE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329ECD3-D72D-4BA3-98A2-6D05B271F6C1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907A70A4-C90D-4DA3-B532-DF339FBC6025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F39AD6B-6CA0-4DA3-AB30-980C70B8875C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F8DCB6E-5563-499A-9D53-388DC7F7E24E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54882F3-3927-429E-BF1C-F43780B7FA74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7C6AC8DD-B7CA-4EB5-BDE0-393AF910D05F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99AF1FB-CC85-4D2D-8A83-F985E143AF2C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D0A8035-27F2-4F4C-83E3-4BA76A35650C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C080945-B720-41E8-A6E0-CE7E1E38CB7F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DE8FC1A-42B8-4D5C-8627-CD29270DF48E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76F3163-26C5-4460-B5E2-C15068D8AA0D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7C259B4E-B25F-4D75-A6E8-34F8382B9745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BA4ACC9-D9B1-47C1-9B5E-A3BE1A9E834C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448DC47-8DCF-453B-B20B-65A9D9B78719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63E789E-BE36-4FC3-9B91-921296FC2821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3B5AE7B-3190-434C-9BA4-0364A1ABF13D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B18C1A5-F861-4682-8133-7AA8CA02546D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FFD7E25-9342-44BD-9251-59990B2D3681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D5E9B4A-5FD4-4EFA-9E0E-1E83C0A61A8A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4BF4EA2-FE65-4501-83E0-CA059E100F9D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8D0C238-F088-44FA-8876-9B88956D52C4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BAE8694-9C17-4D76-B1E7-CBC1AEC043BB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D47E3B3-8DB7-4583-ACB6-BFB3321BA22F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3D0DE5C9-DC60-4906-BFA5-7FEDB23D850D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E9A6BE4-F58A-4C5E-9480-A790B312D640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AE1C58A-6FCF-429D-8286-C116EFD1FCF4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F34B4C3-7856-4A2E-99FD-032F736265A3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0504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085056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563FF1D-9C72-4CC1-A131-3A36EAC8D00B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6BB073-F8BA-4EDB-ACB2-90A7D176FD93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1E569DF-AE86-46B1-B97D-877B7F615346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D50F895-5939-49F4-BC62-D221D0CF3E75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15C13EB-EF64-4A0C-8ED6-920093039CEE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C83F17-1D6F-4D96-9D87-BB73B069B9DC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A750282-C048-40BE-9F50-466FB41D0DA5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AE284A-5F44-4AE9-BC74-4C4C88A119F7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5A4CD1-250F-4F3D-875F-50A1307DD46A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F5FEB51-D567-49B0-873E-5C7F1B5A543B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444F1C4-90D2-45EE-A936-260DA6617C2D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5E2778-4FF5-40DB-AC46-2943C6F57790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48BED81-F670-4EFB-8984-37253C46D68A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F64A873-12FB-472A-A8C3-9D1F8AB26328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EBF220-C994-4D2F-868B-199B7BE61CE0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22E5B2A-50D2-48F5-BFEE-6909C7CB695F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1B8869-6395-40A6-B10A-40A03B751244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62FED1D-AEFB-485F-BEAA-3C8A29281A47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2D1AC7D-78A0-4AB8-AC12-899513777FF5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987B0E3-079E-4E25-9FC8-2BCE79442840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AFA9E73-B1A8-4335-8358-DAE054636FAC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49C618D-E157-4ECF-9DED-18510B8BB535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7EE664-8AEB-4C8B-8A56-F0BF26232616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1" name="Graphic 2">
              <a:extLst>
                <a:ext uri="{FF2B5EF4-FFF2-40B4-BE49-F238E27FC236}">
                  <a16:creationId xmlns:a16="http://schemas.microsoft.com/office/drawing/2014/main" id="{38910D48-6C73-4983-9988-641BF6C93362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AAEA3035-F8F4-4259-9C64-20505A0CEC0F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D4EC28E-F35C-409F-AEBF-AD87349B687F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BC0679C-018C-4051-B34A-4D04ABDDF9D7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CAEF6CCC-E0E0-429A-9270-FE5FF3FAEB6D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3C2DC0C-487B-40A0-8F01-518EEC739FE1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415A37E-7805-45E5-85F4-5175D5AA7457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33FCD8-0605-41F1-9729-4A816538EF2F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43E0B74-6392-472A-B19F-369AE93BB958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AAF8EAD2-73F2-449B-89ED-D1A5B6FABF12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72AC14B-3CED-4BC2-9F9E-3B72898569CA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244EB0B3-72B9-4B38-8B4C-0FF613FE31BF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7C72F3A-563E-4579-80B8-8F6C49FB2D7D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3C978FF-1F32-47EC-8954-373A207AD1FE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00004AC-3338-4224-BB8C-968A405F3A91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2C85DA4-930B-48AC-95F2-C380C68CE3F9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237B6AF-EF5A-43FD-BA8C-4C9E4DB3FC82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50B5AC1-AAAC-475E-A2B5-9621ABBFBF65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84EE5F85-5D73-49CA-AF54-5F8F9ACA527E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61DCBCC-9A41-43A2-9CEC-9D7FA6A8F2D9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8107681-1E2E-4374-9EA0-7C9F40D5EEC3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852B5437-FD7D-42F4-924C-56411A76FF85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84D5769-95D2-4BCA-81A8-491E04DDF08B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D022F39-B72B-4C9C-A069-4762575698A3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595CEAA-6912-4F0A-81A0-01BD125F7787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C7C4998-AE4B-4540-B148-0748D70AC3C2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04648848-04A9-46E2-9DA1-44943ADDA3FE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52C28193-7340-453B-818D-6C9325D8592D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CBC4270-8327-4111-A086-DDE48E381E4E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708984-F8E7-463E-BDEB-93A5D4353657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79C0430-1805-4B54-9DEC-5BCFEE3D55E1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B309080-EE45-4006-AFEF-B696D67BA0D5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FA3AE75-5F90-4A70-8B48-9697C63F3167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6B7F9999-68FF-47B0-9261-518BE2D69B2E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909D87D-D1D1-41BC-8809-A7C38CB4B047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CC4DB92B-7B0D-4705-BA7D-34E5149D37DC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4416541-E5F7-4F0C-8E17-684CB75E3415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8D17207-391E-493F-B11F-4C1142B5F40E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E6977CD-B468-4053-A623-E25C617DB71C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F00D0B4-BEEC-447D-9173-E6C5B6223E50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3CE3B5E-ECCF-46AE-84C7-2B073303383F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21147C4A-D859-46B3-8A7A-F57656137CB5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F48DA99-10DC-446A-BEBA-7A7D91A71C5B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6FE9EC8-A5FB-4498-8775-FE5F0DABC0E5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59C197D-87F7-4A91-8700-FE21FCC20BA8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C5CA27DA-3F07-4297-8107-1F4F44A2BB80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63028A8-38AB-4BED-98DB-F1BEB327717D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4E41D03E-ECEB-40E1-8C55-E30102BC14AC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AC027A1-EFFF-4718-B0B4-B7F08EFB226E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FB65DB3-E662-4BB0-8C4E-0BD90588DC89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D064644-756C-44B6-8180-0E43218785E2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1293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397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“Click to add quote</a:t>
            </a:r>
            <a:endParaRPr lang="es-CO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add quote source</a:t>
            </a:r>
            <a:endParaRPr lang="es-CO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C3EF46E-50D7-4237-A04D-F88CD00B60DA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7EA342-3190-467A-8E69-A9A7787967B9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E718B2-2058-4DF6-8F13-674E27182ABE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6A74AA4-D7F7-40A5-AD3D-1A32C89B2FC0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4EDAFAE-A8ED-414E-868E-8BC1DC38DC34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7C39D53-9369-4B39-8C4D-4760FD758CCC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E81CD2-DFDB-43D6-959C-C2EECB397F3A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08CCE5-8A74-4A77-B1AA-8FA2217CF42B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DCE4629-825A-4200-97A7-96FBAB02F23A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24746F1-5F77-49A1-9A30-B3559F755E4C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AA69F23-F360-428A-AD98-BEB784ACE174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F2E48CC-226E-4609-8FE5-6BB26A079225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E17D29D-4BE5-4164-B84F-185208001395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A8117D5-D97F-495C-B136-A58B549F7A9A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3A16A42-535B-44E8-8C6C-D1FF99971F47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BF4D878-7FDA-42F3-9B2A-B74AEE20250F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FDDF8C2-2C2F-4616-8F2C-FC7B88294BD3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26853AB-C7C7-43EA-8346-83D7EC7FB8E6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B24194-8C98-4481-83D0-4E6798041C98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8084486-7E08-4821-BC34-41A8A1A30132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5E2E3BE-4452-433A-90ED-8453D2E1F9FB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05862E7-687C-43D7-86DE-CF234EF1C5AC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0FB4B75-46F1-472C-A816-24E170E5D422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B5227FD8-3CA3-434A-B283-52A61BB719FE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DD223A5-3452-41E6-B39D-5FBDDC9253EA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83501471-3A83-4AA4-91B7-629BD9EC796B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FDB39DE-D004-432C-A110-E4FE7BCA2EAA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9AD95F2-0733-4BCE-9C91-5227C7FD4569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6668B152-A435-4A79-AF59-CDBACA316A53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EE3B17C-3A18-46E1-A938-63AD8881F6B5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F7C8B8E6-1227-4098-80B9-A4AF7BD1BD54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048A9A3-3746-4BBD-81C7-3280431FD906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82086D6D-33D8-4F88-94AB-FC143BEAD97D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A26EFD1-41FF-4E23-B9D5-D347A63D90E3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17468974-14E0-4D12-BFCD-6E938DB98966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9825CBC-3125-4AD3-A3EB-84D4492CC222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9955A1C-8EC7-4F3F-97B3-C504B86AA72A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9C02059-2ECA-4422-9C0C-07DD50BDDDAD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483BA365-F23A-40E6-98FD-1B3E4A87943E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42CBEC7-7120-4562-8C81-7B75132294E8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E42F807-AE2D-4B29-BED1-928BCF5AA9B0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57F3C4CF-9951-4E60-8C29-3BE3D632D4A8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9BA13DA-A002-40DA-A816-A2EC26479B26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291AEAA-CD31-4C41-B82B-2E661F4810F2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E72BB5C7-E8E5-42C2-9580-9D3B04B95414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C708E8C-D725-4FF8-B092-63587E7089D7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0ED49AE-C77A-4855-86E7-0E3F3B92EE32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546EB00-7BF9-4C3D-BF90-CC8189B461D1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D09D1B9-BBAA-48AE-8564-534C19F26854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F96B9CD-63C1-403A-924F-B4554FD625BE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581CFD9-9688-40DC-9E2C-66724C8C7006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03CE910-6006-487F-B735-7CB4AC879AE6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E7A110B-62C6-4222-87F1-DC953BC866DA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65427CF-FBE2-402F-BAC8-78DE5CC1E1A3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7E4937C-F7A0-4EF8-A222-8EA6F197B886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238FF42-BDDA-4148-BEFC-FAC4B6432545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A05AA57-3C80-45F1-89C9-3E10FE98E339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F1ECDB4-3409-4EE3-BA72-5E2BDAA0E060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34D9F69E-4361-423A-B299-100442145325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1C8B0B0-E17C-4942-996D-23197EB57279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64E36091-8B6C-4815-AC98-BA89455F5D6D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327774B-340C-4583-9FA1-D83A6BE5827B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4159BEC-2373-4650-A8B4-7DC3A2AE2F00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EC76284-DC64-4AE8-A4A4-6393819CFE61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F04DD33-053D-4717-AABF-33CF8568018C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B49B1ED-2AFD-4046-9FE5-B6A76208D171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39382E5-0EBE-4B07-90A6-44E25CD7F536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C05942B-0109-48CB-954F-A1418EA0DD51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FE9CAF3-2EC4-4CE8-98AB-3DB0DD1B17D9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87B04DE-D8F2-418A-AB15-47C9FEC67E66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F341D3EC-D3FC-4FCB-B13D-C305467DCD53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2B0240B-D4DF-4E39-BDDD-0DF62E6395E1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187FE48-070F-4974-A442-EBFCE82668F0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B71E1A5-04A8-4C52-99B6-5E723F0BE300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683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1203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0EABEF-2869-483D-A168-7A42FD205E28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7E9F69-70CC-43E7-B9A3-7D2424A53C3F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7BC4DE7-48AE-4E34-9D2E-5D6BABF3F2E7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B387E9B-586A-43BE-81DD-9B61141029FA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0BEEDC3-0DD2-4E1C-88AA-E91569975B77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571B35-C4CF-4266-A78C-AAD041F220D1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95B0A8C-4013-4ADB-982F-C5C0116454E5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C7E6F79-4E4D-4BA7-A725-B2617D3E5C11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CB7A7C-BC01-4ACE-8665-251592027A4D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495C8EE-DD94-4C29-8E3B-8CAE17661EB9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B76FACF-B21B-472F-A28B-13B91A9A6F99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D8B38-6BAE-4C49-BFFF-904DF1950867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4190FF4-EF9A-47DC-868D-83BA863071E4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2906786-ED26-45FD-86A9-8CC5E886B766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C9F0AA3-B60C-4BC3-A98A-A1510FA61690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AC69F83-2C0A-4148-9F99-596769783D15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9831EE-C25A-49B3-AF3F-8852E264BED9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FA6D706-1848-4A16-9849-436059333032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62C95A4-9875-4F41-BD43-430FAB46BDC0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92D3C70-D0AB-493F-A1FB-38A659F5CF3B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6A2AA08-0B8B-41E2-B01B-35A2013D8EEE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947929-350B-4782-AAF9-FA2BBB3EF59D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AEBF4D3-92DF-4FD9-9DE5-D438FB1CA4FC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C44F5DAE-D9E6-4776-9366-0B9800C73FEA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CB4381B5-8038-4D5C-9438-C231B79E5657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ECD049B4-9AA2-42F6-9136-CAED84B56F97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F2BD04C9-294D-4ED5-9BF3-8CD2B3F2CA62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076F06-D3F3-4675-BD6D-FC994725B376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43B6B3A-597B-45ED-86EC-6FE306D7BCE6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A150D8E-C0A1-4AA6-86C9-C34C4C9BB369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1319755-E710-439B-A97F-9FF0AABE56EA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C8983B3-966D-4FC9-9412-A7D9B1B7A2F7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0B7A5921-8A3B-4FBD-AF52-38061F6C761B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BA833F5A-0C95-430E-82B4-589CD1D75CE4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049A12DA-6C2E-4FF8-B888-B925EDAA8113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15287956-8281-4E76-B421-3539458B4668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2DEEFC4-E9CA-4E9B-A5B5-206ED052BD27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6B8A8B0-AF9E-45C9-93E1-8B22B1C8C48D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DA2D2BA-4A36-4F1F-927A-77DE50AB93A7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55E09C9-78FB-4C16-B358-C8BDF3DCA22C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91D8946-9837-4E65-9C5B-ABF679A203DE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FEEAC9E-1254-48AE-9B93-E084568F7630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88FA4005-A5E0-419A-9809-F871FBE8B7DA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D4D3ECE-1D6C-40F0-BA64-D407CDA5BFEE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3357063-BB76-4624-81CB-26C85E275F05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28AD77C-91B3-497B-9E8A-737A38A334C5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3D62AF5-A55F-4099-87F1-BB69F0E1917A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5795663-FF43-4650-8C67-FDC3239FB218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AD498DE-36EA-413A-B39B-79F751DD62CF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CDD6C274-2748-4B9D-99EB-8CC96EFA53ED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322CF27-AC8B-44E5-B473-A580E89544BD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E549EB9-4DCD-4B43-968F-C0EBA333FA5B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378B2C9-8581-44CC-8CE7-E5C48F4F5717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EE796A0-0F97-44EE-90BA-2910CBCE8958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F8D3FE8-48FB-454E-A280-4B74334CD76D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C5CB0D6-1B19-4F4B-A72C-4EADA96AEEFE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42319BF-C35A-484D-9B56-8491E413D708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8ED8178-AA70-4B80-9F56-28EBD34598EF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47ADC2AB-43E8-4255-953B-F344C0A75D80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FF328A5-BDF3-4C16-811A-4F7518EEBED1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CE01813-F0E3-4FF3-899C-3D954F9A2387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87BF340-3162-4405-9EB5-DDE7AAD6D1FE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EC5AE05-4264-408E-913E-3831C40EEB65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6C8C325-05B9-46F0-A6CD-D3CCAE8D9273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BA43880-0391-4DBA-9EDE-66D08F93C149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16F1395-A351-48AB-89B9-B2239B6F5CC9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FC71808-A0AC-40AE-9CA7-5056F43EC90F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2B553C4-BD67-4593-B919-DF9E8485CED8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4CED8D7-2211-43D6-821D-C883A8343063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B341655-A0D0-4AE3-9004-19719001A8CC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06934313-E16C-4027-99E4-F99388E9828E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C807030-8444-4B61-B2D5-5002146D442E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8AEF4E6-1F2F-4248-B1FD-FDCF6F601399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35958AE-DDF3-4821-A502-E8061666CDEB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47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467924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364C44-7B0C-4E6A-9325-126E219535A9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E28DCC-E6FD-409B-8A56-B6DF3652B13F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B68B6E-82A3-40F8-A56C-CCE5740795EC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5944047-E84C-4E55-B65E-72D1DADEE528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6AAE354-512B-4EE3-9330-B313CA74155E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BDB24FE-97C3-4BEB-A4FB-AC27D8F02F38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254F03-53FF-4528-B9A3-DE6201501DC0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ECCCC76-CFBB-4394-B3C8-961B134275CA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416EE1-BB1A-4FB7-B7FB-5C463ED6E227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F241763-DE45-493D-B814-4C1146405B80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750C339-970B-4329-8C8B-897115D05449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0B85141-B196-48B3-A9A5-70CCD5660C1F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1FA9193-C7B9-4119-AFB9-51D33C01FB6B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6359104-AC4B-4D16-8CCE-E0F585B4AAFB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96C02BD-4091-4B3F-9C9D-2045DCCAFAA5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C131CC3-AF71-4918-B8EE-FEB612DB9854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BB76967-B4E6-4E7A-A357-E50FA7E7A133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E153039-B3B5-403C-81BC-92C410A37751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4B92027-818B-440D-A18B-4A9303FE527D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F5EEFA3-253F-411C-AA25-C88A849CC88C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BA6C17E-87F0-482C-95CC-E111A5041AED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59DA74A-AAEC-4B89-A7B4-47F8540C6A76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996F068-A155-48F4-8B80-B549CDFCD20A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E54E5015-0715-44C3-87C8-E986087AA442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BB22B901-2FE2-450A-972A-63E87808B2FD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94640891-08DC-4A10-A801-A180C8094000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F9358B6-9EE2-4587-BA83-608E54033A78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E2B1AF5E-4F59-400B-AB28-5550D58F4E2C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F5D7284-FE10-4E80-A252-7D90C930C620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EBE723C-991A-4471-9C17-5A9CDAE7E7A8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1CD1D65-D6B8-4C31-B63C-670CE8377DF7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E18F8AA-C637-4517-9548-1B24B7149F46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7F2C432-96A8-4E81-AEAF-92253B54DCDB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F829775-7F31-45F3-817C-A0CFF02CF8B0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34255E89-4040-4B8E-94D1-515914AAAB3C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1E12B72-3E3F-4FE4-9E27-43A1E6D4EC82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37C5F5F-CB8C-4756-986A-CE66401D1266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014CF5D-65C5-417E-9D93-0B1CEF88BB93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383C2EB-5DA8-4EDF-909D-4B91EB5B0199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6087EC5-C3E9-41E3-8A4B-78855324008A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FFAF533-6B4E-40CE-B3B0-40B4B34724D8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EC908BA-C324-40CE-B526-83FE0EA35238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326F745-8C2F-43B5-8EDC-F4A8DBCCE093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45F74EB-55C5-47B2-B4AA-B0DC160F6854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84890EB9-B32E-47B4-A74D-F500002A0656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8623AE1-4E23-4F40-9553-8B87C003BE41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D66CCE4-8107-4B75-9729-2D70036953D3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70E6F9D-5314-4282-8277-9621E805822A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C6747ED-D79A-46C4-8E55-3AE0BBB32499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38A52AD-31B4-4020-9E46-49391029A35B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73D8A06-24F2-4E5E-89EC-61BBA72E2080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739C815-F06D-4648-9821-C1B0DD794038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7BD9657-1B44-4AFB-BE53-A270B6AF6235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9F19FB6-D3B9-4E68-8191-AD1A792D1FD4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B9A2377-9914-438F-83F0-38A444BE027E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B4EA466-FDDE-4669-8973-4CA478839336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8584284-EE89-432F-8BB4-38FF217082A3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05AAC71F-88EA-4107-9275-BA13D7988E6E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018E2B8E-6F16-4ACB-8681-090094F53629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E052215-8200-41E4-96B7-E312A9C50856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99A2229-1F2D-4C1F-977E-0E0464C995BD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03A5E22-8C5A-4DDC-BC58-C90D850E8928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9DDAB84-E654-497E-8D95-4530DE67D8A7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AB3D329-8578-4A36-BE2A-521B74257759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16AB52F-82DD-4232-8FFF-F80ED9E9A60C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A653BF9F-5464-4A24-8900-39DA05F59468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57E6B90-2B86-458F-9B8F-8E72886A012D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EF42E21-B24E-4877-A43E-E86F6D06DD2D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8356454-FAF9-4405-80C4-088551710C03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6058E72-2D41-4B17-8F10-5FCA8004E44B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90284196-483C-4A54-8578-A3AABE860FE3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9BA7E04-54B8-43DA-B1B1-24DB174F08D3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7538632-9232-4E8C-9DA7-B3743E8B5DE0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8286F0B-0706-431D-8B01-579C597BCCB1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609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91981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30278A6-076A-42CB-B669-06621F47C933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4BC678-84A4-49DF-A268-05F38988035F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E35342E-939F-42D6-8B70-605CEF3B28B8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0FF1CB-C45D-453C-98D7-3F96A915BBCA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0106D4B-C92D-4A7B-9372-4B67B5705AAB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A0C47F-18F4-4E9A-8A77-4A0C4FF42CC9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108F68-23E0-488B-B8C6-7B25B33FB872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9214E99-936B-4DA0-933A-CCE4C00A3327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A0021BA-6ECD-4C64-AA10-485925DD1D9D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DDE2930-2745-445A-9727-4C2EE0A31758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4B3C2E-8871-4D2A-B52A-4DFAC490276E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DA59B8C-549D-46E0-ADBA-C78991D70B4C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0472644-A90C-4017-9E08-BBD50208E8DE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EA2C1D8-C519-4F48-AD9F-EB7743B22DB2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DD731F1-3FE7-4DEE-A5E6-C001F82249DC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84F0028-46B6-4550-AAD4-11F86E6BFD86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CA65F05-77D0-44FC-A2F7-9CFBB782EF8A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48763-EFBB-47D2-ABF5-D2B4B3FA91CE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93C8F29-A53D-4A1A-A76D-521C8F48DF6B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CD90F03-C2C5-4F45-A006-864D87DE69C8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5F97A4D-3F68-4FD4-BD6F-2176FBBE5A1E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D35D234-A231-4773-B888-409A6DC5BC14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34E4602-4905-49F4-BAEC-C8744863519D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0FD9A991-ACB1-4B97-868D-C56CF3BA2901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96780A7-05DB-4025-8D5E-299C0F768023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1A6F2D02-EC64-4C2D-8A4A-FEA8516D9333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DD2333F-6C43-4CD5-B4C3-6686344A755B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D55B3BB-1A09-46EE-B315-C41D102D065C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96414AC0-C094-47E4-B2A8-D40135F7B9AE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B5CF29C-2EBC-4C0B-8C4C-146A57E7A52E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22194F25-9631-4A6B-8045-62A358C01B73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1849961-984E-4CA0-BE54-3D3B89D1C8D0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BC091B5-052E-4106-8E7C-17E6457213E2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1F83BAB-BCC5-4058-B82E-763A3A61BFC2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A6FBC273-250C-4BB4-90FF-32CAE70421DB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C6CB9E59-4838-443A-8FB5-A5AFFA57468D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C65A007-F547-4B8F-94B1-16D15197321B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8A69E09-87A9-42CA-83F7-49226D60827D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09FAB2B9-6B66-4A8A-A5D6-12C3136BA4C6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94D29CB-5DC8-4C6A-98FF-C5706FF2EA00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0D217C8-1BF3-4AC6-9272-E42E4D6E2542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934DB3CB-681E-4CFB-9786-FD92B5738A2F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6169B8AB-2B5D-4515-BC8B-753C2C69109B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6531C1F-7DE2-4F1F-A1E1-747EB6077E7A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608FC6A7-99A6-47A9-AFDA-EF746F8F161E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D4C1B3-832D-472F-BA26-F2231A03818D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C286E14C-8EBD-4024-BF60-1369D1D3029A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4FB3220-D054-4A25-83B0-1C1402A4855B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9EA1C86-1249-4AB9-9587-B050255046C2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84C51B41-BA26-4F3A-95D7-57C4735978C7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FA6C3EE-FED8-4EB2-9BD6-02285E92C6CC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3F0FE99-A43A-4E52-BA8D-2945C9AFD8CC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2852FBB-935D-4EAC-862A-8F2E4E2258ED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E91FD0C-B73A-4599-A91E-C708046BDD4F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75BAD08-1DD0-42FD-8CC1-B855C14B9784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CEADFC2-5704-4379-9FA6-4D115C161778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F9E7FF8-41C3-427B-B43C-51220AE3294A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AED70F9-B8A4-43E9-9F3F-A8B499A0780C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403FCE39-1B2B-47FA-87CC-CE6B20AFA056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237C919-A64F-4571-9B2F-57CF8D7C7E54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E583381-77E0-43A8-9C76-1CD0B54C1A88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F24C2DD-F379-419C-8A3E-4F28CCA2698E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0894AFC-26A9-4DBC-A45E-04E2732F3CE7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98A5824-5F0C-4325-92C9-356DBDFF1615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FBCA595-C162-4213-865C-53E45A6FE48B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BF624DF-5DE8-4ED6-9B32-176F72D52772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315A36F-C835-4E58-A086-A640D6FFFE45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7A1AC2E-18CE-4403-A397-876D9D1E6959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EFA2C2F-73E0-4EAE-9CF5-2E007D2FDC00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103B9A8-6FE5-4658-859C-B566AFA8311A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1A0F03B7-68AB-4797-859A-7F83FD075B01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CF519C7-DE93-4B74-A3F8-EC7C1DCEE75B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8348429-487F-45D1-8FA5-F2E1C9CBC9B0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3B5F625-359F-4243-90E3-DE25A9E374C4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039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4179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BF1D2B-DF0A-40BE-84BF-6B2CF8015179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65820D-C807-414C-B043-C0FF9073B22E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824931-DE30-415E-9913-018762F24B9B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DCD74D-E9C0-4758-8E4F-26734A345A6E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2E8E12-7594-4B97-8718-BBA4FB2B13EF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FFC024-CA78-4212-A88E-58DBCA0F4EC8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7F89A13-6289-4E49-A1DE-A4EFD9E90C2C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F1018D2-A111-46BD-96D1-557044420274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AFC20EC-09AC-4AD8-B137-167E065BCBEC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9192EE-7250-4AF3-9848-BA4D35C4C472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BA84213-4B5E-4B0D-942D-BCE8FB86821A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3880B08-6B1A-48C3-8D48-FD9DB3BF7999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F98246F-E65A-4C85-9961-B5277261F421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5683EC6-6BF7-4CB1-B961-CCB9EC872560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0A93E3-3144-4B2D-9672-73B975DD5FD8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296EF40-54C7-4C5A-9FDD-99B2875DFA6A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AA9E2B2-3574-4F9C-BD00-65A849A3C7B5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4716506-50C7-4BB7-8064-CB348E8DD75F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2C293F6-36EB-4C6C-88C0-39166422BFC7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008338B-E0C1-4EFA-B36C-612B60FB318A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32DF6D5-5E03-408C-95C7-E7250FB7B59F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A124D7-A459-4973-8F2E-29CB9EB99B12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FA38C92-373B-45F5-8FF0-A7D1AD52C0B6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A4EA5C74-32A8-461C-94D5-5E919DD3651E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D0F315E8-49DC-4DB8-BD49-19F4CE4E3757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1ADBB30-2DF0-4616-B1F9-0662B749788A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5516429-E571-42E4-A136-19C04894CEE9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CDB276B-05D9-449C-BF92-68A782423F23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C723A67-D590-4090-83BA-1DF6217D0C6D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54C8F631-4D66-4798-87DE-E660983EE990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E588461-064A-4A0B-835B-BE149E3CFD9F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D8B8DEE-ECD3-40A0-A395-6AC4EAB8F319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0531CAD-2F73-40C1-990F-25661D0DD486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3A20585E-2F51-4769-9E6C-3A6D66468F9A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3ED62BE5-7152-406C-AE05-C0085D5AF6B2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766F202-B5E8-45E5-9D21-0D5E3D955612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66C0D19-5F17-4067-B96E-3BFC12271BE7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13B4463-0E52-4150-9A9F-B2B605C1A9AF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8EA07BF-B737-46FF-8DF5-CC9CC96E6EAC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5C88CFF-99B6-4556-BD38-88E3F160E785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523DE596-B966-47A1-97F0-3314FDE31638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2263E61-0DF2-4F41-A670-50480EFFA5F2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AF7F081-0BD5-489B-987E-4A6053C0D099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6628905-EF6E-4379-A681-ABBA0CB6F6FD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B8E0088F-8CA3-4DF8-9EA6-1D3B53F51E85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A5F6CA1-8AE1-411F-A2B6-1C4E6857A85D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9F11FD1-3BEA-4FF6-AA72-F0C6F782508F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687CBF4-2962-4A7C-B29F-7D29BA89E633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B56B868-B258-4813-BA15-3BB8B9CFD658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5064C52-E949-4515-9E92-8A64593EFBDF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9E8998C-BF3C-44BD-B643-CE86B426946E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F0EE483-86F0-480E-9FE6-ECAE4635E3A2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0BCB1A8-EBF6-45F1-83D0-8622B91FD8ED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EA835FE-CA60-4D18-8EF2-B60D095EB492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98A3C07-F2AC-4645-8887-94086182CEA3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BCBE06E-DBB8-43C1-8C47-9EAB80C58080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308D1F1-6C37-4909-AF2E-00563EACC788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AFC6FB48-7D30-4746-8933-AFCF766105B1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24D173E6-5754-4652-8CD5-63B8AC7613A7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D273DF9-C657-44DE-9D22-6E3F5450CC40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5E01907E-15D2-456F-A1CE-E9FC37DCD737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69A4492-503A-4BA8-8202-7E98F348FB79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05F874B-DBFE-4BDE-A6BA-E0B90EA83DE5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98F9AFC-A21D-441A-B722-E296BD8B2E50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51A4175-AC00-466E-91F6-83A2A5A8146B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E5282E2-6D3D-4668-AE69-2012AFEFBBF2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EBA3CAF-0A49-4DDB-8DB1-135167B79715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70D21842-AC0D-45A5-B149-3C9B44F9F310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12FD1D66-211E-427A-BBE2-B1C0A81B8EAB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7A678575-0F4A-450A-A87C-EEFD53C38DAF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09D53533-8E62-4B78-BF79-55F9191C7350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21EB4DF-F8CA-4BC0-A726-EB40C8E57260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8A8705C-1E2A-4D30-A68C-A653159962B4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6FF8F4B-B4F5-4991-8C63-E6A918BAD7FC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666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46087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s-CO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C6DBA5C-519C-45FA-AEFA-9881921CAE26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C8CA7B-2999-445C-952D-87FF2D7D308B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9264A47-19D3-472B-9909-A74D00081B97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7784F23-8578-4F89-9D91-88F744D9B4DC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6E8FB16-5FA0-4D4F-9FAD-E543605F82CF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FC15B88-E466-40DA-8988-83A83873F6BD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41C818B-F771-4BD2-A0BB-91ADDE9333DC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00F56D-AE57-4108-9F37-532FE8AB05C1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E7856D0-8DE0-4522-9E1D-3382ED631BC6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8DADA3-055C-447E-9306-1CAEBD75F091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A43B0A3-08D1-42DE-B023-BCE9B7982DD6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E9DD872-CE99-4732-B8D3-EBD4FD84EC3E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B82F9F3-9C7F-4E98-A34D-608023D13624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EEC44FA-EA43-496D-B509-4406EAC5CB01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1AAB769-A866-4E35-BCC9-195CED226DC9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430EB50-3DC8-4E11-97F1-0222B6662E75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BBFFEB7-585A-4E60-B33D-53D0866B9283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2D98242-40F5-4011-8E6B-001DEBD2E9CB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465D202-9A8A-4002-A803-FF9F414B4A9E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DB1950B-0FB9-4E69-BA17-FF8D73731ADD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02CEEEF-716F-4988-B89E-F743C5F41F08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B1D861-B769-476C-A2BE-BF0BFBCAB993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3BE297E-1198-45F5-997B-83F335E39FEF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F0A22DE7-FF4F-4BE9-9685-BC51BA8B9BF5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7B4BC45-858D-4134-9820-1775FD9FBC6B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66BA4B9D-5D42-4956-99AB-E2AC98EA8828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112C62D-D53C-4D73-958B-AD6AE2BE74D1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C1A586F-6AA2-4D7F-872E-C0C8935EB365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DD5E1C88-C9B1-44D2-9B36-2537CB48A382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EFD8367B-2EDC-496C-9BA3-6F9FE778A3DE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B83BAC1A-E87F-41CA-AF3E-B2456A0E81C4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97F8838-FE8A-43BC-BC09-3841116FA52D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040DE539-8438-48CC-A8A8-3D2D1413694D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12AE227B-47B9-43E2-9818-390EC068EE55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8" name="Graphic 2">
              <a:extLst>
                <a:ext uri="{FF2B5EF4-FFF2-40B4-BE49-F238E27FC236}">
                  <a16:creationId xmlns:a16="http://schemas.microsoft.com/office/drawing/2014/main" id="{BC31AD37-417D-41D0-B723-7EFD68D9788C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820A32-3C39-4C7F-96EA-B5057A7180AF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38D4F60-9868-48B0-B5C1-E90ED7DC5CFC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E559CFA-DA4B-409C-A752-DC32E852FC95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E4B6CFF-C236-47F9-86CE-EA8E31607EE8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C0EE471-1655-403C-831B-B8D90AEADC45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5BE31C02-779B-4081-AB72-B483FFDEE820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3175C20-5445-4625-8F19-D8E8130CA6AB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4378FEE-7900-40E2-8CF4-92459C267327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0D002AC-6634-4FA2-B782-684CCFD603DF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33A98941-AB61-4932-95AB-EC043CCBEDD8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CE6E6398-69AC-4F55-B4E0-108E36AC18D6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366AF95-0D4E-466A-9671-F71172E52264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8EA4581A-16E7-4B80-81FF-E5B3FEDC6506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0FD5345E-9C36-41F1-9543-C911F32EA52C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63BC2B8-AE3E-4173-8D77-CCC79D8A1D85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51D917B-00D3-4034-A921-5C48C255A17C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1264D5D-BA79-4984-BA56-E56E2951DCFA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D7EFC15-3D53-4D87-BE1C-6FD83D115672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69CED99-3F83-4359-B41B-F7D939AA074D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33C3020-481D-46D5-B92E-F58EC48E7753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0BC3870-0DA3-4103-97D2-857A27A813EC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992D8D1-DE39-443F-94C7-688F304A34E0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20D6F01-0EB8-4987-8ED4-48D592359188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50" name="Graphic 2">
              <a:extLst>
                <a:ext uri="{FF2B5EF4-FFF2-40B4-BE49-F238E27FC236}">
                  <a16:creationId xmlns:a16="http://schemas.microsoft.com/office/drawing/2014/main" id="{09A62E04-58ED-4A15-8880-0D6F996B58B3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5F06360-53EE-4DAF-BA2E-D9F512C9C8B5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21960D6-702E-4F90-B016-85FCEF972FD2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75EC104-5CD4-46A4-8E14-0BEA0679CDF5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70FC308-78E7-4C46-B14D-0F73A186AABE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A884DD7-69BF-4900-890A-1F3E6D8B7F34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A0CEF78-7181-4721-ABED-8738F6DF520D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B4FA446-50C6-45B9-A8E8-F23854827AAA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856E1F7-B5BF-48E0-BF45-040C4B60DF4D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0E6C9D4-23DE-4A25-9AE2-7E06397DFC59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804FFA3-5561-4E44-B377-9DFFF4FD3D9F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6038B8F-81E9-43FF-825C-A0A87737602E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52" name="Graphic 2">
              <a:extLst>
                <a:ext uri="{FF2B5EF4-FFF2-40B4-BE49-F238E27FC236}">
                  <a16:creationId xmlns:a16="http://schemas.microsoft.com/office/drawing/2014/main" id="{0269D3A0-DC37-41AF-80EA-B32051A14542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822AB7E-5721-489E-A9E5-A3704F7FA111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03FB7A9-5756-481F-9687-37A5833DE155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786BE6A-21C1-4B1C-B1F5-804E2A51F1DC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5210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58288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0102846" cy="989512"/>
          </a:xfrm>
        </p:spPr>
        <p:txBody>
          <a:bodyPr vert="horz">
            <a:no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C597425-551C-4741-B695-1CD16F0FA622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381961-A444-47F8-A849-E2EF12D03882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1D1500-E532-45B8-80B7-B8B3CF4BA037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4A91304-1DC8-4FDB-A486-5C462C142C0B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490AFEA-B360-45E1-903F-1B91E4D2C14B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8C105CA-DD12-4C57-A913-9890D9107060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22B60D7-0808-4E1E-A21E-C6082EAEF293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7F431E-F3F3-4209-A7B1-177957A50CEA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F7E905D-2F88-4992-BE76-EA7113B23CBE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5E5726C-C047-46AA-ACA0-EF6A80AB050B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2696B4-15E3-4368-8E8D-82708C93C35E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BE1561E-4CDA-4A6B-8692-850814CE1E34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A5A6BA1-84A1-42F7-9C6B-FDD4F1E31135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B572755-A549-4693-A3D9-6A136851E81A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99DF78B-076B-406A-88F9-86E72C675073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EB7CC65-C41F-46B1-9021-4435E7F12D44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3C88D3-80BA-4793-95C8-4DED9D0DDD4A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EABAF82-2BAD-4CB1-B55A-C80F87520660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E76798-C6A7-4A9E-8233-75202241D931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4E2B4C3-11C9-40C4-A723-8A9D1F3331E0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B6DE96D-DFB3-44AF-93AF-257D4FE1C0EE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EE2D9F6-A753-45FC-BD08-A52FBA9FCFF7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A9D5F4F-485E-469D-BC9E-21435CFE6B5C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1EF0CC50-74CD-4240-8AC4-BF1983AFD1C0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A333244-88CB-469F-9EB2-56A60F233806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B27D8004-816C-4E76-BD09-65C17CBE972F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DE2BBE9-68E9-4A74-BC3E-EC28E6658072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D825F9E-FD9E-4D09-BD87-34AA314ADD46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44C21A75-39B7-4CC5-8C69-D18872261242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74D9874-6C51-43FB-A023-93306476D370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FB0A31CF-7989-47B1-B09E-7F76D2FA840B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9FD9FD1-45E0-48C0-9500-5AF68598DC09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63F8D302-59D6-49E3-9DF7-54FA6C1C1876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AA8FD41-82B6-40DF-94B8-425261E8954C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97FC89CB-C987-4957-96B8-A5DD475C996B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5E31301B-D70C-4D76-9130-95A2E0D6CA5F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0BCC3713-F506-4655-87AD-5AB049ED6132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8161907-78E8-40D5-9875-E899D90157CA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264F6A6-684B-4C2D-9F41-25B7EEBC6701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673CC30B-D138-45B4-856A-3F13653F7731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043EF9BA-78B3-4D4A-B1BB-950D8AE8C001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CCBD4A98-974C-46B0-8EFC-C0DA29EA03A0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E5710CF-D83F-435A-9AE8-8CAE58AD71AF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503ED2D-D7BC-4C08-BF90-2A23D565D427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9A35C89C-B770-4AE4-A3EC-D12507FB9595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CD65BA9-F0BF-46D5-8375-55197E07E46B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93A0D72-74F0-46B4-8EC7-9BC6F5B479D7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487C19F-D057-4414-A34E-3B0BCA4147FB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B3DC9E8-AD81-491F-846D-AFFF98161FBE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20CAECD-199E-4B3C-96EF-FB96F258FB4B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FDB8DF9-96E3-4747-AA89-8630DE72AFBB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429F0F0-8AD6-4DE6-9D10-5BA411F4A61E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A6A099FF-11F5-4C87-8192-A387DE9E9B89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4E6796E-CF38-43B3-BF6F-6DB85193251F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BE06A11-AE89-45A2-8475-DF2B5AA310B9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FE2024A-D327-4921-B58F-48055529862F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4CF9EAC-97CE-4B88-84F8-81A63E2D73B2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8D82FE9-41F4-4C7F-BC85-C57186363FA6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856C662A-68CA-40E4-A959-36FECD074398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47113C6-6BCC-4050-9BC9-1D6373A0050E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CBCA233-594C-4D8B-A24A-F1D20D2841AB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B83666E-41B9-4A54-B341-C5F26E5C8BA9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A697DF4-FFF4-4375-BF68-A641DBDFE50E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4A245FA-6CE4-407C-BC46-7D98DC8205E5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1B71F52-2D77-4898-BFA5-9A5E88026029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B0750CA-248E-4251-9B1F-86A6537BBA3A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610AFDE-6745-4FF3-8556-8AC49E296E85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A5CDC6A-AB64-4940-99FA-3F4F1935F7E9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FD73226-BF39-49BA-AE7E-0A46297042A5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D536E7E-6426-4451-9087-57BF365CEB05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7A984D4E-E868-4DED-AB88-98DE2D7EE73C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4DBB9DD-E57D-49AE-83FA-1854FAE39083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252B33B-12FF-41AB-A2CB-A60A0B9A4722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4F8EA37-F670-47C3-9868-275648983440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2508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8539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EBA586-4CA6-48BF-8E53-D563921AEEBD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B31B96-E90B-43B9-94F7-92367C1BB84B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7D8585D-499F-454F-9EF1-BF179CD92E97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2DD442-0E85-476B-98BA-CB07FCAA5D6A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CD777C-765C-430D-ABBD-4ED05817B442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A86C4ED-4E97-4209-A8E2-09E57C756B57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051CEBC-1437-43EE-9A8B-9BD6E0289673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2A6EFD8-002A-4BC0-91DD-89713DBA8EEC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DA0B3A-5D56-46B6-A1AF-41FA0C71BF13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5302236-D3BD-45B8-92C0-300102EBD217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1592EBA-68FB-48CB-A88D-94471C39BE47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378F17F-B03A-4349-B2A1-92397B4240BD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E7C78F-4224-4EA5-B847-4B5685C59D9F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9AA11B9-6866-44A1-B9A2-AEDB3F53C758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AB9A82-9675-40EC-B851-BC915B510A69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F6059E4-71CA-4AE6-B3EC-745FB1B7EB94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0CE800-77B5-4DFA-AC52-AC7D4A5440AF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008172A-F4AE-41D3-8DEC-26C914AF9888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B6A968D-BC0B-4A24-89A9-7089FE3AA7BD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6C1F136-676A-4B05-98BF-41649BECE7C8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D4C7481-788C-4FB5-B355-4AA30943FF2B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0A9446-708F-4AFF-8317-406F4BE0B6D5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12BC63C-9A98-4424-814E-5F724E6B1702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2758F3F6-570A-4C75-8123-A7DC55D2B5A1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6DC26B8-BAA7-4007-ACC9-9BC211AFDDF5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CC95F911-04CC-4CAA-B2CD-3C392C1CED41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064891F-8E3E-43F2-B46C-F792254F2A92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0E4439FE-7489-4C08-99AC-81B17B2D42D4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83795171-6B3D-4AD5-84D2-B7D282F1510D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B265601E-5B08-43A3-AE50-6DA798BD15E0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F3DABB6-3FE8-4FBC-BCE8-E4D9D5E076F8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0542AD22-5C3D-41E8-959A-4CB64ECF501A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D03C989F-1109-454B-BC2E-09AFB6D586FB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3D61BD0D-ED6F-4B68-BD9B-1F1F6CF8C782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1" name="Graphic 2">
              <a:extLst>
                <a:ext uri="{FF2B5EF4-FFF2-40B4-BE49-F238E27FC236}">
                  <a16:creationId xmlns:a16="http://schemas.microsoft.com/office/drawing/2014/main" id="{96136DA2-0BCB-4BDF-AD21-FE32D966EAFB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D293BD2-84BE-413E-AD3B-27FF01BC723A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9C4E2B4-6DD3-40DB-B598-5D2D1C419FFB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580ACD3-AA16-4439-AB6F-FFB441C4A0D1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25A6B2E0-D482-4D9A-BD23-5F700A51D23F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0514127-E5B4-4DC2-88F1-290DE097C2C9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495DE9A-EA6A-4D27-B0D2-379DC3AFCF54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C1D4A18-B6BB-4F80-8AC8-B4E22762CA62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CC006D7-9824-47B9-8410-65BAC56F10CC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48FB972-4921-42EC-858D-DE92AF8372C5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2" name="Graphic 2">
              <a:extLst>
                <a:ext uri="{FF2B5EF4-FFF2-40B4-BE49-F238E27FC236}">
                  <a16:creationId xmlns:a16="http://schemas.microsoft.com/office/drawing/2014/main" id="{E791A0BC-A3D0-4865-9FBE-1468EF62D97E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A729E66-69CD-4D6A-958B-F1ACAF1D511C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13FD172-1A8A-4517-8FFE-64A6B5B65B7D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F498AE8-1312-4EE6-800C-182A6171CF47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C607D7D-5D6A-4E5B-88BF-C6136324A634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19E127B-33D4-4595-BB9A-CED776D248F8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D7DF122F-582A-472D-8BD3-0BE56BD8EDD0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8B57A5F-2943-4B92-B482-6E56A02D0133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90C60FA-5344-4C98-86D5-28F48691CE15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D192494-4E5E-40C0-A36D-07E5E4579B65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6FCBA96-AAA5-43B6-92CC-2E0C3C15B140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5FEF2A7-1662-431F-8A44-15F864121E87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5C513E2-5C74-4EC1-9DBE-9226DC75CDED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7CA117E-66A8-4700-857D-31C90C0F0092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994ED381-5A3D-4991-B287-EE34ACEF207D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0D27DBB-8ECE-429B-8515-83BA72B02FEE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B71229C-25E8-442E-8A83-271F6E027E3D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69CF2FB-E583-409F-9C11-266F95ACBCFA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590867A-6A32-48A7-9F53-E4FC0CCFCF65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90261B5-1043-45BE-9205-446F4462B12A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E572393-4055-4F84-9B6F-F4F5BF55883A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6B024B41-F597-456A-B171-D880A8B89D5E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C3DA3D5-1A91-4F63-B140-3B33686C2401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392F474-CFFB-4823-8739-C41F6FBACB0A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120208FD-F034-49E1-BD93-25762647E903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A2EF626-8E10-431A-8BDB-F1ACCC207330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3025B3C0-70D5-4DB5-BD18-EB97CF1C39E0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13FF8BF-AFE7-44DA-B8F5-70A652F0B494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25541FF-EE4E-4C7A-A6CC-44AB83FA13B9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ADAD2D6-0D7E-4494-A5EE-3C247BDBBDA6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852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33975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s-E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b="0" baseline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subtitle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tracker</a:t>
            </a:r>
            <a:endParaRPr lang="es-CO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CFAD35-9852-475B-8BF9-EC86113231E0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7AFBD51-356F-4776-A606-57327EC7ACBE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0A6F1CF-BF6B-43BE-9BF8-F7231E9897FA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E18BE89-DC2C-4AF8-8667-5D671CA7E201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E89485A-BD3A-4F3C-83BB-594A47C9A998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1F1CC39-338B-4507-9D2B-5EC4BCC413B7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35DC6DB-C5F3-4711-993F-7019F1519C8E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5B349F4-19B6-42C8-B463-218DC044A09B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764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191634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EFFB7BF-DC70-4AEA-8FF0-4735750A2AC9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795F62D-18C8-4693-AEFB-A656B919246F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58C96F0-C90D-48A4-A655-81DF303B254C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9CF95EF-F38F-49B1-A713-3C1FEC31CCEB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FD5DF7B-A584-45B8-A824-46E561C02E68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1564363-FA58-48D8-88F6-E0B081533F4E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5EB47FE-E09B-4411-9D08-B831C1C81AE2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66BE683-0641-4400-8B49-510460D4AC39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5961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25588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896A76-1755-4208-8544-23C82C0F55EB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B839061-D95F-475E-870F-87E87DE1BECF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32EA6FB-B2B5-4D59-AC3A-AA3CA2142087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9FA467F-D794-4165-BE50-226B26BF663F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7D29DA3-643B-4F2C-80C0-C580FA2AEC33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B227D2E-EAEB-4035-9D43-716AD7494AA5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8D4C73-0CC1-4691-8831-EB80475859CC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D82404-AEA4-4FDF-9273-63C2204DB0C1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981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5806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4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D636EC-C871-4D8F-80EE-60A6670E1067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3BC39E1-209C-48A7-B083-F5D2229581CD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21D64AC-E660-411C-A216-124F75286B83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F6B6695-147D-40F2-9EA4-33E2B50B0680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A2B3835-FBC3-4751-8265-AA8958B7EB1E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58247AC-4C11-4025-8E54-0AA1A282485F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551FC75-6C0D-4B20-B4C2-FD2230118AED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F49FC9D-62DE-4EC2-87A9-F7F12B833DA8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455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92806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34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“Click to add quote</a:t>
            </a:r>
            <a:endParaRPr lang="es-CO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add quote source</a:t>
            </a:r>
            <a:endParaRPr lang="es-CO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1748A2-CE3B-4EB1-9BE4-780C22923947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F0BD17B-134C-4E47-AC12-C3F38385AB8A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9631C68-980B-40E0-BE71-F65AC80D397E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0BABD41-FEF2-47EB-8B8F-31349F6F8A4F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5D227A4-2F47-4A3B-8BD7-8056290F2890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A909F99-FA00-4313-B6E1-8555AF0ED455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D97FC09-653B-43C0-A996-266595C4A705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0B60DA-9C2B-4E84-A2C2-DB1EF0B83F58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3598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491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A0A7A6-4E8F-4925-99B7-F81FF69CBB09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32A6746-AAC3-428E-A8C0-328108A6108E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11897B1-44C7-4A50-8119-ECF2B648B18E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F20599E-4280-4497-B1CF-4A7963622D2B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4CE61A5-7973-454E-AB83-7290845380D0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BFCA2D9-4E7C-454C-8AED-99A656548864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0D8BE96-24A0-417C-A601-8363186B7C9E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517E9A2-DED5-4F47-8A3E-ECE017418244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9939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2854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 rtl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E2E865-757B-4C70-867B-96F0A3992D3D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DBD20B-5BFA-441F-B266-55258FD0F616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48B04DD-060F-4ABE-BD59-6BE0669FBA69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AB77982-DEF0-4C69-B204-BFB202E948C5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9E19B14-F4D9-4FE7-B26A-5E483686D47F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8F9A042-82AD-40D3-B356-45FCF1E141CE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B0C4BBD-2FB9-4772-B8E4-54EF978A5DD1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4512321-0663-4496-A3C4-A06155204C4F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96229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94167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8C793-4164-4F1E-8EE8-1DD22A4587F2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852E55-E1C2-4890-8D1F-BF97E545587E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9DC0348-14D1-4439-8F0B-4A027A82209E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19546FB-AE54-419A-9962-F950CB1331EB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ECC616C-8ED0-499E-8C49-5404892FDB38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75750F2-B1C4-4A74-B88D-92DB4979ACDF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AEFB6E2-71C8-4377-B8FD-BA57D56826CF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8488401-A1DA-468F-8C61-50E3FC999678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7481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92884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CO" dirty="0">
              <a:solidFill>
                <a:srgbClr val="F0F0F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9CD469-2523-4791-A4CC-3DA7934B6262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EED65A-4795-4DA6-853C-9AEB868FA92F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8C235F8-0FB0-4C2A-AC17-709ADBA8E429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5EB6D8F-CDBA-43A7-820C-F51AEC3F8460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01EEFF8-F063-4FCE-9814-55E2350675A0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8DA7DD3-C210-4B14-B9CE-7061281C8B33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1671C8D-1904-4C8A-A9D5-8C1FDA9D33DF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E504076-464D-47F1-81C2-8AF89CB68774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75166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29018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s-CO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9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44C487-4345-4602-BF01-A962023B70B6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FD10B9B-8063-498F-B693-6DC7CDD04B9B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6637A6A-A0B0-40B5-B7B5-2BC5C8D5EF22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2D41F52-9332-4E33-B4F1-FE52B34F96FF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4AA417B-8B31-44DF-9DDB-D4EC5AE9B348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69E2B77-0849-4677-AB88-15D888B8748C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0705A17-F2B8-4700-BDCA-1F9EC8154BAB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885CC9D-6959-4D61-92E3-D22857374836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762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078402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5171"/>
            <a:ext cx="11082528" cy="989512"/>
          </a:xfrm>
        </p:spPr>
        <p:txBody>
          <a:bodyPr vert="horz">
            <a:noAutofit/>
          </a:bodyPr>
          <a:lstStyle>
            <a:lvl1pPr rtl="0"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E7D909-9793-41E9-802D-E5A7B307615B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CF59D93-E975-423A-A722-529B6ED16A29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E3E27B9-0E8F-4580-B6E5-ADB08160020F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2D41145-0C35-42FE-8525-7374A9CA51FE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75934105-575E-4D57-AE05-348323CAE464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1709C4-1F59-4C6E-89E6-31A2E7429C0A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0C40FA6-CA13-4AD9-BAF9-51B5435780D8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A1A1879-59A9-4198-B376-30C13E47498A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671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658907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b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b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F38864-2222-4AF7-8A54-755162405566}"/>
              </a:ext>
            </a:extLst>
          </p:cNvPr>
          <p:cNvGrpSpPr/>
          <p:nvPr userDrawn="1"/>
        </p:nvGrpSpPr>
        <p:grpSpPr>
          <a:xfrm>
            <a:off x="10884694" y="6400458"/>
            <a:ext cx="427831" cy="335089"/>
            <a:chOff x="7707286" y="7740932"/>
            <a:chExt cx="839684" cy="6576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D5917D-0034-41E9-AC11-4D693528460F}"/>
                </a:ext>
              </a:extLst>
            </p:cNvPr>
            <p:cNvGrpSpPr/>
            <p:nvPr userDrawn="1"/>
          </p:nvGrpSpPr>
          <p:grpSpPr>
            <a:xfrm>
              <a:off x="7707286" y="7740932"/>
              <a:ext cx="580568" cy="657663"/>
              <a:chOff x="7707286" y="7740932"/>
              <a:chExt cx="580568" cy="657663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6F25304-6A98-4310-9377-07F8C8FA41AC}"/>
                  </a:ext>
                </a:extLst>
              </p:cNvPr>
              <p:cNvSpPr/>
              <p:nvPr/>
            </p:nvSpPr>
            <p:spPr>
              <a:xfrm>
                <a:off x="7707286" y="7740932"/>
                <a:ext cx="580568" cy="657663"/>
              </a:xfrm>
              <a:custGeom>
                <a:avLst/>
                <a:gdLst>
                  <a:gd name="connsiteX0" fmla="*/ 0 w 763905"/>
                  <a:gd name="connsiteY0" fmla="*/ 237411 h 865346"/>
                  <a:gd name="connsiteX1" fmla="*/ 21907 w 763905"/>
                  <a:gd name="connsiteY1" fmla="*/ 200263 h 865346"/>
                  <a:gd name="connsiteX2" fmla="*/ 293370 w 763905"/>
                  <a:gd name="connsiteY2" fmla="*/ 44053 h 865346"/>
                  <a:gd name="connsiteX3" fmla="*/ 360998 w 763905"/>
                  <a:gd name="connsiteY3" fmla="*/ 5001 h 865346"/>
                  <a:gd name="connsiteX4" fmla="*/ 403860 w 763905"/>
                  <a:gd name="connsiteY4" fmla="*/ 5001 h 865346"/>
                  <a:gd name="connsiteX5" fmla="*/ 741998 w 763905"/>
                  <a:gd name="connsiteY5" fmla="*/ 200263 h 865346"/>
                  <a:gd name="connsiteX6" fmla="*/ 763905 w 763905"/>
                  <a:gd name="connsiteY6" fmla="*/ 237411 h 865346"/>
                  <a:gd name="connsiteX7" fmla="*/ 763905 w 763905"/>
                  <a:gd name="connsiteY7" fmla="*/ 627936 h 865346"/>
                  <a:gd name="connsiteX8" fmla="*/ 741998 w 763905"/>
                  <a:gd name="connsiteY8" fmla="*/ 665083 h 865346"/>
                  <a:gd name="connsiteX9" fmla="*/ 403860 w 763905"/>
                  <a:gd name="connsiteY9" fmla="*/ 860346 h 865346"/>
                  <a:gd name="connsiteX10" fmla="*/ 360998 w 763905"/>
                  <a:gd name="connsiteY10" fmla="*/ 860346 h 865346"/>
                  <a:gd name="connsiteX11" fmla="*/ 22860 w 763905"/>
                  <a:gd name="connsiteY11" fmla="*/ 665083 h 865346"/>
                  <a:gd name="connsiteX12" fmla="*/ 952 w 763905"/>
                  <a:gd name="connsiteY12" fmla="*/ 627936 h 865346"/>
                  <a:gd name="connsiteX13" fmla="*/ 952 w 763905"/>
                  <a:gd name="connsiteY13" fmla="*/ 237411 h 86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63905" h="865346">
                    <a:moveTo>
                      <a:pt x="0" y="237411"/>
                    </a:moveTo>
                    <a:cubicBezTo>
                      <a:pt x="0" y="224076"/>
                      <a:pt x="9525" y="206931"/>
                      <a:pt x="21907" y="200263"/>
                    </a:cubicBezTo>
                    <a:lnTo>
                      <a:pt x="293370" y="44053"/>
                    </a:lnTo>
                    <a:lnTo>
                      <a:pt x="360998" y="5001"/>
                    </a:lnTo>
                    <a:cubicBezTo>
                      <a:pt x="372428" y="-1667"/>
                      <a:pt x="392430" y="-1667"/>
                      <a:pt x="403860" y="5001"/>
                    </a:cubicBezTo>
                    <a:lnTo>
                      <a:pt x="741998" y="200263"/>
                    </a:lnTo>
                    <a:cubicBezTo>
                      <a:pt x="753428" y="206931"/>
                      <a:pt x="763905" y="224076"/>
                      <a:pt x="763905" y="237411"/>
                    </a:cubicBezTo>
                    <a:lnTo>
                      <a:pt x="763905" y="627936"/>
                    </a:lnTo>
                    <a:cubicBezTo>
                      <a:pt x="763905" y="641271"/>
                      <a:pt x="754380" y="658416"/>
                      <a:pt x="741998" y="665083"/>
                    </a:cubicBezTo>
                    <a:lnTo>
                      <a:pt x="403860" y="860346"/>
                    </a:lnTo>
                    <a:cubicBezTo>
                      <a:pt x="392430" y="867013"/>
                      <a:pt x="372428" y="867013"/>
                      <a:pt x="360998" y="860346"/>
                    </a:cubicBezTo>
                    <a:lnTo>
                      <a:pt x="22860" y="665083"/>
                    </a:lnTo>
                    <a:cubicBezTo>
                      <a:pt x="11430" y="658416"/>
                      <a:pt x="952" y="641271"/>
                      <a:pt x="952" y="627936"/>
                    </a:cubicBezTo>
                    <a:lnTo>
                      <a:pt x="952" y="237411"/>
                    </a:lnTo>
                    <a:close/>
                  </a:path>
                </a:pathLst>
              </a:custGeom>
              <a:solidFill>
                <a:srgbClr val="FFB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0742415-8932-4297-89AA-885D8B773061}"/>
                  </a:ext>
                </a:extLst>
              </p:cNvPr>
              <p:cNvSpPr/>
              <p:nvPr/>
            </p:nvSpPr>
            <p:spPr>
              <a:xfrm>
                <a:off x="7757238" y="7830156"/>
                <a:ext cx="479939" cy="479940"/>
              </a:xfrm>
              <a:custGeom>
                <a:avLst/>
                <a:gdLst>
                  <a:gd name="connsiteX0" fmla="*/ 217166 w 631499"/>
                  <a:gd name="connsiteY0" fmla="*/ 9521 h 631500"/>
                  <a:gd name="connsiteX1" fmla="*/ 248599 w 631499"/>
                  <a:gd name="connsiteY1" fmla="*/ 949 h 631500"/>
                  <a:gd name="connsiteX2" fmla="*/ 475294 w 631499"/>
                  <a:gd name="connsiteY2" fmla="*/ 61909 h 631500"/>
                  <a:gd name="connsiteX3" fmla="*/ 531491 w 631499"/>
                  <a:gd name="connsiteY3" fmla="*/ 77149 h 631500"/>
                  <a:gd name="connsiteX4" fmla="*/ 554351 w 631499"/>
                  <a:gd name="connsiteY4" fmla="*/ 100009 h 631500"/>
                  <a:gd name="connsiteX5" fmla="*/ 630551 w 631499"/>
                  <a:gd name="connsiteY5" fmla="*/ 382901 h 631500"/>
                  <a:gd name="connsiteX6" fmla="*/ 621979 w 631499"/>
                  <a:gd name="connsiteY6" fmla="*/ 414334 h 631500"/>
                  <a:gd name="connsiteX7" fmla="*/ 414334 w 631499"/>
                  <a:gd name="connsiteY7" fmla="*/ 621979 h 631500"/>
                  <a:gd name="connsiteX8" fmla="*/ 382901 w 631499"/>
                  <a:gd name="connsiteY8" fmla="*/ 630551 h 631500"/>
                  <a:gd name="connsiteX9" fmla="*/ 100009 w 631499"/>
                  <a:gd name="connsiteY9" fmla="*/ 554351 h 631500"/>
                  <a:gd name="connsiteX10" fmla="*/ 77149 w 631499"/>
                  <a:gd name="connsiteY10" fmla="*/ 531491 h 631500"/>
                  <a:gd name="connsiteX11" fmla="*/ 949 w 631499"/>
                  <a:gd name="connsiteY11" fmla="*/ 248599 h 631500"/>
                  <a:gd name="connsiteX12" fmla="*/ 9521 w 631499"/>
                  <a:gd name="connsiteY12" fmla="*/ 217166 h 631500"/>
                  <a:gd name="connsiteX13" fmla="*/ 217166 w 631499"/>
                  <a:gd name="connsiteY13" fmla="*/ 9521 h 631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1499" h="631500">
                    <a:moveTo>
                      <a:pt x="217166" y="9521"/>
                    </a:moveTo>
                    <a:cubicBezTo>
                      <a:pt x="224786" y="1901"/>
                      <a:pt x="238121" y="-1909"/>
                      <a:pt x="248599" y="949"/>
                    </a:cubicBezTo>
                    <a:lnTo>
                      <a:pt x="475294" y="61909"/>
                    </a:lnTo>
                    <a:lnTo>
                      <a:pt x="531491" y="77149"/>
                    </a:lnTo>
                    <a:cubicBezTo>
                      <a:pt x="541016" y="80006"/>
                      <a:pt x="551494" y="90484"/>
                      <a:pt x="554351" y="100009"/>
                    </a:cubicBezTo>
                    <a:lnTo>
                      <a:pt x="630551" y="382901"/>
                    </a:lnTo>
                    <a:cubicBezTo>
                      <a:pt x="633409" y="392426"/>
                      <a:pt x="629599" y="406714"/>
                      <a:pt x="621979" y="414334"/>
                    </a:cubicBezTo>
                    <a:lnTo>
                      <a:pt x="414334" y="621979"/>
                    </a:lnTo>
                    <a:cubicBezTo>
                      <a:pt x="406714" y="629599"/>
                      <a:pt x="393379" y="633409"/>
                      <a:pt x="382901" y="630551"/>
                    </a:cubicBezTo>
                    <a:lnTo>
                      <a:pt x="100009" y="554351"/>
                    </a:lnTo>
                    <a:cubicBezTo>
                      <a:pt x="90484" y="551494"/>
                      <a:pt x="80006" y="541016"/>
                      <a:pt x="77149" y="531491"/>
                    </a:cubicBezTo>
                    <a:lnTo>
                      <a:pt x="949" y="248599"/>
                    </a:lnTo>
                    <a:cubicBezTo>
                      <a:pt x="-1909" y="239074"/>
                      <a:pt x="1901" y="224786"/>
                      <a:pt x="9521" y="217166"/>
                    </a:cubicBezTo>
                    <a:lnTo>
                      <a:pt x="217166" y="9521"/>
                    </a:lnTo>
                    <a:close/>
                  </a:path>
                </a:pathLst>
              </a:custGeom>
              <a:solidFill>
                <a:srgbClr val="FFC6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710E2AC-6174-4CD2-AC7C-3A73DDA507E7}"/>
                  </a:ext>
                </a:extLst>
              </p:cNvPr>
              <p:cNvSpPr/>
              <p:nvPr/>
            </p:nvSpPr>
            <p:spPr>
              <a:xfrm>
                <a:off x="7832520" y="7924983"/>
                <a:ext cx="330822" cy="289560"/>
              </a:xfrm>
              <a:custGeom>
                <a:avLst/>
                <a:gdLst>
                  <a:gd name="connsiteX0" fmla="*/ 119062 w 435292"/>
                  <a:gd name="connsiteY0" fmla="*/ 0 h 381000"/>
                  <a:gd name="connsiteX1" fmla="*/ 100012 w 435292"/>
                  <a:gd name="connsiteY1" fmla="*/ 10478 h 381000"/>
                  <a:gd name="connsiteX2" fmla="*/ 21907 w 435292"/>
                  <a:gd name="connsiteY2" fmla="*/ 145733 h 381000"/>
                  <a:gd name="connsiteX3" fmla="*/ 2857 w 435292"/>
                  <a:gd name="connsiteY3" fmla="*/ 179070 h 381000"/>
                  <a:gd name="connsiteX4" fmla="*/ 2857 w 435292"/>
                  <a:gd name="connsiteY4" fmla="*/ 200978 h 381000"/>
                  <a:gd name="connsiteX5" fmla="*/ 100965 w 435292"/>
                  <a:gd name="connsiteY5" fmla="*/ 370523 h 381000"/>
                  <a:gd name="connsiteX6" fmla="*/ 120015 w 435292"/>
                  <a:gd name="connsiteY6" fmla="*/ 381000 h 381000"/>
                  <a:gd name="connsiteX7" fmla="*/ 315278 w 435292"/>
                  <a:gd name="connsiteY7" fmla="*/ 381000 h 381000"/>
                  <a:gd name="connsiteX8" fmla="*/ 334328 w 435292"/>
                  <a:gd name="connsiteY8" fmla="*/ 370523 h 381000"/>
                  <a:gd name="connsiteX9" fmla="*/ 432435 w 435292"/>
                  <a:gd name="connsiteY9" fmla="*/ 200978 h 381000"/>
                  <a:gd name="connsiteX10" fmla="*/ 432435 w 435292"/>
                  <a:gd name="connsiteY10" fmla="*/ 179070 h 381000"/>
                  <a:gd name="connsiteX11" fmla="*/ 333375 w 435292"/>
                  <a:gd name="connsiteY11" fmla="*/ 11430 h 381000"/>
                  <a:gd name="connsiteX12" fmla="*/ 314325 w 435292"/>
                  <a:gd name="connsiteY12" fmla="*/ 953 h 381000"/>
                  <a:gd name="connsiteX13" fmla="*/ 119062 w 435292"/>
                  <a:gd name="connsiteY13" fmla="*/ 953 h 381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5292" h="381000">
                    <a:moveTo>
                      <a:pt x="119062" y="0"/>
                    </a:moveTo>
                    <a:cubicBezTo>
                      <a:pt x="112395" y="0"/>
                      <a:pt x="103823" y="4763"/>
                      <a:pt x="100012" y="10478"/>
                    </a:cubicBezTo>
                    <a:lnTo>
                      <a:pt x="21907" y="145733"/>
                    </a:lnTo>
                    <a:lnTo>
                      <a:pt x="2857" y="179070"/>
                    </a:lnTo>
                    <a:cubicBezTo>
                      <a:pt x="-952" y="184785"/>
                      <a:pt x="-952" y="194310"/>
                      <a:pt x="2857" y="200978"/>
                    </a:cubicBezTo>
                    <a:lnTo>
                      <a:pt x="100965" y="370523"/>
                    </a:lnTo>
                    <a:cubicBezTo>
                      <a:pt x="104775" y="376238"/>
                      <a:pt x="112395" y="381000"/>
                      <a:pt x="120015" y="381000"/>
                    </a:cubicBezTo>
                    <a:lnTo>
                      <a:pt x="315278" y="381000"/>
                    </a:lnTo>
                    <a:cubicBezTo>
                      <a:pt x="321945" y="381000"/>
                      <a:pt x="330517" y="376238"/>
                      <a:pt x="334328" y="370523"/>
                    </a:cubicBezTo>
                    <a:lnTo>
                      <a:pt x="432435" y="200978"/>
                    </a:lnTo>
                    <a:cubicBezTo>
                      <a:pt x="436245" y="195263"/>
                      <a:pt x="436245" y="185738"/>
                      <a:pt x="432435" y="179070"/>
                    </a:cubicBezTo>
                    <a:lnTo>
                      <a:pt x="333375" y="11430"/>
                    </a:lnTo>
                    <a:cubicBezTo>
                      <a:pt x="329565" y="5715"/>
                      <a:pt x="321945" y="953"/>
                      <a:pt x="314325" y="953"/>
                    </a:cubicBezTo>
                    <a:lnTo>
                      <a:pt x="119062" y="953"/>
                    </a:lnTo>
                    <a:close/>
                  </a:path>
                </a:pathLst>
              </a:custGeom>
              <a:solidFill>
                <a:srgbClr val="FFE8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F611038-D073-47A2-A422-C77FD55F8A7A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EF6A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5EC0F1D-6DB1-4B55-83BC-18FACED1A9E1}"/>
                  </a:ext>
                </a:extLst>
              </p:cNvPr>
              <p:cNvSpPr/>
              <p:nvPr/>
            </p:nvSpPr>
            <p:spPr>
              <a:xfrm>
                <a:off x="7924455" y="7987601"/>
                <a:ext cx="145504" cy="165048"/>
              </a:xfrm>
              <a:custGeom>
                <a:avLst/>
                <a:gdLst>
                  <a:gd name="connsiteX0" fmla="*/ 0 w 191452"/>
                  <a:gd name="connsiteY0" fmla="*/ 59531 h 217169"/>
                  <a:gd name="connsiteX1" fmla="*/ 5715 w 191452"/>
                  <a:gd name="connsiteY1" fmla="*/ 50006 h 217169"/>
                  <a:gd name="connsiteX2" fmla="*/ 73343 w 191452"/>
                  <a:gd name="connsiteY2" fmla="*/ 10954 h 217169"/>
                  <a:gd name="connsiteX3" fmla="*/ 90488 w 191452"/>
                  <a:gd name="connsiteY3" fmla="*/ 1429 h 217169"/>
                  <a:gd name="connsiteX4" fmla="*/ 100965 w 191452"/>
                  <a:gd name="connsiteY4" fmla="*/ 1429 h 217169"/>
                  <a:gd name="connsiteX5" fmla="*/ 185738 w 191452"/>
                  <a:gd name="connsiteY5" fmla="*/ 50006 h 217169"/>
                  <a:gd name="connsiteX6" fmla="*/ 191453 w 191452"/>
                  <a:gd name="connsiteY6" fmla="*/ 59531 h 217169"/>
                  <a:gd name="connsiteX7" fmla="*/ 191453 w 191452"/>
                  <a:gd name="connsiteY7" fmla="*/ 157639 h 217169"/>
                  <a:gd name="connsiteX8" fmla="*/ 185738 w 191452"/>
                  <a:gd name="connsiteY8" fmla="*/ 167164 h 217169"/>
                  <a:gd name="connsiteX9" fmla="*/ 100965 w 191452"/>
                  <a:gd name="connsiteY9" fmla="*/ 215741 h 217169"/>
                  <a:gd name="connsiteX10" fmla="*/ 90488 w 191452"/>
                  <a:gd name="connsiteY10" fmla="*/ 215741 h 217169"/>
                  <a:gd name="connsiteX11" fmla="*/ 5715 w 191452"/>
                  <a:gd name="connsiteY11" fmla="*/ 167164 h 217169"/>
                  <a:gd name="connsiteX12" fmla="*/ 0 w 191452"/>
                  <a:gd name="connsiteY12" fmla="*/ 157639 h 217169"/>
                  <a:gd name="connsiteX13" fmla="*/ 0 w 191452"/>
                  <a:gd name="connsiteY13" fmla="*/ 59531 h 217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1452" h="217169">
                    <a:moveTo>
                      <a:pt x="0" y="59531"/>
                    </a:moveTo>
                    <a:cubicBezTo>
                      <a:pt x="0" y="55721"/>
                      <a:pt x="2858" y="51911"/>
                      <a:pt x="5715" y="50006"/>
                    </a:cubicBezTo>
                    <a:lnTo>
                      <a:pt x="73343" y="10954"/>
                    </a:lnTo>
                    <a:lnTo>
                      <a:pt x="90488" y="1429"/>
                    </a:lnTo>
                    <a:cubicBezTo>
                      <a:pt x="93345" y="-476"/>
                      <a:pt x="98108" y="-476"/>
                      <a:pt x="100965" y="1429"/>
                    </a:cubicBezTo>
                    <a:lnTo>
                      <a:pt x="185738" y="50006"/>
                    </a:lnTo>
                    <a:cubicBezTo>
                      <a:pt x="188595" y="51911"/>
                      <a:pt x="191453" y="55721"/>
                      <a:pt x="191453" y="59531"/>
                    </a:cubicBezTo>
                    <a:lnTo>
                      <a:pt x="191453" y="157639"/>
                    </a:lnTo>
                    <a:cubicBezTo>
                      <a:pt x="191453" y="161449"/>
                      <a:pt x="188595" y="165259"/>
                      <a:pt x="185738" y="167164"/>
                    </a:cubicBezTo>
                    <a:lnTo>
                      <a:pt x="100965" y="215741"/>
                    </a:lnTo>
                    <a:cubicBezTo>
                      <a:pt x="98108" y="217646"/>
                      <a:pt x="93345" y="217646"/>
                      <a:pt x="90488" y="215741"/>
                    </a:cubicBezTo>
                    <a:lnTo>
                      <a:pt x="5715" y="167164"/>
                    </a:lnTo>
                    <a:cubicBezTo>
                      <a:pt x="2858" y="165259"/>
                      <a:pt x="0" y="161449"/>
                      <a:pt x="0" y="157639"/>
                    </a:cubicBezTo>
                    <a:lnTo>
                      <a:pt x="0" y="59531"/>
                    </a:lnTo>
                    <a:close/>
                  </a:path>
                </a:pathLst>
              </a:custGeom>
              <a:solidFill>
                <a:srgbClr val="FFF6B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FE1F9B0-10F6-4B4C-8945-DE1729675C2C}"/>
                </a:ext>
              </a:extLst>
            </p:cNvPr>
            <p:cNvSpPr/>
            <p:nvPr/>
          </p:nvSpPr>
          <p:spPr>
            <a:xfrm>
              <a:off x="8533941" y="7885169"/>
              <a:ext cx="13029" cy="369189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109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52566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  <a:endParaRPr lang="es-CO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CFD9582-5848-4964-9100-6FB941488E35}"/>
              </a:ext>
            </a:extLst>
          </p:cNvPr>
          <p:cNvGrpSpPr/>
          <p:nvPr userDrawn="1"/>
        </p:nvGrpSpPr>
        <p:grpSpPr>
          <a:xfrm>
            <a:off x="2386375" y="2628901"/>
            <a:ext cx="7419250" cy="1600199"/>
            <a:chOff x="2386375" y="2628901"/>
            <a:chExt cx="7419250" cy="160019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5F08A8-DC35-40EB-9FF7-EEBF9FBF96F0}"/>
                </a:ext>
              </a:extLst>
            </p:cNvPr>
            <p:cNvSpPr/>
            <p:nvPr/>
          </p:nvSpPr>
          <p:spPr>
            <a:xfrm>
              <a:off x="8633384" y="3163426"/>
              <a:ext cx="1172241" cy="1065674"/>
            </a:xfrm>
            <a:custGeom>
              <a:avLst/>
              <a:gdLst>
                <a:gd name="connsiteX0" fmla="*/ 0 w 827722"/>
                <a:gd name="connsiteY0" fmla="*/ 0 h 752475"/>
                <a:gd name="connsiteX1" fmla="*/ 827723 w 827722"/>
                <a:gd name="connsiteY1" fmla="*/ 0 h 752475"/>
                <a:gd name="connsiteX2" fmla="*/ 827723 w 827722"/>
                <a:gd name="connsiteY2" fmla="*/ 752475 h 752475"/>
                <a:gd name="connsiteX3" fmla="*/ 0 w 827722"/>
                <a:gd name="connsiteY3" fmla="*/ 752475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722" h="752475">
                  <a:moveTo>
                    <a:pt x="0" y="0"/>
                  </a:moveTo>
                  <a:lnTo>
                    <a:pt x="827723" y="0"/>
                  </a:lnTo>
                  <a:lnTo>
                    <a:pt x="827723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F3772C-D1A1-4D19-8765-43B8DAB14042}"/>
                </a:ext>
              </a:extLst>
            </p:cNvPr>
            <p:cNvSpPr/>
            <p:nvPr/>
          </p:nvSpPr>
          <p:spPr>
            <a:xfrm>
              <a:off x="8633384" y="2896333"/>
              <a:ext cx="1172241" cy="265743"/>
            </a:xfrm>
            <a:custGeom>
              <a:avLst/>
              <a:gdLst>
                <a:gd name="connsiteX0" fmla="*/ 0 w 827722"/>
                <a:gd name="connsiteY0" fmla="*/ 0 h 187642"/>
                <a:gd name="connsiteX1" fmla="*/ 827723 w 827722"/>
                <a:gd name="connsiteY1" fmla="*/ 0 h 187642"/>
                <a:gd name="connsiteX2" fmla="*/ 827723 w 827722"/>
                <a:gd name="connsiteY2" fmla="*/ 187643 h 187642"/>
                <a:gd name="connsiteX3" fmla="*/ 0 w 827722"/>
                <a:gd name="connsiteY3" fmla="*/ 187643 h 18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722" h="187642">
                  <a:moveTo>
                    <a:pt x="0" y="0"/>
                  </a:moveTo>
                  <a:lnTo>
                    <a:pt x="827723" y="0"/>
                  </a:lnTo>
                  <a:lnTo>
                    <a:pt x="827723" y="187643"/>
                  </a:lnTo>
                  <a:lnTo>
                    <a:pt x="0" y="18764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2F124A-8970-4914-93B7-BADF9BD94477}"/>
                </a:ext>
              </a:extLst>
            </p:cNvPr>
            <p:cNvSpPr/>
            <p:nvPr/>
          </p:nvSpPr>
          <p:spPr>
            <a:xfrm>
              <a:off x="6002922" y="375966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A6F6380-7BD6-4B1F-9F5D-66CD03852251}"/>
                </a:ext>
              </a:extLst>
            </p:cNvPr>
            <p:cNvSpPr/>
            <p:nvPr/>
          </p:nvSpPr>
          <p:spPr>
            <a:xfrm>
              <a:off x="6265969" y="384464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58B9C5D-6841-42EB-9717-C578A643B3BF}"/>
                </a:ext>
              </a:extLst>
            </p:cNvPr>
            <p:cNvSpPr/>
            <p:nvPr/>
          </p:nvSpPr>
          <p:spPr>
            <a:xfrm>
              <a:off x="6518223" y="380417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D0D688-E3C7-4756-A002-BD761E6B8E7B}"/>
                </a:ext>
              </a:extLst>
            </p:cNvPr>
            <p:cNvSpPr/>
            <p:nvPr/>
          </p:nvSpPr>
          <p:spPr>
            <a:xfrm>
              <a:off x="6798805" y="385139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161539-9334-49E7-91B7-4652FA1CC04C}"/>
                </a:ext>
              </a:extLst>
            </p:cNvPr>
            <p:cNvSpPr/>
            <p:nvPr/>
          </p:nvSpPr>
          <p:spPr>
            <a:xfrm>
              <a:off x="7086132" y="384599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157949-AFBC-4370-BBEE-02D5FC2A2681}"/>
                </a:ext>
              </a:extLst>
            </p:cNvPr>
            <p:cNvSpPr/>
            <p:nvPr/>
          </p:nvSpPr>
          <p:spPr>
            <a:xfrm>
              <a:off x="7239914" y="384599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D635628-7366-4D65-8914-7394BC970069}"/>
                </a:ext>
              </a:extLst>
            </p:cNvPr>
            <p:cNvSpPr/>
            <p:nvPr/>
          </p:nvSpPr>
          <p:spPr>
            <a:xfrm>
              <a:off x="7509705" y="384329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74924C-841A-4855-B7FF-CB5B051137D0}"/>
                </a:ext>
              </a:extLst>
            </p:cNvPr>
            <p:cNvSpPr/>
            <p:nvPr/>
          </p:nvSpPr>
          <p:spPr>
            <a:xfrm>
              <a:off x="3736678" y="289363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255BB3-08D5-4891-AB86-AD7FFA32FF59}"/>
                </a:ext>
              </a:extLst>
            </p:cNvPr>
            <p:cNvSpPr/>
            <p:nvPr/>
          </p:nvSpPr>
          <p:spPr>
            <a:xfrm>
              <a:off x="4396316" y="310407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B0BF60A-02D6-41A2-AFD5-CD9353896D82}"/>
                </a:ext>
              </a:extLst>
            </p:cNvPr>
            <p:cNvSpPr/>
            <p:nvPr/>
          </p:nvSpPr>
          <p:spPr>
            <a:xfrm>
              <a:off x="4890035" y="290172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860CE3-FBD0-4029-8106-45237831EE37}"/>
                </a:ext>
              </a:extLst>
            </p:cNvPr>
            <p:cNvSpPr/>
            <p:nvPr/>
          </p:nvSpPr>
          <p:spPr>
            <a:xfrm>
              <a:off x="5163872" y="310407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758CEB-FB51-443C-A8EA-5B210C40BABE}"/>
                </a:ext>
              </a:extLst>
            </p:cNvPr>
            <p:cNvSpPr/>
            <p:nvPr/>
          </p:nvSpPr>
          <p:spPr>
            <a:xfrm>
              <a:off x="6004272" y="310272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B9EF18-A3F0-497A-9DA4-402ED772FD80}"/>
                </a:ext>
              </a:extLst>
            </p:cNvPr>
            <p:cNvSpPr/>
            <p:nvPr/>
          </p:nvSpPr>
          <p:spPr>
            <a:xfrm>
              <a:off x="6485848" y="310407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3D32DE-39CB-4C39-9AE8-1D79A4687887}"/>
                </a:ext>
              </a:extLst>
            </p:cNvPr>
            <p:cNvSpPr/>
            <p:nvPr/>
          </p:nvSpPr>
          <p:spPr>
            <a:xfrm>
              <a:off x="7042967" y="310407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2410D6-300C-497A-96C5-0E85D513E954}"/>
                </a:ext>
              </a:extLst>
            </p:cNvPr>
            <p:cNvSpPr/>
            <p:nvPr/>
          </p:nvSpPr>
          <p:spPr>
            <a:xfrm>
              <a:off x="2386375" y="262890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26E65B-AAA7-41A9-A39E-73B9AAADDA04}"/>
                </a:ext>
              </a:extLst>
            </p:cNvPr>
            <p:cNvSpPr/>
            <p:nvPr/>
          </p:nvSpPr>
          <p:spPr>
            <a:xfrm>
              <a:off x="2479458" y="279516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FD85FD1-5F4B-4E10-A6FF-0E08BF5077D6}"/>
                </a:ext>
              </a:extLst>
            </p:cNvPr>
            <p:cNvSpPr/>
            <p:nvPr/>
          </p:nvSpPr>
          <p:spPr>
            <a:xfrm>
              <a:off x="2619743" y="297187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9CD70FF-70CF-4F19-8F33-47FE18852D92}"/>
                </a:ext>
              </a:extLst>
            </p:cNvPr>
            <p:cNvSpPr/>
            <p:nvPr/>
          </p:nvSpPr>
          <p:spPr>
            <a:xfrm>
              <a:off x="2791060" y="308855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6A2C38-61BB-4783-852D-07870D1AB9CC}"/>
                </a:ext>
              </a:extLst>
            </p:cNvPr>
            <p:cNvSpPr/>
            <p:nvPr/>
          </p:nvSpPr>
          <p:spPr>
            <a:xfrm>
              <a:off x="2791060" y="308855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30" name="Graphic 8">
              <a:extLst>
                <a:ext uri="{FF2B5EF4-FFF2-40B4-BE49-F238E27FC236}">
                  <a16:creationId xmlns:a16="http://schemas.microsoft.com/office/drawing/2014/main" id="{F804E3D8-FBD7-4BD4-992D-499131AB3A84}"/>
                </a:ext>
              </a:extLst>
            </p:cNvPr>
            <p:cNvGrpSpPr/>
            <p:nvPr/>
          </p:nvGrpSpPr>
          <p:grpSpPr>
            <a:xfrm>
              <a:off x="8762884" y="2969177"/>
              <a:ext cx="913242" cy="121406"/>
              <a:chOff x="4620270" y="10947481"/>
              <a:chExt cx="644842" cy="85725"/>
            </a:xfrm>
            <a:solidFill>
              <a:srgbClr val="FFFFFF"/>
            </a:solidFill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1DAEA5-D107-49C4-ABE1-D3E847DA4FFA}"/>
                  </a:ext>
                </a:extLst>
              </p:cNvPr>
              <p:cNvSpPr/>
              <p:nvPr/>
            </p:nvSpPr>
            <p:spPr>
              <a:xfrm>
                <a:off x="4620270" y="10947481"/>
                <a:ext cx="36909" cy="84772"/>
              </a:xfrm>
              <a:custGeom>
                <a:avLst/>
                <a:gdLst>
                  <a:gd name="connsiteX0" fmla="*/ 36195 w 36909"/>
                  <a:gd name="connsiteY0" fmla="*/ 0 h 84772"/>
                  <a:gd name="connsiteX1" fmla="*/ 31433 w 36909"/>
                  <a:gd name="connsiteY1" fmla="*/ 0 h 84772"/>
                  <a:gd name="connsiteX2" fmla="*/ 30480 w 36909"/>
                  <a:gd name="connsiteY2" fmla="*/ 953 h 84772"/>
                  <a:gd name="connsiteX3" fmla="*/ 30480 w 36909"/>
                  <a:gd name="connsiteY3" fmla="*/ 63817 h 84772"/>
                  <a:gd name="connsiteX4" fmla="*/ 29528 w 36909"/>
                  <a:gd name="connsiteY4" fmla="*/ 69532 h 84772"/>
                  <a:gd name="connsiteX5" fmla="*/ 27623 w 36909"/>
                  <a:gd name="connsiteY5" fmla="*/ 74295 h 84772"/>
                  <a:gd name="connsiteX6" fmla="*/ 23813 w 36909"/>
                  <a:gd name="connsiteY6" fmla="*/ 77153 h 84772"/>
                  <a:gd name="connsiteX7" fmla="*/ 19050 w 36909"/>
                  <a:gd name="connsiteY7" fmla="*/ 78105 h 84772"/>
                  <a:gd name="connsiteX8" fmla="*/ 14288 w 36909"/>
                  <a:gd name="connsiteY8" fmla="*/ 77153 h 84772"/>
                  <a:gd name="connsiteX9" fmla="*/ 10478 w 36909"/>
                  <a:gd name="connsiteY9" fmla="*/ 74295 h 84772"/>
                  <a:gd name="connsiteX10" fmla="*/ 8573 w 36909"/>
                  <a:gd name="connsiteY10" fmla="*/ 69532 h 84772"/>
                  <a:gd name="connsiteX11" fmla="*/ 7620 w 36909"/>
                  <a:gd name="connsiteY11" fmla="*/ 63817 h 84772"/>
                  <a:gd name="connsiteX12" fmla="*/ 7620 w 36909"/>
                  <a:gd name="connsiteY12" fmla="*/ 953 h 84772"/>
                  <a:gd name="connsiteX13" fmla="*/ 6668 w 36909"/>
                  <a:gd name="connsiteY13" fmla="*/ 0 h 84772"/>
                  <a:gd name="connsiteX14" fmla="*/ 953 w 36909"/>
                  <a:gd name="connsiteY14" fmla="*/ 0 h 84772"/>
                  <a:gd name="connsiteX15" fmla="*/ 0 w 36909"/>
                  <a:gd name="connsiteY15" fmla="*/ 953 h 84772"/>
                  <a:gd name="connsiteX16" fmla="*/ 0 w 36909"/>
                  <a:gd name="connsiteY16" fmla="*/ 62865 h 84772"/>
                  <a:gd name="connsiteX17" fmla="*/ 953 w 36909"/>
                  <a:gd name="connsiteY17" fmla="*/ 71438 h 84772"/>
                  <a:gd name="connsiteX18" fmla="*/ 3810 w 36909"/>
                  <a:gd name="connsiteY18" fmla="*/ 78105 h 84772"/>
                  <a:gd name="connsiteX19" fmla="*/ 9525 w 36909"/>
                  <a:gd name="connsiteY19" fmla="*/ 82867 h 84772"/>
                  <a:gd name="connsiteX20" fmla="*/ 18098 w 36909"/>
                  <a:gd name="connsiteY20" fmla="*/ 84772 h 84772"/>
                  <a:gd name="connsiteX21" fmla="*/ 26670 w 36909"/>
                  <a:gd name="connsiteY21" fmla="*/ 82867 h 84772"/>
                  <a:gd name="connsiteX22" fmla="*/ 32385 w 36909"/>
                  <a:gd name="connsiteY22" fmla="*/ 78105 h 84772"/>
                  <a:gd name="connsiteX23" fmla="*/ 35243 w 36909"/>
                  <a:gd name="connsiteY23" fmla="*/ 71438 h 84772"/>
                  <a:gd name="connsiteX24" fmla="*/ 36195 w 36909"/>
                  <a:gd name="connsiteY24" fmla="*/ 62865 h 84772"/>
                  <a:gd name="connsiteX25" fmla="*/ 36195 w 36909"/>
                  <a:gd name="connsiteY25" fmla="*/ 953 h 84772"/>
                  <a:gd name="connsiteX26" fmla="*/ 36195 w 36909"/>
                  <a:gd name="connsiteY26" fmla="*/ 0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6909" h="84772">
                    <a:moveTo>
                      <a:pt x="36195" y="0"/>
                    </a:moveTo>
                    <a:lnTo>
                      <a:pt x="31433" y="0"/>
                    </a:lnTo>
                    <a:cubicBezTo>
                      <a:pt x="30480" y="0"/>
                      <a:pt x="30480" y="953"/>
                      <a:pt x="30480" y="953"/>
                    </a:cubicBezTo>
                    <a:lnTo>
                      <a:pt x="30480" y="63817"/>
                    </a:lnTo>
                    <a:cubicBezTo>
                      <a:pt x="30480" y="65722"/>
                      <a:pt x="30480" y="67628"/>
                      <a:pt x="29528" y="69532"/>
                    </a:cubicBezTo>
                    <a:cubicBezTo>
                      <a:pt x="29528" y="71438"/>
                      <a:pt x="28575" y="72390"/>
                      <a:pt x="27623" y="74295"/>
                    </a:cubicBezTo>
                    <a:cubicBezTo>
                      <a:pt x="26670" y="75247"/>
                      <a:pt x="25718" y="76200"/>
                      <a:pt x="23813" y="77153"/>
                    </a:cubicBezTo>
                    <a:cubicBezTo>
                      <a:pt x="22860" y="78105"/>
                      <a:pt x="20955" y="78105"/>
                      <a:pt x="19050" y="78105"/>
                    </a:cubicBezTo>
                    <a:cubicBezTo>
                      <a:pt x="17145" y="78105"/>
                      <a:pt x="15240" y="78105"/>
                      <a:pt x="14288" y="77153"/>
                    </a:cubicBezTo>
                    <a:cubicBezTo>
                      <a:pt x="13335" y="76200"/>
                      <a:pt x="11430" y="75247"/>
                      <a:pt x="10478" y="74295"/>
                    </a:cubicBezTo>
                    <a:cubicBezTo>
                      <a:pt x="9525" y="73342"/>
                      <a:pt x="8573" y="71438"/>
                      <a:pt x="8573" y="69532"/>
                    </a:cubicBezTo>
                    <a:cubicBezTo>
                      <a:pt x="8573" y="67628"/>
                      <a:pt x="7620" y="65722"/>
                      <a:pt x="7620" y="63817"/>
                    </a:cubicBezTo>
                    <a:lnTo>
                      <a:pt x="7620" y="953"/>
                    </a:lnTo>
                    <a:cubicBezTo>
                      <a:pt x="7620" y="0"/>
                      <a:pt x="6668" y="0"/>
                      <a:pt x="6668" y="0"/>
                    </a:cubicBez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62865"/>
                    </a:lnTo>
                    <a:cubicBezTo>
                      <a:pt x="0" y="65722"/>
                      <a:pt x="0" y="68580"/>
                      <a:pt x="953" y="71438"/>
                    </a:cubicBezTo>
                    <a:cubicBezTo>
                      <a:pt x="1905" y="74295"/>
                      <a:pt x="2858" y="76200"/>
                      <a:pt x="3810" y="78105"/>
                    </a:cubicBezTo>
                    <a:cubicBezTo>
                      <a:pt x="5715" y="80010"/>
                      <a:pt x="7620" y="81915"/>
                      <a:pt x="9525" y="82867"/>
                    </a:cubicBezTo>
                    <a:cubicBezTo>
                      <a:pt x="12383" y="83820"/>
                      <a:pt x="15240" y="84772"/>
                      <a:pt x="18098" y="84772"/>
                    </a:cubicBezTo>
                    <a:cubicBezTo>
                      <a:pt x="20955" y="84772"/>
                      <a:pt x="23813" y="83820"/>
                      <a:pt x="26670" y="82867"/>
                    </a:cubicBezTo>
                    <a:cubicBezTo>
                      <a:pt x="29528" y="81915"/>
                      <a:pt x="31433" y="80010"/>
                      <a:pt x="32385" y="78105"/>
                    </a:cubicBezTo>
                    <a:cubicBezTo>
                      <a:pt x="34290" y="76200"/>
                      <a:pt x="35243" y="73342"/>
                      <a:pt x="35243" y="71438"/>
                    </a:cubicBezTo>
                    <a:cubicBezTo>
                      <a:pt x="36195" y="68580"/>
                      <a:pt x="36195" y="65722"/>
                      <a:pt x="36195" y="62865"/>
                    </a:cubicBezTo>
                    <a:lnTo>
                      <a:pt x="36195" y="953"/>
                    </a:lnTo>
                    <a:cubicBezTo>
                      <a:pt x="37148" y="953"/>
                      <a:pt x="37148" y="0"/>
                      <a:pt x="361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0CCB47-2095-4710-AC5F-6960D786FD58}"/>
                  </a:ext>
                </a:extLst>
              </p:cNvPr>
              <p:cNvSpPr/>
              <p:nvPr/>
            </p:nvSpPr>
            <p:spPr>
              <a:xfrm>
                <a:off x="4670753" y="10947481"/>
                <a:ext cx="38100" cy="83819"/>
              </a:xfrm>
              <a:custGeom>
                <a:avLst/>
                <a:gdLst>
                  <a:gd name="connsiteX0" fmla="*/ 36195 w 38100"/>
                  <a:gd name="connsiteY0" fmla="*/ 0 h 83819"/>
                  <a:gd name="connsiteX1" fmla="*/ 31432 w 38100"/>
                  <a:gd name="connsiteY1" fmla="*/ 0 h 83819"/>
                  <a:gd name="connsiteX2" fmla="*/ 30480 w 38100"/>
                  <a:gd name="connsiteY2" fmla="*/ 953 h 83819"/>
                  <a:gd name="connsiteX3" fmla="*/ 30480 w 38100"/>
                  <a:gd name="connsiteY3" fmla="*/ 63817 h 83819"/>
                  <a:gd name="connsiteX4" fmla="*/ 8572 w 38100"/>
                  <a:gd name="connsiteY4" fmla="*/ 953 h 83819"/>
                  <a:gd name="connsiteX5" fmla="*/ 7620 w 38100"/>
                  <a:gd name="connsiteY5" fmla="*/ 0 h 83819"/>
                  <a:gd name="connsiteX6" fmla="*/ 952 w 38100"/>
                  <a:gd name="connsiteY6" fmla="*/ 0 h 83819"/>
                  <a:gd name="connsiteX7" fmla="*/ 0 w 38100"/>
                  <a:gd name="connsiteY7" fmla="*/ 953 h 83819"/>
                  <a:gd name="connsiteX8" fmla="*/ 0 w 38100"/>
                  <a:gd name="connsiteY8" fmla="*/ 82867 h 83819"/>
                  <a:gd name="connsiteX9" fmla="*/ 952 w 38100"/>
                  <a:gd name="connsiteY9" fmla="*/ 83820 h 83819"/>
                  <a:gd name="connsiteX10" fmla="*/ 5715 w 38100"/>
                  <a:gd name="connsiteY10" fmla="*/ 83820 h 83819"/>
                  <a:gd name="connsiteX11" fmla="*/ 6667 w 38100"/>
                  <a:gd name="connsiteY11" fmla="*/ 82867 h 83819"/>
                  <a:gd name="connsiteX12" fmla="*/ 6667 w 38100"/>
                  <a:gd name="connsiteY12" fmla="*/ 16192 h 83819"/>
                  <a:gd name="connsiteX13" fmla="*/ 30480 w 38100"/>
                  <a:gd name="connsiteY13" fmla="*/ 82867 h 83819"/>
                  <a:gd name="connsiteX14" fmla="*/ 31432 w 38100"/>
                  <a:gd name="connsiteY14" fmla="*/ 83820 h 83819"/>
                  <a:gd name="connsiteX15" fmla="*/ 37147 w 38100"/>
                  <a:gd name="connsiteY15" fmla="*/ 83820 h 83819"/>
                  <a:gd name="connsiteX16" fmla="*/ 38100 w 38100"/>
                  <a:gd name="connsiteY16" fmla="*/ 82867 h 83819"/>
                  <a:gd name="connsiteX17" fmla="*/ 38100 w 38100"/>
                  <a:gd name="connsiteY17" fmla="*/ 953 h 83819"/>
                  <a:gd name="connsiteX18" fmla="*/ 36195 w 38100"/>
                  <a:gd name="connsiteY18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8100" h="83819">
                    <a:moveTo>
                      <a:pt x="36195" y="0"/>
                    </a:moveTo>
                    <a:lnTo>
                      <a:pt x="31432" y="0"/>
                    </a:lnTo>
                    <a:cubicBezTo>
                      <a:pt x="30480" y="0"/>
                      <a:pt x="30480" y="953"/>
                      <a:pt x="30480" y="953"/>
                    </a:cubicBezTo>
                    <a:lnTo>
                      <a:pt x="30480" y="63817"/>
                    </a:lnTo>
                    <a:lnTo>
                      <a:pt x="8572" y="953"/>
                    </a:lnTo>
                    <a:cubicBezTo>
                      <a:pt x="8572" y="0"/>
                      <a:pt x="7620" y="0"/>
                      <a:pt x="7620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5715" y="83820"/>
                    </a:lnTo>
                    <a:cubicBezTo>
                      <a:pt x="6667" y="83820"/>
                      <a:pt x="6667" y="82867"/>
                      <a:pt x="6667" y="82867"/>
                    </a:cubicBezTo>
                    <a:lnTo>
                      <a:pt x="6667" y="16192"/>
                    </a:lnTo>
                    <a:lnTo>
                      <a:pt x="30480" y="82867"/>
                    </a:lnTo>
                    <a:cubicBezTo>
                      <a:pt x="30480" y="83820"/>
                      <a:pt x="31432" y="83820"/>
                      <a:pt x="31432" y="83820"/>
                    </a:cubicBezTo>
                    <a:lnTo>
                      <a:pt x="37147" y="83820"/>
                    </a:lnTo>
                    <a:cubicBezTo>
                      <a:pt x="38100" y="83820"/>
                      <a:pt x="38100" y="82867"/>
                      <a:pt x="38100" y="82867"/>
                    </a:cubicBezTo>
                    <a:lnTo>
                      <a:pt x="38100" y="953"/>
                    </a:lnTo>
                    <a:cubicBezTo>
                      <a:pt x="38100" y="953"/>
                      <a:pt x="37147" y="0"/>
                      <a:pt x="361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DD927EC-5A36-4225-8B3D-D032948648F4}"/>
                  </a:ext>
                </a:extLst>
              </p:cNvPr>
              <p:cNvSpPr/>
              <p:nvPr/>
            </p:nvSpPr>
            <p:spPr>
              <a:xfrm>
                <a:off x="4719330" y="10947481"/>
                <a:ext cx="45719" cy="84772"/>
              </a:xfrm>
              <a:custGeom>
                <a:avLst/>
                <a:gdLst>
                  <a:gd name="connsiteX0" fmla="*/ 26670 w 45719"/>
                  <a:gd name="connsiteY0" fmla="*/ 0 h 84772"/>
                  <a:gd name="connsiteX1" fmla="*/ 19050 w 45719"/>
                  <a:gd name="connsiteY1" fmla="*/ 0 h 84772"/>
                  <a:gd name="connsiteX2" fmla="*/ 18098 w 45719"/>
                  <a:gd name="connsiteY2" fmla="*/ 953 h 84772"/>
                  <a:gd name="connsiteX3" fmla="*/ 0 w 45719"/>
                  <a:gd name="connsiteY3" fmla="*/ 83820 h 84772"/>
                  <a:gd name="connsiteX4" fmla="*/ 0 w 45719"/>
                  <a:gd name="connsiteY4" fmla="*/ 84772 h 84772"/>
                  <a:gd name="connsiteX5" fmla="*/ 952 w 45719"/>
                  <a:gd name="connsiteY5" fmla="*/ 84772 h 84772"/>
                  <a:gd name="connsiteX6" fmla="*/ 5715 w 45719"/>
                  <a:gd name="connsiteY6" fmla="*/ 84772 h 84772"/>
                  <a:gd name="connsiteX7" fmla="*/ 6668 w 45719"/>
                  <a:gd name="connsiteY7" fmla="*/ 83820 h 84772"/>
                  <a:gd name="connsiteX8" fmla="*/ 10477 w 45719"/>
                  <a:gd name="connsiteY8" fmla="*/ 66675 h 84772"/>
                  <a:gd name="connsiteX9" fmla="*/ 34290 w 45719"/>
                  <a:gd name="connsiteY9" fmla="*/ 66675 h 84772"/>
                  <a:gd name="connsiteX10" fmla="*/ 38100 w 45719"/>
                  <a:gd name="connsiteY10" fmla="*/ 83820 h 84772"/>
                  <a:gd name="connsiteX11" fmla="*/ 39052 w 45719"/>
                  <a:gd name="connsiteY11" fmla="*/ 84772 h 84772"/>
                  <a:gd name="connsiteX12" fmla="*/ 44768 w 45719"/>
                  <a:gd name="connsiteY12" fmla="*/ 84772 h 84772"/>
                  <a:gd name="connsiteX13" fmla="*/ 45720 w 45719"/>
                  <a:gd name="connsiteY13" fmla="*/ 84772 h 84772"/>
                  <a:gd name="connsiteX14" fmla="*/ 45720 w 45719"/>
                  <a:gd name="connsiteY14" fmla="*/ 83820 h 84772"/>
                  <a:gd name="connsiteX15" fmla="*/ 27623 w 45719"/>
                  <a:gd name="connsiteY15" fmla="*/ 953 h 84772"/>
                  <a:gd name="connsiteX16" fmla="*/ 26670 w 45719"/>
                  <a:gd name="connsiteY16" fmla="*/ 0 h 84772"/>
                  <a:gd name="connsiteX17" fmla="*/ 33338 w 45719"/>
                  <a:gd name="connsiteY17" fmla="*/ 60007 h 84772"/>
                  <a:gd name="connsiteX18" fmla="*/ 12382 w 45719"/>
                  <a:gd name="connsiteY18" fmla="*/ 60007 h 84772"/>
                  <a:gd name="connsiteX19" fmla="*/ 22860 w 45719"/>
                  <a:gd name="connsiteY19" fmla="*/ 13335 h 84772"/>
                  <a:gd name="connsiteX20" fmla="*/ 33338 w 45719"/>
                  <a:gd name="connsiteY20" fmla="*/ 60007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719" h="84772">
                    <a:moveTo>
                      <a:pt x="26670" y="0"/>
                    </a:moveTo>
                    <a:lnTo>
                      <a:pt x="19050" y="0"/>
                    </a:lnTo>
                    <a:cubicBezTo>
                      <a:pt x="18098" y="0"/>
                      <a:pt x="18098" y="0"/>
                      <a:pt x="18098" y="953"/>
                    </a:cubicBezTo>
                    <a:lnTo>
                      <a:pt x="0" y="83820"/>
                    </a:lnTo>
                    <a:cubicBezTo>
                      <a:pt x="0" y="83820"/>
                      <a:pt x="0" y="84772"/>
                      <a:pt x="0" y="84772"/>
                    </a:cubicBezTo>
                    <a:cubicBezTo>
                      <a:pt x="0" y="84772"/>
                      <a:pt x="952" y="84772"/>
                      <a:pt x="952" y="84772"/>
                    </a:cubicBezTo>
                    <a:lnTo>
                      <a:pt x="5715" y="84772"/>
                    </a:lnTo>
                    <a:cubicBezTo>
                      <a:pt x="6668" y="84772"/>
                      <a:pt x="6668" y="84772"/>
                      <a:pt x="6668" y="83820"/>
                    </a:cubicBezTo>
                    <a:lnTo>
                      <a:pt x="10477" y="66675"/>
                    </a:lnTo>
                    <a:lnTo>
                      <a:pt x="34290" y="66675"/>
                    </a:lnTo>
                    <a:lnTo>
                      <a:pt x="38100" y="83820"/>
                    </a:lnTo>
                    <a:cubicBezTo>
                      <a:pt x="38100" y="84772"/>
                      <a:pt x="39052" y="84772"/>
                      <a:pt x="39052" y="84772"/>
                    </a:cubicBezTo>
                    <a:lnTo>
                      <a:pt x="44768" y="84772"/>
                    </a:lnTo>
                    <a:cubicBezTo>
                      <a:pt x="44768" y="84772"/>
                      <a:pt x="45720" y="84772"/>
                      <a:pt x="45720" y="84772"/>
                    </a:cubicBezTo>
                    <a:cubicBezTo>
                      <a:pt x="45720" y="84772"/>
                      <a:pt x="45720" y="83820"/>
                      <a:pt x="45720" y="83820"/>
                    </a:cubicBezTo>
                    <a:lnTo>
                      <a:pt x="27623" y="953"/>
                    </a:lnTo>
                    <a:cubicBezTo>
                      <a:pt x="27623" y="953"/>
                      <a:pt x="27623" y="0"/>
                      <a:pt x="26670" y="0"/>
                    </a:cubicBezTo>
                    <a:close/>
                    <a:moveTo>
                      <a:pt x="33338" y="60007"/>
                    </a:moveTo>
                    <a:lnTo>
                      <a:pt x="12382" y="60007"/>
                    </a:lnTo>
                    <a:lnTo>
                      <a:pt x="22860" y="13335"/>
                    </a:lnTo>
                    <a:lnTo>
                      <a:pt x="33338" y="600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75B1FC1-E587-4EC3-8D38-3BAC3939F26A}"/>
                  </a:ext>
                </a:extLst>
              </p:cNvPr>
              <p:cNvSpPr/>
              <p:nvPr/>
            </p:nvSpPr>
            <p:spPr>
              <a:xfrm>
                <a:off x="4799340" y="10947481"/>
                <a:ext cx="34289" cy="83819"/>
              </a:xfrm>
              <a:custGeom>
                <a:avLst/>
                <a:gdLst>
                  <a:gd name="connsiteX0" fmla="*/ 33338 w 34289"/>
                  <a:gd name="connsiteY0" fmla="*/ 0 h 83819"/>
                  <a:gd name="connsiteX1" fmla="*/ 952 w 34289"/>
                  <a:gd name="connsiteY1" fmla="*/ 0 h 83819"/>
                  <a:gd name="connsiteX2" fmla="*/ 0 w 34289"/>
                  <a:gd name="connsiteY2" fmla="*/ 953 h 83819"/>
                  <a:gd name="connsiteX3" fmla="*/ 0 w 34289"/>
                  <a:gd name="connsiteY3" fmla="*/ 82867 h 83819"/>
                  <a:gd name="connsiteX4" fmla="*/ 952 w 34289"/>
                  <a:gd name="connsiteY4" fmla="*/ 83820 h 83819"/>
                  <a:gd name="connsiteX5" fmla="*/ 33338 w 34289"/>
                  <a:gd name="connsiteY5" fmla="*/ 83820 h 83819"/>
                  <a:gd name="connsiteX6" fmla="*/ 34290 w 34289"/>
                  <a:gd name="connsiteY6" fmla="*/ 82867 h 83819"/>
                  <a:gd name="connsiteX7" fmla="*/ 34290 w 34289"/>
                  <a:gd name="connsiteY7" fmla="*/ 78105 h 83819"/>
                  <a:gd name="connsiteX8" fmla="*/ 33338 w 34289"/>
                  <a:gd name="connsiteY8" fmla="*/ 77153 h 83819"/>
                  <a:gd name="connsiteX9" fmla="*/ 7620 w 34289"/>
                  <a:gd name="connsiteY9" fmla="*/ 77153 h 83819"/>
                  <a:gd name="connsiteX10" fmla="*/ 7620 w 34289"/>
                  <a:gd name="connsiteY10" fmla="*/ 44767 h 83819"/>
                  <a:gd name="connsiteX11" fmla="*/ 28575 w 34289"/>
                  <a:gd name="connsiteY11" fmla="*/ 44767 h 83819"/>
                  <a:gd name="connsiteX12" fmla="*/ 29527 w 34289"/>
                  <a:gd name="connsiteY12" fmla="*/ 43815 h 83819"/>
                  <a:gd name="connsiteX13" fmla="*/ 29527 w 34289"/>
                  <a:gd name="connsiteY13" fmla="*/ 39053 h 83819"/>
                  <a:gd name="connsiteX14" fmla="*/ 28575 w 34289"/>
                  <a:gd name="connsiteY14" fmla="*/ 38100 h 83819"/>
                  <a:gd name="connsiteX15" fmla="*/ 7620 w 34289"/>
                  <a:gd name="connsiteY15" fmla="*/ 38100 h 83819"/>
                  <a:gd name="connsiteX16" fmla="*/ 7620 w 34289"/>
                  <a:gd name="connsiteY16" fmla="*/ 7620 h 83819"/>
                  <a:gd name="connsiteX17" fmla="*/ 33338 w 34289"/>
                  <a:gd name="connsiteY17" fmla="*/ 7620 h 83819"/>
                  <a:gd name="connsiteX18" fmla="*/ 34290 w 34289"/>
                  <a:gd name="connsiteY18" fmla="*/ 6667 h 83819"/>
                  <a:gd name="connsiteX19" fmla="*/ 34290 w 34289"/>
                  <a:gd name="connsiteY19" fmla="*/ 1905 h 83819"/>
                  <a:gd name="connsiteX20" fmla="*/ 33338 w 34289"/>
                  <a:gd name="connsiteY20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89" h="83819">
                    <a:moveTo>
                      <a:pt x="33338" y="0"/>
                    </a:move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3"/>
                      <a:pt x="33338" y="77153"/>
                      <a:pt x="33338" y="77153"/>
                    </a:cubicBezTo>
                    <a:lnTo>
                      <a:pt x="7620" y="77153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7" y="44767"/>
                      <a:pt x="29527" y="43815"/>
                      <a:pt x="29527" y="43815"/>
                    </a:cubicBezTo>
                    <a:lnTo>
                      <a:pt x="29527" y="39053"/>
                    </a:lnTo>
                    <a:cubicBezTo>
                      <a:pt x="29527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ubicBezTo>
                      <a:pt x="34290" y="7620"/>
                      <a:pt x="34290" y="6667"/>
                      <a:pt x="34290" y="6667"/>
                    </a:cubicBezTo>
                    <a:lnTo>
                      <a:pt x="34290" y="1905"/>
                    </a:lnTo>
                    <a:cubicBezTo>
                      <a:pt x="34290" y="953"/>
                      <a:pt x="34290" y="0"/>
                      <a:pt x="33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6381024-F993-4351-82E9-4F4D7A0450F9}"/>
                  </a:ext>
                </a:extLst>
              </p:cNvPr>
              <p:cNvSpPr/>
              <p:nvPr/>
            </p:nvSpPr>
            <p:spPr>
              <a:xfrm>
                <a:off x="4846012" y="10947481"/>
                <a:ext cx="51435" cy="83819"/>
              </a:xfrm>
              <a:custGeom>
                <a:avLst/>
                <a:gdLst>
                  <a:gd name="connsiteX0" fmla="*/ 50482 w 51435"/>
                  <a:gd name="connsiteY0" fmla="*/ 0 h 83819"/>
                  <a:gd name="connsiteX1" fmla="*/ 42863 w 51435"/>
                  <a:gd name="connsiteY1" fmla="*/ 0 h 83819"/>
                  <a:gd name="connsiteX2" fmla="*/ 41910 w 51435"/>
                  <a:gd name="connsiteY2" fmla="*/ 953 h 83819"/>
                  <a:gd name="connsiteX3" fmla="*/ 25718 w 51435"/>
                  <a:gd name="connsiteY3" fmla="*/ 68580 h 83819"/>
                  <a:gd name="connsiteX4" fmla="*/ 9525 w 51435"/>
                  <a:gd name="connsiteY4" fmla="*/ 953 h 83819"/>
                  <a:gd name="connsiteX5" fmla="*/ 8573 w 51435"/>
                  <a:gd name="connsiteY5" fmla="*/ 0 h 83819"/>
                  <a:gd name="connsiteX6" fmla="*/ 953 w 51435"/>
                  <a:gd name="connsiteY6" fmla="*/ 0 h 83819"/>
                  <a:gd name="connsiteX7" fmla="*/ 0 w 51435"/>
                  <a:gd name="connsiteY7" fmla="*/ 953 h 83819"/>
                  <a:gd name="connsiteX8" fmla="*/ 0 w 51435"/>
                  <a:gd name="connsiteY8" fmla="*/ 82867 h 83819"/>
                  <a:gd name="connsiteX9" fmla="*/ 953 w 51435"/>
                  <a:gd name="connsiteY9" fmla="*/ 83820 h 83819"/>
                  <a:gd name="connsiteX10" fmla="*/ 5715 w 51435"/>
                  <a:gd name="connsiteY10" fmla="*/ 83820 h 83819"/>
                  <a:gd name="connsiteX11" fmla="*/ 6668 w 51435"/>
                  <a:gd name="connsiteY11" fmla="*/ 82867 h 83819"/>
                  <a:gd name="connsiteX12" fmla="*/ 6668 w 51435"/>
                  <a:gd name="connsiteY12" fmla="*/ 20003 h 83819"/>
                  <a:gd name="connsiteX13" fmla="*/ 21907 w 51435"/>
                  <a:gd name="connsiteY13" fmla="*/ 82867 h 83819"/>
                  <a:gd name="connsiteX14" fmla="*/ 22860 w 51435"/>
                  <a:gd name="connsiteY14" fmla="*/ 83820 h 83819"/>
                  <a:gd name="connsiteX15" fmla="*/ 28575 w 51435"/>
                  <a:gd name="connsiteY15" fmla="*/ 83820 h 83819"/>
                  <a:gd name="connsiteX16" fmla="*/ 29528 w 51435"/>
                  <a:gd name="connsiteY16" fmla="*/ 82867 h 83819"/>
                  <a:gd name="connsiteX17" fmla="*/ 44768 w 51435"/>
                  <a:gd name="connsiteY17" fmla="*/ 20003 h 83819"/>
                  <a:gd name="connsiteX18" fmla="*/ 44768 w 51435"/>
                  <a:gd name="connsiteY18" fmla="*/ 82867 h 83819"/>
                  <a:gd name="connsiteX19" fmla="*/ 45720 w 51435"/>
                  <a:gd name="connsiteY19" fmla="*/ 83820 h 83819"/>
                  <a:gd name="connsiteX20" fmla="*/ 50482 w 51435"/>
                  <a:gd name="connsiteY20" fmla="*/ 83820 h 83819"/>
                  <a:gd name="connsiteX21" fmla="*/ 51435 w 51435"/>
                  <a:gd name="connsiteY21" fmla="*/ 82867 h 83819"/>
                  <a:gd name="connsiteX22" fmla="*/ 51435 w 51435"/>
                  <a:gd name="connsiteY22" fmla="*/ 953 h 83819"/>
                  <a:gd name="connsiteX23" fmla="*/ 50482 w 51435"/>
                  <a:gd name="connsiteY23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1435" h="83819">
                    <a:moveTo>
                      <a:pt x="50482" y="0"/>
                    </a:moveTo>
                    <a:lnTo>
                      <a:pt x="42863" y="0"/>
                    </a:lnTo>
                    <a:cubicBezTo>
                      <a:pt x="41910" y="0"/>
                      <a:pt x="41910" y="0"/>
                      <a:pt x="41910" y="953"/>
                    </a:cubicBezTo>
                    <a:lnTo>
                      <a:pt x="25718" y="68580"/>
                    </a:lnTo>
                    <a:lnTo>
                      <a:pt x="9525" y="953"/>
                    </a:lnTo>
                    <a:cubicBezTo>
                      <a:pt x="9525" y="0"/>
                      <a:pt x="8573" y="0"/>
                      <a:pt x="8573" y="0"/>
                    </a:cubicBez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3" y="83820"/>
                      <a:pt x="953" y="83820"/>
                    </a:cubicBezTo>
                    <a:lnTo>
                      <a:pt x="5715" y="83820"/>
                    </a:lnTo>
                    <a:cubicBezTo>
                      <a:pt x="6668" y="83820"/>
                      <a:pt x="6668" y="82867"/>
                      <a:pt x="6668" y="82867"/>
                    </a:cubicBezTo>
                    <a:lnTo>
                      <a:pt x="6668" y="20003"/>
                    </a:lnTo>
                    <a:lnTo>
                      <a:pt x="21907" y="82867"/>
                    </a:lnTo>
                    <a:cubicBezTo>
                      <a:pt x="21907" y="83820"/>
                      <a:pt x="22860" y="83820"/>
                      <a:pt x="22860" y="83820"/>
                    </a:cubicBezTo>
                    <a:lnTo>
                      <a:pt x="28575" y="83820"/>
                    </a:lnTo>
                    <a:cubicBezTo>
                      <a:pt x="29528" y="83820"/>
                      <a:pt x="29528" y="83820"/>
                      <a:pt x="29528" y="82867"/>
                    </a:cubicBezTo>
                    <a:lnTo>
                      <a:pt x="44768" y="20003"/>
                    </a:lnTo>
                    <a:lnTo>
                      <a:pt x="44768" y="82867"/>
                    </a:lnTo>
                    <a:cubicBezTo>
                      <a:pt x="44768" y="83820"/>
                      <a:pt x="45720" y="83820"/>
                      <a:pt x="45720" y="83820"/>
                    </a:cubicBezTo>
                    <a:lnTo>
                      <a:pt x="50482" y="83820"/>
                    </a:lnTo>
                    <a:cubicBezTo>
                      <a:pt x="51435" y="83820"/>
                      <a:pt x="51435" y="82867"/>
                      <a:pt x="51435" y="82867"/>
                    </a:cubicBezTo>
                    <a:lnTo>
                      <a:pt x="51435" y="953"/>
                    </a:lnTo>
                    <a:cubicBezTo>
                      <a:pt x="51435" y="953"/>
                      <a:pt x="51435" y="0"/>
                      <a:pt x="504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30E1A24-BA85-448C-A4F2-5202E97931E4}"/>
                  </a:ext>
                </a:extLst>
              </p:cNvPr>
              <p:cNvSpPr/>
              <p:nvPr/>
            </p:nvSpPr>
            <p:spPr>
              <a:xfrm>
                <a:off x="4909830" y="10947481"/>
                <a:ext cx="36194" cy="83819"/>
              </a:xfrm>
              <a:custGeom>
                <a:avLst/>
                <a:gdLst>
                  <a:gd name="connsiteX0" fmla="*/ 18098 w 36194"/>
                  <a:gd name="connsiteY0" fmla="*/ 0 h 83819"/>
                  <a:gd name="connsiteX1" fmla="*/ 952 w 36194"/>
                  <a:gd name="connsiteY1" fmla="*/ 0 h 83819"/>
                  <a:gd name="connsiteX2" fmla="*/ 0 w 36194"/>
                  <a:gd name="connsiteY2" fmla="*/ 953 h 83819"/>
                  <a:gd name="connsiteX3" fmla="*/ 0 w 36194"/>
                  <a:gd name="connsiteY3" fmla="*/ 82867 h 83819"/>
                  <a:gd name="connsiteX4" fmla="*/ 952 w 36194"/>
                  <a:gd name="connsiteY4" fmla="*/ 83820 h 83819"/>
                  <a:gd name="connsiteX5" fmla="*/ 6668 w 36194"/>
                  <a:gd name="connsiteY5" fmla="*/ 83820 h 83819"/>
                  <a:gd name="connsiteX6" fmla="*/ 7620 w 36194"/>
                  <a:gd name="connsiteY6" fmla="*/ 82867 h 83819"/>
                  <a:gd name="connsiteX7" fmla="*/ 7620 w 36194"/>
                  <a:gd name="connsiteY7" fmla="*/ 51435 h 83819"/>
                  <a:gd name="connsiteX8" fmla="*/ 16193 w 36194"/>
                  <a:gd name="connsiteY8" fmla="*/ 51435 h 83819"/>
                  <a:gd name="connsiteX9" fmla="*/ 31432 w 36194"/>
                  <a:gd name="connsiteY9" fmla="*/ 46672 h 83819"/>
                  <a:gd name="connsiteX10" fmla="*/ 36195 w 36194"/>
                  <a:gd name="connsiteY10" fmla="*/ 31432 h 83819"/>
                  <a:gd name="connsiteX11" fmla="*/ 36195 w 36194"/>
                  <a:gd name="connsiteY11" fmla="*/ 22860 h 83819"/>
                  <a:gd name="connsiteX12" fmla="*/ 31432 w 36194"/>
                  <a:gd name="connsiteY12" fmla="*/ 7620 h 83819"/>
                  <a:gd name="connsiteX13" fmla="*/ 18098 w 36194"/>
                  <a:gd name="connsiteY13" fmla="*/ 0 h 83819"/>
                  <a:gd name="connsiteX14" fmla="*/ 16193 w 36194"/>
                  <a:gd name="connsiteY14" fmla="*/ 43815 h 83819"/>
                  <a:gd name="connsiteX15" fmla="*/ 7620 w 36194"/>
                  <a:gd name="connsiteY15" fmla="*/ 43815 h 83819"/>
                  <a:gd name="connsiteX16" fmla="*/ 7620 w 36194"/>
                  <a:gd name="connsiteY16" fmla="*/ 7620 h 83819"/>
                  <a:gd name="connsiteX17" fmla="*/ 18098 w 36194"/>
                  <a:gd name="connsiteY17" fmla="*/ 7620 h 83819"/>
                  <a:gd name="connsiteX18" fmla="*/ 26670 w 36194"/>
                  <a:gd name="connsiteY18" fmla="*/ 11430 h 83819"/>
                  <a:gd name="connsiteX19" fmla="*/ 29527 w 36194"/>
                  <a:gd name="connsiteY19" fmla="*/ 21907 h 83819"/>
                  <a:gd name="connsiteX20" fmla="*/ 29527 w 36194"/>
                  <a:gd name="connsiteY20" fmla="*/ 31432 h 83819"/>
                  <a:gd name="connsiteX21" fmla="*/ 26670 w 36194"/>
                  <a:gd name="connsiteY21" fmla="*/ 41910 h 83819"/>
                  <a:gd name="connsiteX22" fmla="*/ 16193 w 36194"/>
                  <a:gd name="connsiteY22" fmla="*/ 43815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194" h="83819">
                    <a:moveTo>
                      <a:pt x="18098" y="0"/>
                    </a:move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6668" y="83820"/>
                    </a:lnTo>
                    <a:cubicBezTo>
                      <a:pt x="7620" y="83820"/>
                      <a:pt x="7620" y="82867"/>
                      <a:pt x="7620" y="82867"/>
                    </a:cubicBezTo>
                    <a:lnTo>
                      <a:pt x="7620" y="51435"/>
                    </a:lnTo>
                    <a:lnTo>
                      <a:pt x="16193" y="51435"/>
                    </a:lnTo>
                    <a:cubicBezTo>
                      <a:pt x="22860" y="51435"/>
                      <a:pt x="28575" y="49530"/>
                      <a:pt x="31432" y="46672"/>
                    </a:cubicBezTo>
                    <a:cubicBezTo>
                      <a:pt x="34290" y="42863"/>
                      <a:pt x="36195" y="38100"/>
                      <a:pt x="36195" y="31432"/>
                    </a:cubicBezTo>
                    <a:lnTo>
                      <a:pt x="36195" y="22860"/>
                    </a:lnTo>
                    <a:cubicBezTo>
                      <a:pt x="36195" y="16192"/>
                      <a:pt x="34290" y="11430"/>
                      <a:pt x="31432" y="7620"/>
                    </a:cubicBezTo>
                    <a:cubicBezTo>
                      <a:pt x="29527" y="2857"/>
                      <a:pt x="24765" y="0"/>
                      <a:pt x="18098" y="0"/>
                    </a:cubicBezTo>
                    <a:close/>
                    <a:moveTo>
                      <a:pt x="16193" y="43815"/>
                    </a:moveTo>
                    <a:lnTo>
                      <a:pt x="7620" y="43815"/>
                    </a:lnTo>
                    <a:lnTo>
                      <a:pt x="7620" y="7620"/>
                    </a:lnTo>
                    <a:lnTo>
                      <a:pt x="18098" y="7620"/>
                    </a:lnTo>
                    <a:cubicBezTo>
                      <a:pt x="21907" y="7620"/>
                      <a:pt x="24765" y="8572"/>
                      <a:pt x="26670" y="11430"/>
                    </a:cubicBezTo>
                    <a:cubicBezTo>
                      <a:pt x="28575" y="14288"/>
                      <a:pt x="29527" y="17145"/>
                      <a:pt x="29527" y="21907"/>
                    </a:cubicBezTo>
                    <a:lnTo>
                      <a:pt x="29527" y="31432"/>
                    </a:lnTo>
                    <a:cubicBezTo>
                      <a:pt x="29527" y="36195"/>
                      <a:pt x="28575" y="39053"/>
                      <a:pt x="26670" y="41910"/>
                    </a:cubicBezTo>
                    <a:cubicBezTo>
                      <a:pt x="23813" y="42863"/>
                      <a:pt x="20955" y="43815"/>
                      <a:pt x="16193" y="438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DA114BC-8B46-4CD7-B685-13CF45CE817C}"/>
                  </a:ext>
                </a:extLst>
              </p:cNvPr>
              <p:cNvSpPr/>
              <p:nvPr/>
            </p:nvSpPr>
            <p:spPr>
              <a:xfrm>
                <a:off x="4957455" y="10947481"/>
                <a:ext cx="39052" cy="85725"/>
              </a:xfrm>
              <a:custGeom>
                <a:avLst/>
                <a:gdLst>
                  <a:gd name="connsiteX0" fmla="*/ 37148 w 39052"/>
                  <a:gd name="connsiteY0" fmla="*/ 79057 h 85725"/>
                  <a:gd name="connsiteX1" fmla="*/ 37148 w 39052"/>
                  <a:gd name="connsiteY1" fmla="*/ 74295 h 85725"/>
                  <a:gd name="connsiteX2" fmla="*/ 37148 w 39052"/>
                  <a:gd name="connsiteY2" fmla="*/ 60960 h 85725"/>
                  <a:gd name="connsiteX3" fmla="*/ 34290 w 39052"/>
                  <a:gd name="connsiteY3" fmla="*/ 49530 h 85725"/>
                  <a:gd name="connsiteX4" fmla="*/ 27623 w 39052"/>
                  <a:gd name="connsiteY4" fmla="*/ 44767 h 85725"/>
                  <a:gd name="connsiteX5" fmla="*/ 37148 w 39052"/>
                  <a:gd name="connsiteY5" fmla="*/ 27622 h 85725"/>
                  <a:gd name="connsiteX6" fmla="*/ 37148 w 39052"/>
                  <a:gd name="connsiteY6" fmla="*/ 20003 h 85725"/>
                  <a:gd name="connsiteX7" fmla="*/ 32385 w 39052"/>
                  <a:gd name="connsiteY7" fmla="*/ 5715 h 85725"/>
                  <a:gd name="connsiteX8" fmla="*/ 18098 w 39052"/>
                  <a:gd name="connsiteY8" fmla="*/ 0 h 85725"/>
                  <a:gd name="connsiteX9" fmla="*/ 952 w 39052"/>
                  <a:gd name="connsiteY9" fmla="*/ 0 h 85725"/>
                  <a:gd name="connsiteX10" fmla="*/ 0 w 39052"/>
                  <a:gd name="connsiteY10" fmla="*/ 953 h 85725"/>
                  <a:gd name="connsiteX11" fmla="*/ 0 w 39052"/>
                  <a:gd name="connsiteY11" fmla="*/ 82867 h 85725"/>
                  <a:gd name="connsiteX12" fmla="*/ 952 w 39052"/>
                  <a:gd name="connsiteY12" fmla="*/ 83820 h 85725"/>
                  <a:gd name="connsiteX13" fmla="*/ 6668 w 39052"/>
                  <a:gd name="connsiteY13" fmla="*/ 83820 h 85725"/>
                  <a:gd name="connsiteX14" fmla="*/ 7620 w 39052"/>
                  <a:gd name="connsiteY14" fmla="*/ 82867 h 85725"/>
                  <a:gd name="connsiteX15" fmla="*/ 7620 w 39052"/>
                  <a:gd name="connsiteY15" fmla="*/ 47625 h 85725"/>
                  <a:gd name="connsiteX16" fmla="*/ 15240 w 39052"/>
                  <a:gd name="connsiteY16" fmla="*/ 47625 h 85725"/>
                  <a:gd name="connsiteX17" fmla="*/ 20955 w 39052"/>
                  <a:gd name="connsiteY17" fmla="*/ 48578 h 85725"/>
                  <a:gd name="connsiteX18" fmla="*/ 25718 w 39052"/>
                  <a:gd name="connsiteY18" fmla="*/ 50482 h 85725"/>
                  <a:gd name="connsiteX19" fmla="*/ 28575 w 39052"/>
                  <a:gd name="connsiteY19" fmla="*/ 54292 h 85725"/>
                  <a:gd name="connsiteX20" fmla="*/ 29527 w 39052"/>
                  <a:gd name="connsiteY20" fmla="*/ 60960 h 85725"/>
                  <a:gd name="connsiteX21" fmla="*/ 29527 w 39052"/>
                  <a:gd name="connsiteY21" fmla="*/ 74295 h 85725"/>
                  <a:gd name="connsiteX22" fmla="*/ 29527 w 39052"/>
                  <a:gd name="connsiteY22" fmla="*/ 80010 h 85725"/>
                  <a:gd name="connsiteX23" fmla="*/ 31432 w 39052"/>
                  <a:gd name="connsiteY23" fmla="*/ 84772 h 85725"/>
                  <a:gd name="connsiteX24" fmla="*/ 32385 w 39052"/>
                  <a:gd name="connsiteY24" fmla="*/ 85725 h 85725"/>
                  <a:gd name="connsiteX25" fmla="*/ 38100 w 39052"/>
                  <a:gd name="connsiteY25" fmla="*/ 85725 h 85725"/>
                  <a:gd name="connsiteX26" fmla="*/ 39052 w 39052"/>
                  <a:gd name="connsiteY26" fmla="*/ 84772 h 85725"/>
                  <a:gd name="connsiteX27" fmla="*/ 39052 w 39052"/>
                  <a:gd name="connsiteY27" fmla="*/ 83820 h 85725"/>
                  <a:gd name="connsiteX28" fmla="*/ 37148 w 39052"/>
                  <a:gd name="connsiteY28" fmla="*/ 79057 h 85725"/>
                  <a:gd name="connsiteX29" fmla="*/ 7620 w 39052"/>
                  <a:gd name="connsiteY29" fmla="*/ 7620 h 85725"/>
                  <a:gd name="connsiteX30" fmla="*/ 18098 w 39052"/>
                  <a:gd name="connsiteY30" fmla="*/ 7620 h 85725"/>
                  <a:gd name="connsiteX31" fmla="*/ 26670 w 39052"/>
                  <a:gd name="connsiteY31" fmla="*/ 10478 h 85725"/>
                  <a:gd name="connsiteX32" fmla="*/ 29527 w 39052"/>
                  <a:gd name="connsiteY32" fmla="*/ 20003 h 85725"/>
                  <a:gd name="connsiteX33" fmla="*/ 29527 w 39052"/>
                  <a:gd name="connsiteY33" fmla="*/ 27622 h 85725"/>
                  <a:gd name="connsiteX34" fmla="*/ 28575 w 39052"/>
                  <a:gd name="connsiteY34" fmla="*/ 34290 h 85725"/>
                  <a:gd name="connsiteX35" fmla="*/ 25718 w 39052"/>
                  <a:gd name="connsiteY35" fmla="*/ 38100 h 85725"/>
                  <a:gd name="connsiteX36" fmla="*/ 21907 w 39052"/>
                  <a:gd name="connsiteY36" fmla="*/ 40005 h 85725"/>
                  <a:gd name="connsiteX37" fmla="*/ 15240 w 39052"/>
                  <a:gd name="connsiteY37" fmla="*/ 40957 h 85725"/>
                  <a:gd name="connsiteX38" fmla="*/ 7620 w 39052"/>
                  <a:gd name="connsiteY38" fmla="*/ 40957 h 85725"/>
                  <a:gd name="connsiteX39" fmla="*/ 7620 w 39052"/>
                  <a:gd name="connsiteY39" fmla="*/ 762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052" h="85725">
                    <a:moveTo>
                      <a:pt x="37148" y="79057"/>
                    </a:moveTo>
                    <a:cubicBezTo>
                      <a:pt x="37148" y="77153"/>
                      <a:pt x="37148" y="75247"/>
                      <a:pt x="37148" y="74295"/>
                    </a:cubicBezTo>
                    <a:lnTo>
                      <a:pt x="37148" y="60960"/>
                    </a:lnTo>
                    <a:cubicBezTo>
                      <a:pt x="37148" y="56197"/>
                      <a:pt x="36195" y="52388"/>
                      <a:pt x="34290" y="49530"/>
                    </a:cubicBezTo>
                    <a:cubicBezTo>
                      <a:pt x="32385" y="47625"/>
                      <a:pt x="30480" y="45720"/>
                      <a:pt x="27623" y="44767"/>
                    </a:cubicBezTo>
                    <a:cubicBezTo>
                      <a:pt x="33338" y="41910"/>
                      <a:pt x="37148" y="36195"/>
                      <a:pt x="37148" y="27622"/>
                    </a:cubicBezTo>
                    <a:lnTo>
                      <a:pt x="37148" y="20003"/>
                    </a:lnTo>
                    <a:cubicBezTo>
                      <a:pt x="37148" y="14288"/>
                      <a:pt x="35243" y="9525"/>
                      <a:pt x="32385" y="5715"/>
                    </a:cubicBezTo>
                    <a:cubicBezTo>
                      <a:pt x="29527" y="1905"/>
                      <a:pt x="24765" y="0"/>
                      <a:pt x="18098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6668" y="83820"/>
                    </a:lnTo>
                    <a:cubicBezTo>
                      <a:pt x="7620" y="83820"/>
                      <a:pt x="7620" y="82867"/>
                      <a:pt x="7620" y="82867"/>
                    </a:cubicBezTo>
                    <a:lnTo>
                      <a:pt x="7620" y="47625"/>
                    </a:lnTo>
                    <a:lnTo>
                      <a:pt x="15240" y="47625"/>
                    </a:lnTo>
                    <a:cubicBezTo>
                      <a:pt x="17145" y="47625"/>
                      <a:pt x="20002" y="47625"/>
                      <a:pt x="20955" y="48578"/>
                    </a:cubicBezTo>
                    <a:cubicBezTo>
                      <a:pt x="22860" y="48578"/>
                      <a:pt x="23813" y="49530"/>
                      <a:pt x="25718" y="50482"/>
                    </a:cubicBezTo>
                    <a:cubicBezTo>
                      <a:pt x="26670" y="51435"/>
                      <a:pt x="27623" y="52388"/>
                      <a:pt x="28575" y="54292"/>
                    </a:cubicBezTo>
                    <a:cubicBezTo>
                      <a:pt x="29527" y="56197"/>
                      <a:pt x="29527" y="58103"/>
                      <a:pt x="29527" y="60960"/>
                    </a:cubicBezTo>
                    <a:lnTo>
                      <a:pt x="29527" y="74295"/>
                    </a:lnTo>
                    <a:cubicBezTo>
                      <a:pt x="29527" y="76200"/>
                      <a:pt x="29527" y="79057"/>
                      <a:pt x="29527" y="80010"/>
                    </a:cubicBezTo>
                    <a:cubicBezTo>
                      <a:pt x="29527" y="81915"/>
                      <a:pt x="30480" y="82867"/>
                      <a:pt x="31432" y="84772"/>
                    </a:cubicBezTo>
                    <a:cubicBezTo>
                      <a:pt x="31432" y="84772"/>
                      <a:pt x="32385" y="85725"/>
                      <a:pt x="32385" y="85725"/>
                    </a:cubicBezTo>
                    <a:lnTo>
                      <a:pt x="38100" y="85725"/>
                    </a:lnTo>
                    <a:cubicBezTo>
                      <a:pt x="38100" y="85725"/>
                      <a:pt x="39052" y="85725"/>
                      <a:pt x="39052" y="84772"/>
                    </a:cubicBezTo>
                    <a:cubicBezTo>
                      <a:pt x="39052" y="84772"/>
                      <a:pt x="39052" y="83820"/>
                      <a:pt x="39052" y="83820"/>
                    </a:cubicBezTo>
                    <a:cubicBezTo>
                      <a:pt x="38100" y="81915"/>
                      <a:pt x="37148" y="80963"/>
                      <a:pt x="37148" y="79057"/>
                    </a:cubicBezTo>
                    <a:close/>
                    <a:moveTo>
                      <a:pt x="7620" y="7620"/>
                    </a:moveTo>
                    <a:lnTo>
                      <a:pt x="18098" y="7620"/>
                    </a:lnTo>
                    <a:cubicBezTo>
                      <a:pt x="21907" y="7620"/>
                      <a:pt x="24765" y="8572"/>
                      <a:pt x="26670" y="10478"/>
                    </a:cubicBezTo>
                    <a:cubicBezTo>
                      <a:pt x="28575" y="12382"/>
                      <a:pt x="29527" y="16192"/>
                      <a:pt x="29527" y="20003"/>
                    </a:cubicBezTo>
                    <a:lnTo>
                      <a:pt x="29527" y="27622"/>
                    </a:lnTo>
                    <a:cubicBezTo>
                      <a:pt x="29527" y="30480"/>
                      <a:pt x="29527" y="32385"/>
                      <a:pt x="28575" y="34290"/>
                    </a:cubicBezTo>
                    <a:cubicBezTo>
                      <a:pt x="27623" y="36195"/>
                      <a:pt x="26670" y="37147"/>
                      <a:pt x="25718" y="38100"/>
                    </a:cubicBezTo>
                    <a:cubicBezTo>
                      <a:pt x="24765" y="39053"/>
                      <a:pt x="22860" y="40005"/>
                      <a:pt x="21907" y="40005"/>
                    </a:cubicBezTo>
                    <a:cubicBezTo>
                      <a:pt x="20002" y="40005"/>
                      <a:pt x="18098" y="40957"/>
                      <a:pt x="15240" y="40957"/>
                    </a:cubicBezTo>
                    <a:lnTo>
                      <a:pt x="7620" y="40957"/>
                    </a:lnTo>
                    <a:lnTo>
                      <a:pt x="7620" y="7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F3DD901-CD94-44C1-98A0-9C59F0EBA6C3}"/>
                  </a:ext>
                </a:extLst>
              </p:cNvPr>
              <p:cNvSpPr/>
              <p:nvPr/>
            </p:nvSpPr>
            <p:spPr>
              <a:xfrm>
                <a:off x="5007937" y="10947481"/>
                <a:ext cx="34290" cy="83819"/>
              </a:xfrm>
              <a:custGeom>
                <a:avLst/>
                <a:gdLst>
                  <a:gd name="connsiteX0" fmla="*/ 33338 w 34290"/>
                  <a:gd name="connsiteY0" fmla="*/ 0 h 83819"/>
                  <a:gd name="connsiteX1" fmla="*/ 953 w 34290"/>
                  <a:gd name="connsiteY1" fmla="*/ 0 h 83819"/>
                  <a:gd name="connsiteX2" fmla="*/ 0 w 34290"/>
                  <a:gd name="connsiteY2" fmla="*/ 953 h 83819"/>
                  <a:gd name="connsiteX3" fmla="*/ 0 w 34290"/>
                  <a:gd name="connsiteY3" fmla="*/ 82867 h 83819"/>
                  <a:gd name="connsiteX4" fmla="*/ 953 w 34290"/>
                  <a:gd name="connsiteY4" fmla="*/ 83820 h 83819"/>
                  <a:gd name="connsiteX5" fmla="*/ 33338 w 34290"/>
                  <a:gd name="connsiteY5" fmla="*/ 83820 h 83819"/>
                  <a:gd name="connsiteX6" fmla="*/ 34290 w 34290"/>
                  <a:gd name="connsiteY6" fmla="*/ 82867 h 83819"/>
                  <a:gd name="connsiteX7" fmla="*/ 34290 w 34290"/>
                  <a:gd name="connsiteY7" fmla="*/ 78105 h 83819"/>
                  <a:gd name="connsiteX8" fmla="*/ 33338 w 34290"/>
                  <a:gd name="connsiteY8" fmla="*/ 77153 h 83819"/>
                  <a:gd name="connsiteX9" fmla="*/ 7620 w 34290"/>
                  <a:gd name="connsiteY9" fmla="*/ 77153 h 83819"/>
                  <a:gd name="connsiteX10" fmla="*/ 7620 w 34290"/>
                  <a:gd name="connsiteY10" fmla="*/ 44767 h 83819"/>
                  <a:gd name="connsiteX11" fmla="*/ 28575 w 34290"/>
                  <a:gd name="connsiteY11" fmla="*/ 44767 h 83819"/>
                  <a:gd name="connsiteX12" fmla="*/ 29528 w 34290"/>
                  <a:gd name="connsiteY12" fmla="*/ 43815 h 83819"/>
                  <a:gd name="connsiteX13" fmla="*/ 29528 w 34290"/>
                  <a:gd name="connsiteY13" fmla="*/ 39053 h 83819"/>
                  <a:gd name="connsiteX14" fmla="*/ 28575 w 34290"/>
                  <a:gd name="connsiteY14" fmla="*/ 38100 h 83819"/>
                  <a:gd name="connsiteX15" fmla="*/ 7620 w 34290"/>
                  <a:gd name="connsiteY15" fmla="*/ 38100 h 83819"/>
                  <a:gd name="connsiteX16" fmla="*/ 7620 w 34290"/>
                  <a:gd name="connsiteY16" fmla="*/ 7620 h 83819"/>
                  <a:gd name="connsiteX17" fmla="*/ 33338 w 34290"/>
                  <a:gd name="connsiteY17" fmla="*/ 7620 h 83819"/>
                  <a:gd name="connsiteX18" fmla="*/ 34290 w 34290"/>
                  <a:gd name="connsiteY18" fmla="*/ 6667 h 83819"/>
                  <a:gd name="connsiteX19" fmla="*/ 34290 w 34290"/>
                  <a:gd name="connsiteY19" fmla="*/ 1905 h 83819"/>
                  <a:gd name="connsiteX20" fmla="*/ 33338 w 34290"/>
                  <a:gd name="connsiteY20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90" h="83819">
                    <a:moveTo>
                      <a:pt x="33338" y="0"/>
                    </a:move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3" y="83820"/>
                      <a:pt x="953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3"/>
                      <a:pt x="33338" y="77153"/>
                      <a:pt x="33338" y="77153"/>
                    </a:cubicBezTo>
                    <a:lnTo>
                      <a:pt x="7620" y="77153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8" y="44767"/>
                      <a:pt x="29528" y="43815"/>
                      <a:pt x="29528" y="43815"/>
                    </a:cubicBezTo>
                    <a:lnTo>
                      <a:pt x="29528" y="39053"/>
                    </a:lnTo>
                    <a:cubicBezTo>
                      <a:pt x="29528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ubicBezTo>
                      <a:pt x="34290" y="7620"/>
                      <a:pt x="34290" y="6667"/>
                      <a:pt x="34290" y="6667"/>
                    </a:cubicBezTo>
                    <a:lnTo>
                      <a:pt x="34290" y="1905"/>
                    </a:lnTo>
                    <a:cubicBezTo>
                      <a:pt x="34290" y="953"/>
                      <a:pt x="33338" y="0"/>
                      <a:pt x="33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89E8D93-299E-4537-8DCF-912B0B7CA98D}"/>
                  </a:ext>
                </a:extLst>
              </p:cNvPr>
              <p:cNvSpPr/>
              <p:nvPr/>
            </p:nvSpPr>
            <p:spPr>
              <a:xfrm>
                <a:off x="5052705" y="10947481"/>
                <a:ext cx="38100" cy="84772"/>
              </a:xfrm>
              <a:custGeom>
                <a:avLst/>
                <a:gdLst>
                  <a:gd name="connsiteX0" fmla="*/ 29527 w 38100"/>
                  <a:gd name="connsiteY0" fmla="*/ 46672 h 84772"/>
                  <a:gd name="connsiteX1" fmla="*/ 21907 w 38100"/>
                  <a:gd name="connsiteY1" fmla="*/ 40957 h 84772"/>
                  <a:gd name="connsiteX2" fmla="*/ 15240 w 38100"/>
                  <a:gd name="connsiteY2" fmla="*/ 35242 h 84772"/>
                  <a:gd name="connsiteX3" fmla="*/ 9525 w 38100"/>
                  <a:gd name="connsiteY3" fmla="*/ 29528 h 84772"/>
                  <a:gd name="connsiteX4" fmla="*/ 7620 w 38100"/>
                  <a:gd name="connsiteY4" fmla="*/ 21907 h 84772"/>
                  <a:gd name="connsiteX5" fmla="*/ 10477 w 38100"/>
                  <a:gd name="connsiteY5" fmla="*/ 11430 h 84772"/>
                  <a:gd name="connsiteX6" fmla="*/ 19050 w 38100"/>
                  <a:gd name="connsiteY6" fmla="*/ 7620 h 84772"/>
                  <a:gd name="connsiteX7" fmla="*/ 23813 w 38100"/>
                  <a:gd name="connsiteY7" fmla="*/ 8572 h 84772"/>
                  <a:gd name="connsiteX8" fmla="*/ 27623 w 38100"/>
                  <a:gd name="connsiteY8" fmla="*/ 11430 h 84772"/>
                  <a:gd name="connsiteX9" fmla="*/ 29527 w 38100"/>
                  <a:gd name="connsiteY9" fmla="*/ 16192 h 84772"/>
                  <a:gd name="connsiteX10" fmla="*/ 30480 w 38100"/>
                  <a:gd name="connsiteY10" fmla="*/ 21907 h 84772"/>
                  <a:gd name="connsiteX11" fmla="*/ 30480 w 38100"/>
                  <a:gd name="connsiteY11" fmla="*/ 23813 h 84772"/>
                  <a:gd name="connsiteX12" fmla="*/ 31432 w 38100"/>
                  <a:gd name="connsiteY12" fmla="*/ 24765 h 84772"/>
                  <a:gd name="connsiteX13" fmla="*/ 36195 w 38100"/>
                  <a:gd name="connsiteY13" fmla="*/ 24765 h 84772"/>
                  <a:gd name="connsiteX14" fmla="*/ 37148 w 38100"/>
                  <a:gd name="connsiteY14" fmla="*/ 23813 h 84772"/>
                  <a:gd name="connsiteX15" fmla="*/ 37148 w 38100"/>
                  <a:gd name="connsiteY15" fmla="*/ 21907 h 84772"/>
                  <a:gd name="connsiteX16" fmla="*/ 36195 w 38100"/>
                  <a:gd name="connsiteY16" fmla="*/ 13335 h 84772"/>
                  <a:gd name="connsiteX17" fmla="*/ 33338 w 38100"/>
                  <a:gd name="connsiteY17" fmla="*/ 6667 h 84772"/>
                  <a:gd name="connsiteX18" fmla="*/ 27623 w 38100"/>
                  <a:gd name="connsiteY18" fmla="*/ 1905 h 84772"/>
                  <a:gd name="connsiteX19" fmla="*/ 19050 w 38100"/>
                  <a:gd name="connsiteY19" fmla="*/ 0 h 84772"/>
                  <a:gd name="connsiteX20" fmla="*/ 19050 w 38100"/>
                  <a:gd name="connsiteY20" fmla="*/ 0 h 84772"/>
                  <a:gd name="connsiteX21" fmla="*/ 4763 w 38100"/>
                  <a:gd name="connsiteY21" fmla="*/ 5715 h 84772"/>
                  <a:gd name="connsiteX22" fmla="*/ 0 w 38100"/>
                  <a:gd name="connsiteY22" fmla="*/ 20955 h 84772"/>
                  <a:gd name="connsiteX23" fmla="*/ 1905 w 38100"/>
                  <a:gd name="connsiteY23" fmla="*/ 31432 h 84772"/>
                  <a:gd name="connsiteX24" fmla="*/ 7620 w 38100"/>
                  <a:gd name="connsiteY24" fmla="*/ 39053 h 84772"/>
                  <a:gd name="connsiteX25" fmla="*/ 15240 w 38100"/>
                  <a:gd name="connsiteY25" fmla="*/ 44767 h 84772"/>
                  <a:gd name="connsiteX26" fmla="*/ 21907 w 38100"/>
                  <a:gd name="connsiteY26" fmla="*/ 50482 h 84772"/>
                  <a:gd name="connsiteX27" fmla="*/ 27623 w 38100"/>
                  <a:gd name="connsiteY27" fmla="*/ 56197 h 84772"/>
                  <a:gd name="connsiteX28" fmla="*/ 29527 w 38100"/>
                  <a:gd name="connsiteY28" fmla="*/ 63817 h 84772"/>
                  <a:gd name="connsiteX29" fmla="*/ 26670 w 38100"/>
                  <a:gd name="connsiteY29" fmla="*/ 74295 h 84772"/>
                  <a:gd name="connsiteX30" fmla="*/ 18098 w 38100"/>
                  <a:gd name="connsiteY30" fmla="*/ 78105 h 84772"/>
                  <a:gd name="connsiteX31" fmla="*/ 9525 w 38100"/>
                  <a:gd name="connsiteY31" fmla="*/ 74295 h 84772"/>
                  <a:gd name="connsiteX32" fmla="*/ 6668 w 38100"/>
                  <a:gd name="connsiteY32" fmla="*/ 63817 h 84772"/>
                  <a:gd name="connsiteX33" fmla="*/ 6668 w 38100"/>
                  <a:gd name="connsiteY33" fmla="*/ 59055 h 84772"/>
                  <a:gd name="connsiteX34" fmla="*/ 5715 w 38100"/>
                  <a:gd name="connsiteY34" fmla="*/ 58103 h 84772"/>
                  <a:gd name="connsiteX35" fmla="*/ 952 w 38100"/>
                  <a:gd name="connsiteY35" fmla="*/ 58103 h 84772"/>
                  <a:gd name="connsiteX36" fmla="*/ 0 w 38100"/>
                  <a:gd name="connsiteY36" fmla="*/ 59055 h 84772"/>
                  <a:gd name="connsiteX37" fmla="*/ 0 w 38100"/>
                  <a:gd name="connsiteY37" fmla="*/ 62865 h 84772"/>
                  <a:gd name="connsiteX38" fmla="*/ 952 w 38100"/>
                  <a:gd name="connsiteY38" fmla="*/ 71438 h 84772"/>
                  <a:gd name="connsiteX39" fmla="*/ 4763 w 38100"/>
                  <a:gd name="connsiteY39" fmla="*/ 78105 h 84772"/>
                  <a:gd name="connsiteX40" fmla="*/ 10477 w 38100"/>
                  <a:gd name="connsiteY40" fmla="*/ 82867 h 84772"/>
                  <a:gd name="connsiteX41" fmla="*/ 19050 w 38100"/>
                  <a:gd name="connsiteY41" fmla="*/ 84772 h 84772"/>
                  <a:gd name="connsiteX42" fmla="*/ 27623 w 38100"/>
                  <a:gd name="connsiteY42" fmla="*/ 82867 h 84772"/>
                  <a:gd name="connsiteX43" fmla="*/ 33338 w 38100"/>
                  <a:gd name="connsiteY43" fmla="*/ 78105 h 84772"/>
                  <a:gd name="connsiteX44" fmla="*/ 37148 w 38100"/>
                  <a:gd name="connsiteY44" fmla="*/ 71438 h 84772"/>
                  <a:gd name="connsiteX45" fmla="*/ 38100 w 38100"/>
                  <a:gd name="connsiteY45" fmla="*/ 62865 h 84772"/>
                  <a:gd name="connsiteX46" fmla="*/ 36195 w 38100"/>
                  <a:gd name="connsiteY46" fmla="*/ 52388 h 84772"/>
                  <a:gd name="connsiteX47" fmla="*/ 29527 w 38100"/>
                  <a:gd name="connsiteY47" fmla="*/ 46672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38100" h="84772">
                    <a:moveTo>
                      <a:pt x="29527" y="46672"/>
                    </a:moveTo>
                    <a:cubicBezTo>
                      <a:pt x="27623" y="44767"/>
                      <a:pt x="24765" y="42863"/>
                      <a:pt x="21907" y="40957"/>
                    </a:cubicBezTo>
                    <a:cubicBezTo>
                      <a:pt x="19050" y="39053"/>
                      <a:pt x="17145" y="37147"/>
                      <a:pt x="15240" y="35242"/>
                    </a:cubicBezTo>
                    <a:cubicBezTo>
                      <a:pt x="13335" y="33338"/>
                      <a:pt x="11430" y="31432"/>
                      <a:pt x="9525" y="29528"/>
                    </a:cubicBezTo>
                    <a:cubicBezTo>
                      <a:pt x="8573" y="27622"/>
                      <a:pt x="7620" y="24765"/>
                      <a:pt x="7620" y="21907"/>
                    </a:cubicBezTo>
                    <a:cubicBezTo>
                      <a:pt x="7620" y="18097"/>
                      <a:pt x="8573" y="14288"/>
                      <a:pt x="10477" y="11430"/>
                    </a:cubicBezTo>
                    <a:cubicBezTo>
                      <a:pt x="12382" y="8572"/>
                      <a:pt x="15240" y="7620"/>
                      <a:pt x="19050" y="7620"/>
                    </a:cubicBezTo>
                    <a:cubicBezTo>
                      <a:pt x="20955" y="7620"/>
                      <a:pt x="22860" y="7620"/>
                      <a:pt x="23813" y="8572"/>
                    </a:cubicBezTo>
                    <a:cubicBezTo>
                      <a:pt x="24765" y="9525"/>
                      <a:pt x="26670" y="10478"/>
                      <a:pt x="27623" y="11430"/>
                    </a:cubicBezTo>
                    <a:cubicBezTo>
                      <a:pt x="28575" y="12382"/>
                      <a:pt x="29527" y="14288"/>
                      <a:pt x="29527" y="16192"/>
                    </a:cubicBezTo>
                    <a:cubicBezTo>
                      <a:pt x="29527" y="18097"/>
                      <a:pt x="30480" y="20003"/>
                      <a:pt x="30480" y="21907"/>
                    </a:cubicBezTo>
                    <a:lnTo>
                      <a:pt x="30480" y="23813"/>
                    </a:lnTo>
                    <a:cubicBezTo>
                      <a:pt x="30480" y="24765"/>
                      <a:pt x="31432" y="24765"/>
                      <a:pt x="31432" y="24765"/>
                    </a:cubicBezTo>
                    <a:lnTo>
                      <a:pt x="36195" y="24765"/>
                    </a:lnTo>
                    <a:cubicBezTo>
                      <a:pt x="37148" y="24765"/>
                      <a:pt x="37148" y="23813"/>
                      <a:pt x="37148" y="23813"/>
                    </a:cubicBezTo>
                    <a:lnTo>
                      <a:pt x="37148" y="21907"/>
                    </a:lnTo>
                    <a:cubicBezTo>
                      <a:pt x="37148" y="19050"/>
                      <a:pt x="37148" y="16192"/>
                      <a:pt x="36195" y="13335"/>
                    </a:cubicBezTo>
                    <a:cubicBezTo>
                      <a:pt x="35243" y="10478"/>
                      <a:pt x="34290" y="8572"/>
                      <a:pt x="33338" y="6667"/>
                    </a:cubicBezTo>
                    <a:cubicBezTo>
                      <a:pt x="31432" y="4763"/>
                      <a:pt x="29527" y="2857"/>
                      <a:pt x="27623" y="1905"/>
                    </a:cubicBezTo>
                    <a:cubicBezTo>
                      <a:pt x="25718" y="953"/>
                      <a:pt x="22860" y="0"/>
                      <a:pt x="19050" y="0"/>
                    </a:cubicBezTo>
                    <a:cubicBezTo>
                      <a:pt x="19050" y="0"/>
                      <a:pt x="19050" y="0"/>
                      <a:pt x="19050" y="0"/>
                    </a:cubicBezTo>
                    <a:cubicBezTo>
                      <a:pt x="12382" y="0"/>
                      <a:pt x="7620" y="1905"/>
                      <a:pt x="4763" y="5715"/>
                    </a:cubicBezTo>
                    <a:cubicBezTo>
                      <a:pt x="1905" y="9525"/>
                      <a:pt x="0" y="15240"/>
                      <a:pt x="0" y="20955"/>
                    </a:cubicBezTo>
                    <a:cubicBezTo>
                      <a:pt x="0" y="24765"/>
                      <a:pt x="952" y="28575"/>
                      <a:pt x="1905" y="31432"/>
                    </a:cubicBezTo>
                    <a:cubicBezTo>
                      <a:pt x="3810" y="34290"/>
                      <a:pt x="5715" y="37147"/>
                      <a:pt x="7620" y="39053"/>
                    </a:cubicBezTo>
                    <a:cubicBezTo>
                      <a:pt x="9525" y="40957"/>
                      <a:pt x="12382" y="42863"/>
                      <a:pt x="15240" y="44767"/>
                    </a:cubicBezTo>
                    <a:cubicBezTo>
                      <a:pt x="18098" y="46672"/>
                      <a:pt x="20002" y="48578"/>
                      <a:pt x="21907" y="50482"/>
                    </a:cubicBezTo>
                    <a:cubicBezTo>
                      <a:pt x="23813" y="52388"/>
                      <a:pt x="25718" y="54292"/>
                      <a:pt x="27623" y="56197"/>
                    </a:cubicBezTo>
                    <a:cubicBezTo>
                      <a:pt x="28575" y="58103"/>
                      <a:pt x="29527" y="60960"/>
                      <a:pt x="29527" y="63817"/>
                    </a:cubicBezTo>
                    <a:cubicBezTo>
                      <a:pt x="29527" y="67628"/>
                      <a:pt x="28575" y="71438"/>
                      <a:pt x="26670" y="74295"/>
                    </a:cubicBezTo>
                    <a:cubicBezTo>
                      <a:pt x="24765" y="77153"/>
                      <a:pt x="21907" y="78105"/>
                      <a:pt x="18098" y="78105"/>
                    </a:cubicBezTo>
                    <a:cubicBezTo>
                      <a:pt x="14288" y="78105"/>
                      <a:pt x="11430" y="77153"/>
                      <a:pt x="9525" y="74295"/>
                    </a:cubicBezTo>
                    <a:cubicBezTo>
                      <a:pt x="7620" y="71438"/>
                      <a:pt x="6668" y="68580"/>
                      <a:pt x="6668" y="63817"/>
                    </a:cubicBezTo>
                    <a:lnTo>
                      <a:pt x="6668" y="59055"/>
                    </a:lnTo>
                    <a:cubicBezTo>
                      <a:pt x="6668" y="58103"/>
                      <a:pt x="5715" y="58103"/>
                      <a:pt x="5715" y="58103"/>
                    </a:cubicBezTo>
                    <a:lnTo>
                      <a:pt x="952" y="58103"/>
                    </a:lnTo>
                    <a:cubicBezTo>
                      <a:pt x="0" y="58103"/>
                      <a:pt x="0" y="59055"/>
                      <a:pt x="0" y="59055"/>
                    </a:cubicBezTo>
                    <a:lnTo>
                      <a:pt x="0" y="62865"/>
                    </a:lnTo>
                    <a:cubicBezTo>
                      <a:pt x="0" y="65722"/>
                      <a:pt x="0" y="68580"/>
                      <a:pt x="952" y="71438"/>
                    </a:cubicBezTo>
                    <a:cubicBezTo>
                      <a:pt x="1905" y="74295"/>
                      <a:pt x="2857" y="76200"/>
                      <a:pt x="4763" y="78105"/>
                    </a:cubicBezTo>
                    <a:cubicBezTo>
                      <a:pt x="6668" y="80010"/>
                      <a:pt x="8573" y="81915"/>
                      <a:pt x="10477" y="82867"/>
                    </a:cubicBezTo>
                    <a:cubicBezTo>
                      <a:pt x="13335" y="83820"/>
                      <a:pt x="16193" y="84772"/>
                      <a:pt x="19050" y="84772"/>
                    </a:cubicBezTo>
                    <a:cubicBezTo>
                      <a:pt x="21907" y="84772"/>
                      <a:pt x="24765" y="83820"/>
                      <a:pt x="27623" y="82867"/>
                    </a:cubicBezTo>
                    <a:cubicBezTo>
                      <a:pt x="30480" y="81915"/>
                      <a:pt x="32385" y="80010"/>
                      <a:pt x="33338" y="78105"/>
                    </a:cubicBezTo>
                    <a:cubicBezTo>
                      <a:pt x="35243" y="76200"/>
                      <a:pt x="36195" y="73342"/>
                      <a:pt x="37148" y="71438"/>
                    </a:cubicBezTo>
                    <a:cubicBezTo>
                      <a:pt x="38100" y="68580"/>
                      <a:pt x="38100" y="65722"/>
                      <a:pt x="38100" y="62865"/>
                    </a:cubicBezTo>
                    <a:cubicBezTo>
                      <a:pt x="38100" y="59055"/>
                      <a:pt x="37148" y="55245"/>
                      <a:pt x="36195" y="52388"/>
                    </a:cubicBezTo>
                    <a:cubicBezTo>
                      <a:pt x="34290" y="51435"/>
                      <a:pt x="32385" y="48578"/>
                      <a:pt x="29527" y="466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F65C038-CB14-4AC0-B92E-6E20111C407D}"/>
                  </a:ext>
                </a:extLst>
              </p:cNvPr>
              <p:cNvSpPr/>
              <p:nvPr/>
            </p:nvSpPr>
            <p:spPr>
              <a:xfrm>
                <a:off x="5100330" y="10947481"/>
                <a:ext cx="45719" cy="84772"/>
              </a:xfrm>
              <a:custGeom>
                <a:avLst/>
                <a:gdLst>
                  <a:gd name="connsiteX0" fmla="*/ 26670 w 45719"/>
                  <a:gd name="connsiteY0" fmla="*/ 0 h 84772"/>
                  <a:gd name="connsiteX1" fmla="*/ 19050 w 45719"/>
                  <a:gd name="connsiteY1" fmla="*/ 0 h 84772"/>
                  <a:gd name="connsiteX2" fmla="*/ 18098 w 45719"/>
                  <a:gd name="connsiteY2" fmla="*/ 953 h 84772"/>
                  <a:gd name="connsiteX3" fmla="*/ 0 w 45719"/>
                  <a:gd name="connsiteY3" fmla="*/ 83820 h 84772"/>
                  <a:gd name="connsiteX4" fmla="*/ 0 w 45719"/>
                  <a:gd name="connsiteY4" fmla="*/ 84772 h 84772"/>
                  <a:gd name="connsiteX5" fmla="*/ 952 w 45719"/>
                  <a:gd name="connsiteY5" fmla="*/ 84772 h 84772"/>
                  <a:gd name="connsiteX6" fmla="*/ 5715 w 45719"/>
                  <a:gd name="connsiteY6" fmla="*/ 84772 h 84772"/>
                  <a:gd name="connsiteX7" fmla="*/ 6668 w 45719"/>
                  <a:gd name="connsiteY7" fmla="*/ 83820 h 84772"/>
                  <a:gd name="connsiteX8" fmla="*/ 10477 w 45719"/>
                  <a:gd name="connsiteY8" fmla="*/ 66675 h 84772"/>
                  <a:gd name="connsiteX9" fmla="*/ 34290 w 45719"/>
                  <a:gd name="connsiteY9" fmla="*/ 66675 h 84772"/>
                  <a:gd name="connsiteX10" fmla="*/ 38100 w 45719"/>
                  <a:gd name="connsiteY10" fmla="*/ 83820 h 84772"/>
                  <a:gd name="connsiteX11" fmla="*/ 39052 w 45719"/>
                  <a:gd name="connsiteY11" fmla="*/ 84772 h 84772"/>
                  <a:gd name="connsiteX12" fmla="*/ 44768 w 45719"/>
                  <a:gd name="connsiteY12" fmla="*/ 84772 h 84772"/>
                  <a:gd name="connsiteX13" fmla="*/ 45720 w 45719"/>
                  <a:gd name="connsiteY13" fmla="*/ 84772 h 84772"/>
                  <a:gd name="connsiteX14" fmla="*/ 45720 w 45719"/>
                  <a:gd name="connsiteY14" fmla="*/ 83820 h 84772"/>
                  <a:gd name="connsiteX15" fmla="*/ 27623 w 45719"/>
                  <a:gd name="connsiteY15" fmla="*/ 953 h 84772"/>
                  <a:gd name="connsiteX16" fmla="*/ 26670 w 45719"/>
                  <a:gd name="connsiteY16" fmla="*/ 0 h 84772"/>
                  <a:gd name="connsiteX17" fmla="*/ 33338 w 45719"/>
                  <a:gd name="connsiteY17" fmla="*/ 60007 h 84772"/>
                  <a:gd name="connsiteX18" fmla="*/ 12382 w 45719"/>
                  <a:gd name="connsiteY18" fmla="*/ 60007 h 84772"/>
                  <a:gd name="connsiteX19" fmla="*/ 22860 w 45719"/>
                  <a:gd name="connsiteY19" fmla="*/ 13335 h 84772"/>
                  <a:gd name="connsiteX20" fmla="*/ 33338 w 45719"/>
                  <a:gd name="connsiteY20" fmla="*/ 60007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719" h="84772">
                    <a:moveTo>
                      <a:pt x="26670" y="0"/>
                    </a:moveTo>
                    <a:lnTo>
                      <a:pt x="19050" y="0"/>
                    </a:lnTo>
                    <a:cubicBezTo>
                      <a:pt x="18098" y="0"/>
                      <a:pt x="18098" y="0"/>
                      <a:pt x="18098" y="953"/>
                    </a:cubicBezTo>
                    <a:lnTo>
                      <a:pt x="0" y="83820"/>
                    </a:lnTo>
                    <a:cubicBezTo>
                      <a:pt x="0" y="83820"/>
                      <a:pt x="0" y="84772"/>
                      <a:pt x="0" y="84772"/>
                    </a:cubicBezTo>
                    <a:cubicBezTo>
                      <a:pt x="0" y="84772"/>
                      <a:pt x="952" y="84772"/>
                      <a:pt x="952" y="84772"/>
                    </a:cubicBezTo>
                    <a:lnTo>
                      <a:pt x="5715" y="84772"/>
                    </a:lnTo>
                    <a:cubicBezTo>
                      <a:pt x="6668" y="84772"/>
                      <a:pt x="6668" y="84772"/>
                      <a:pt x="6668" y="83820"/>
                    </a:cubicBezTo>
                    <a:lnTo>
                      <a:pt x="10477" y="66675"/>
                    </a:lnTo>
                    <a:lnTo>
                      <a:pt x="34290" y="66675"/>
                    </a:lnTo>
                    <a:lnTo>
                      <a:pt x="38100" y="83820"/>
                    </a:lnTo>
                    <a:cubicBezTo>
                      <a:pt x="38100" y="84772"/>
                      <a:pt x="39052" y="84772"/>
                      <a:pt x="39052" y="84772"/>
                    </a:cubicBezTo>
                    <a:lnTo>
                      <a:pt x="44768" y="84772"/>
                    </a:lnTo>
                    <a:cubicBezTo>
                      <a:pt x="44768" y="84772"/>
                      <a:pt x="45720" y="84772"/>
                      <a:pt x="45720" y="84772"/>
                    </a:cubicBezTo>
                    <a:cubicBezTo>
                      <a:pt x="45720" y="84772"/>
                      <a:pt x="45720" y="83820"/>
                      <a:pt x="45720" y="83820"/>
                    </a:cubicBezTo>
                    <a:lnTo>
                      <a:pt x="27623" y="953"/>
                    </a:lnTo>
                    <a:cubicBezTo>
                      <a:pt x="28575" y="953"/>
                      <a:pt x="27623" y="0"/>
                      <a:pt x="26670" y="0"/>
                    </a:cubicBezTo>
                    <a:close/>
                    <a:moveTo>
                      <a:pt x="33338" y="60007"/>
                    </a:moveTo>
                    <a:lnTo>
                      <a:pt x="12382" y="60007"/>
                    </a:lnTo>
                    <a:lnTo>
                      <a:pt x="22860" y="13335"/>
                    </a:lnTo>
                    <a:lnTo>
                      <a:pt x="33338" y="600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54F7882-B1C3-46B7-8863-91E3E1520094}"/>
                  </a:ext>
                </a:extLst>
              </p:cNvPr>
              <p:cNvSpPr/>
              <p:nvPr/>
            </p:nvSpPr>
            <p:spPr>
              <a:xfrm>
                <a:off x="5180340" y="10947481"/>
                <a:ext cx="38100" cy="83819"/>
              </a:xfrm>
              <a:custGeom>
                <a:avLst/>
                <a:gdLst>
                  <a:gd name="connsiteX0" fmla="*/ 34290 w 38100"/>
                  <a:gd name="connsiteY0" fmla="*/ 6667 h 83819"/>
                  <a:gd name="connsiteX1" fmla="*/ 28575 w 38100"/>
                  <a:gd name="connsiteY1" fmla="*/ 1905 h 83819"/>
                  <a:gd name="connsiteX2" fmla="*/ 20002 w 38100"/>
                  <a:gd name="connsiteY2" fmla="*/ 0 h 83819"/>
                  <a:gd name="connsiteX3" fmla="*/ 952 w 38100"/>
                  <a:gd name="connsiteY3" fmla="*/ 0 h 83819"/>
                  <a:gd name="connsiteX4" fmla="*/ 0 w 38100"/>
                  <a:gd name="connsiteY4" fmla="*/ 953 h 83819"/>
                  <a:gd name="connsiteX5" fmla="*/ 0 w 38100"/>
                  <a:gd name="connsiteY5" fmla="*/ 82867 h 83819"/>
                  <a:gd name="connsiteX6" fmla="*/ 952 w 38100"/>
                  <a:gd name="connsiteY6" fmla="*/ 83820 h 83819"/>
                  <a:gd name="connsiteX7" fmla="*/ 19050 w 38100"/>
                  <a:gd name="connsiteY7" fmla="*/ 83820 h 83819"/>
                  <a:gd name="connsiteX8" fmla="*/ 27622 w 38100"/>
                  <a:gd name="connsiteY8" fmla="*/ 81915 h 83819"/>
                  <a:gd name="connsiteX9" fmla="*/ 33338 w 38100"/>
                  <a:gd name="connsiteY9" fmla="*/ 77153 h 83819"/>
                  <a:gd name="connsiteX10" fmla="*/ 37147 w 38100"/>
                  <a:gd name="connsiteY10" fmla="*/ 70485 h 83819"/>
                  <a:gd name="connsiteX11" fmla="*/ 38100 w 38100"/>
                  <a:gd name="connsiteY11" fmla="*/ 61913 h 83819"/>
                  <a:gd name="connsiteX12" fmla="*/ 38100 w 38100"/>
                  <a:gd name="connsiteY12" fmla="*/ 20955 h 83819"/>
                  <a:gd name="connsiteX13" fmla="*/ 37147 w 38100"/>
                  <a:gd name="connsiteY13" fmla="*/ 12382 h 83819"/>
                  <a:gd name="connsiteX14" fmla="*/ 34290 w 38100"/>
                  <a:gd name="connsiteY14" fmla="*/ 6667 h 83819"/>
                  <a:gd name="connsiteX15" fmla="*/ 31432 w 38100"/>
                  <a:gd name="connsiteY15" fmla="*/ 21907 h 83819"/>
                  <a:gd name="connsiteX16" fmla="*/ 31432 w 38100"/>
                  <a:gd name="connsiteY16" fmla="*/ 63817 h 83819"/>
                  <a:gd name="connsiteX17" fmla="*/ 28575 w 38100"/>
                  <a:gd name="connsiteY17" fmla="*/ 74295 h 83819"/>
                  <a:gd name="connsiteX18" fmla="*/ 20002 w 38100"/>
                  <a:gd name="connsiteY18" fmla="*/ 78105 h 83819"/>
                  <a:gd name="connsiteX19" fmla="*/ 8572 w 38100"/>
                  <a:gd name="connsiteY19" fmla="*/ 78105 h 83819"/>
                  <a:gd name="connsiteX20" fmla="*/ 8572 w 38100"/>
                  <a:gd name="connsiteY20" fmla="*/ 7620 h 83819"/>
                  <a:gd name="connsiteX21" fmla="*/ 20002 w 38100"/>
                  <a:gd name="connsiteY21" fmla="*/ 7620 h 83819"/>
                  <a:gd name="connsiteX22" fmla="*/ 28575 w 38100"/>
                  <a:gd name="connsiteY22" fmla="*/ 11430 h 83819"/>
                  <a:gd name="connsiteX23" fmla="*/ 31432 w 38100"/>
                  <a:gd name="connsiteY23" fmla="*/ 21907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8100" h="83819">
                    <a:moveTo>
                      <a:pt x="34290" y="6667"/>
                    </a:moveTo>
                    <a:cubicBezTo>
                      <a:pt x="32385" y="4763"/>
                      <a:pt x="30480" y="2857"/>
                      <a:pt x="28575" y="1905"/>
                    </a:cubicBezTo>
                    <a:cubicBezTo>
                      <a:pt x="25717" y="953"/>
                      <a:pt x="22860" y="0"/>
                      <a:pt x="20002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19050" y="83820"/>
                    </a:lnTo>
                    <a:cubicBezTo>
                      <a:pt x="21907" y="83820"/>
                      <a:pt x="25717" y="82867"/>
                      <a:pt x="27622" y="81915"/>
                    </a:cubicBezTo>
                    <a:cubicBezTo>
                      <a:pt x="30480" y="80963"/>
                      <a:pt x="32385" y="79057"/>
                      <a:pt x="33338" y="77153"/>
                    </a:cubicBezTo>
                    <a:cubicBezTo>
                      <a:pt x="35242" y="75247"/>
                      <a:pt x="36195" y="73342"/>
                      <a:pt x="37147" y="70485"/>
                    </a:cubicBezTo>
                    <a:cubicBezTo>
                      <a:pt x="38100" y="67628"/>
                      <a:pt x="38100" y="64770"/>
                      <a:pt x="38100" y="61913"/>
                    </a:cubicBezTo>
                    <a:lnTo>
                      <a:pt x="38100" y="20955"/>
                    </a:lnTo>
                    <a:cubicBezTo>
                      <a:pt x="38100" y="18097"/>
                      <a:pt x="38100" y="15240"/>
                      <a:pt x="37147" y="12382"/>
                    </a:cubicBezTo>
                    <a:cubicBezTo>
                      <a:pt x="37147" y="10478"/>
                      <a:pt x="36195" y="8572"/>
                      <a:pt x="34290" y="6667"/>
                    </a:cubicBezTo>
                    <a:close/>
                    <a:moveTo>
                      <a:pt x="31432" y="21907"/>
                    </a:moveTo>
                    <a:lnTo>
                      <a:pt x="31432" y="63817"/>
                    </a:lnTo>
                    <a:cubicBezTo>
                      <a:pt x="31432" y="67628"/>
                      <a:pt x="30480" y="71438"/>
                      <a:pt x="28575" y="74295"/>
                    </a:cubicBezTo>
                    <a:cubicBezTo>
                      <a:pt x="26670" y="77153"/>
                      <a:pt x="23813" y="78105"/>
                      <a:pt x="20002" y="78105"/>
                    </a:cubicBezTo>
                    <a:lnTo>
                      <a:pt x="8572" y="78105"/>
                    </a:lnTo>
                    <a:lnTo>
                      <a:pt x="8572" y="7620"/>
                    </a:lnTo>
                    <a:lnTo>
                      <a:pt x="20002" y="7620"/>
                    </a:lnTo>
                    <a:cubicBezTo>
                      <a:pt x="23813" y="7620"/>
                      <a:pt x="26670" y="8572"/>
                      <a:pt x="28575" y="11430"/>
                    </a:cubicBezTo>
                    <a:cubicBezTo>
                      <a:pt x="30480" y="14288"/>
                      <a:pt x="31432" y="17145"/>
                      <a:pt x="31432" y="219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AD9E291-BAE5-4906-9151-D0DB66DC744E}"/>
                  </a:ext>
                </a:extLst>
              </p:cNvPr>
              <p:cNvSpPr/>
              <p:nvPr/>
            </p:nvSpPr>
            <p:spPr>
              <a:xfrm>
                <a:off x="5230823" y="10948433"/>
                <a:ext cx="34289" cy="83819"/>
              </a:xfrm>
              <a:custGeom>
                <a:avLst/>
                <a:gdLst>
                  <a:gd name="connsiteX0" fmla="*/ 33338 w 34289"/>
                  <a:gd name="connsiteY0" fmla="*/ 6667 h 83819"/>
                  <a:gd name="connsiteX1" fmla="*/ 34290 w 34289"/>
                  <a:gd name="connsiteY1" fmla="*/ 5715 h 83819"/>
                  <a:gd name="connsiteX2" fmla="*/ 34290 w 34289"/>
                  <a:gd name="connsiteY2" fmla="*/ 952 h 83819"/>
                  <a:gd name="connsiteX3" fmla="*/ 33338 w 34289"/>
                  <a:gd name="connsiteY3" fmla="*/ 0 h 83819"/>
                  <a:gd name="connsiteX4" fmla="*/ 952 w 34289"/>
                  <a:gd name="connsiteY4" fmla="*/ 0 h 83819"/>
                  <a:gd name="connsiteX5" fmla="*/ 0 w 34289"/>
                  <a:gd name="connsiteY5" fmla="*/ 952 h 83819"/>
                  <a:gd name="connsiteX6" fmla="*/ 0 w 34289"/>
                  <a:gd name="connsiteY6" fmla="*/ 82867 h 83819"/>
                  <a:gd name="connsiteX7" fmla="*/ 952 w 34289"/>
                  <a:gd name="connsiteY7" fmla="*/ 83820 h 83819"/>
                  <a:gd name="connsiteX8" fmla="*/ 33338 w 34289"/>
                  <a:gd name="connsiteY8" fmla="*/ 83820 h 83819"/>
                  <a:gd name="connsiteX9" fmla="*/ 34290 w 34289"/>
                  <a:gd name="connsiteY9" fmla="*/ 82867 h 83819"/>
                  <a:gd name="connsiteX10" fmla="*/ 34290 w 34289"/>
                  <a:gd name="connsiteY10" fmla="*/ 78105 h 83819"/>
                  <a:gd name="connsiteX11" fmla="*/ 33338 w 34289"/>
                  <a:gd name="connsiteY11" fmla="*/ 77152 h 83819"/>
                  <a:gd name="connsiteX12" fmla="*/ 7620 w 34289"/>
                  <a:gd name="connsiteY12" fmla="*/ 77152 h 83819"/>
                  <a:gd name="connsiteX13" fmla="*/ 7620 w 34289"/>
                  <a:gd name="connsiteY13" fmla="*/ 44767 h 83819"/>
                  <a:gd name="connsiteX14" fmla="*/ 28575 w 34289"/>
                  <a:gd name="connsiteY14" fmla="*/ 44767 h 83819"/>
                  <a:gd name="connsiteX15" fmla="*/ 29527 w 34289"/>
                  <a:gd name="connsiteY15" fmla="*/ 43815 h 83819"/>
                  <a:gd name="connsiteX16" fmla="*/ 29527 w 34289"/>
                  <a:gd name="connsiteY16" fmla="*/ 39052 h 83819"/>
                  <a:gd name="connsiteX17" fmla="*/ 28575 w 34289"/>
                  <a:gd name="connsiteY17" fmla="*/ 38100 h 83819"/>
                  <a:gd name="connsiteX18" fmla="*/ 7620 w 34289"/>
                  <a:gd name="connsiteY18" fmla="*/ 38100 h 83819"/>
                  <a:gd name="connsiteX19" fmla="*/ 7620 w 34289"/>
                  <a:gd name="connsiteY19" fmla="*/ 7620 h 83819"/>
                  <a:gd name="connsiteX20" fmla="*/ 33338 w 34289"/>
                  <a:gd name="connsiteY20" fmla="*/ 762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89" h="83819">
                    <a:moveTo>
                      <a:pt x="33338" y="6667"/>
                    </a:moveTo>
                    <a:cubicBezTo>
                      <a:pt x="34290" y="6667"/>
                      <a:pt x="34290" y="5715"/>
                      <a:pt x="34290" y="5715"/>
                    </a:cubicBezTo>
                    <a:lnTo>
                      <a:pt x="34290" y="952"/>
                    </a:lnTo>
                    <a:cubicBezTo>
                      <a:pt x="34290" y="0"/>
                      <a:pt x="33338" y="0"/>
                      <a:pt x="33338" y="0"/>
                    </a:cubicBezTo>
                    <a:lnTo>
                      <a:pt x="952" y="0"/>
                    </a:lnTo>
                    <a:cubicBezTo>
                      <a:pt x="0" y="0"/>
                      <a:pt x="0" y="952"/>
                      <a:pt x="0" y="952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2"/>
                      <a:pt x="33338" y="77152"/>
                      <a:pt x="33338" y="77152"/>
                    </a:cubicBezTo>
                    <a:lnTo>
                      <a:pt x="7620" y="77152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7" y="44767"/>
                      <a:pt x="29527" y="43815"/>
                      <a:pt x="29527" y="43815"/>
                    </a:cubicBezTo>
                    <a:lnTo>
                      <a:pt x="29527" y="39052"/>
                    </a:lnTo>
                    <a:cubicBezTo>
                      <a:pt x="29527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1" name="Graphic 8">
              <a:extLst>
                <a:ext uri="{FF2B5EF4-FFF2-40B4-BE49-F238E27FC236}">
                  <a16:creationId xmlns:a16="http://schemas.microsoft.com/office/drawing/2014/main" id="{819EE42C-FC1E-4634-A010-9E53BA945D34}"/>
                </a:ext>
              </a:extLst>
            </p:cNvPr>
            <p:cNvGrpSpPr/>
            <p:nvPr/>
          </p:nvGrpSpPr>
          <p:grpSpPr>
            <a:xfrm>
              <a:off x="8762884" y="3263247"/>
              <a:ext cx="911893" cy="863331"/>
              <a:chOff x="4620270" y="11155125"/>
              <a:chExt cx="643890" cy="609600"/>
            </a:xfrm>
            <a:solidFill>
              <a:schemeClr val="tx2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EF4A0C5-8A7E-414B-AE08-A7CDC8B8839B}"/>
                  </a:ext>
                </a:extLst>
              </p:cNvPr>
              <p:cNvSpPr/>
              <p:nvPr/>
            </p:nvSpPr>
            <p:spPr>
              <a:xfrm>
                <a:off x="4773146" y="11155125"/>
                <a:ext cx="334803" cy="312420"/>
              </a:xfrm>
              <a:custGeom>
                <a:avLst/>
                <a:gdLst>
                  <a:gd name="connsiteX0" fmla="*/ 96679 w 334803"/>
                  <a:gd name="connsiteY0" fmla="*/ 0 h 312420"/>
                  <a:gd name="connsiteX1" fmla="*/ 88107 w 334803"/>
                  <a:gd name="connsiteY1" fmla="*/ 4763 h 312420"/>
                  <a:gd name="connsiteX2" fmla="*/ 1429 w 334803"/>
                  <a:gd name="connsiteY2" fmla="*/ 152400 h 312420"/>
                  <a:gd name="connsiteX3" fmla="*/ 1429 w 334803"/>
                  <a:gd name="connsiteY3" fmla="*/ 162878 h 312420"/>
                  <a:gd name="connsiteX4" fmla="*/ 87154 w 334803"/>
                  <a:gd name="connsiteY4" fmla="*/ 307658 h 312420"/>
                  <a:gd name="connsiteX5" fmla="*/ 95727 w 334803"/>
                  <a:gd name="connsiteY5" fmla="*/ 312420 h 312420"/>
                  <a:gd name="connsiteX6" fmla="*/ 264319 w 334803"/>
                  <a:gd name="connsiteY6" fmla="*/ 312420 h 312420"/>
                  <a:gd name="connsiteX7" fmla="*/ 272891 w 334803"/>
                  <a:gd name="connsiteY7" fmla="*/ 307658 h 312420"/>
                  <a:gd name="connsiteX8" fmla="*/ 332899 w 334803"/>
                  <a:gd name="connsiteY8" fmla="*/ 202883 h 312420"/>
                  <a:gd name="connsiteX9" fmla="*/ 332899 w 334803"/>
                  <a:gd name="connsiteY9" fmla="*/ 193358 h 312420"/>
                  <a:gd name="connsiteX10" fmla="*/ 249079 w 334803"/>
                  <a:gd name="connsiteY10" fmla="*/ 47625 h 312420"/>
                  <a:gd name="connsiteX11" fmla="*/ 240507 w 334803"/>
                  <a:gd name="connsiteY11" fmla="*/ 42863 h 312420"/>
                  <a:gd name="connsiteX12" fmla="*/ 121444 w 334803"/>
                  <a:gd name="connsiteY12" fmla="*/ 42863 h 312420"/>
                  <a:gd name="connsiteX13" fmla="*/ 112871 w 334803"/>
                  <a:gd name="connsiteY13" fmla="*/ 47625 h 312420"/>
                  <a:gd name="connsiteX14" fmla="*/ 50959 w 334803"/>
                  <a:gd name="connsiteY14" fmla="*/ 152400 h 312420"/>
                  <a:gd name="connsiteX15" fmla="*/ 50959 w 334803"/>
                  <a:gd name="connsiteY15" fmla="*/ 162878 h 312420"/>
                  <a:gd name="connsiteX16" fmla="*/ 111919 w 334803"/>
                  <a:gd name="connsiteY16" fmla="*/ 265747 h 312420"/>
                  <a:gd name="connsiteX17" fmla="*/ 120491 w 334803"/>
                  <a:gd name="connsiteY17" fmla="*/ 270510 h 312420"/>
                  <a:gd name="connsiteX18" fmla="*/ 240507 w 334803"/>
                  <a:gd name="connsiteY18" fmla="*/ 270510 h 312420"/>
                  <a:gd name="connsiteX19" fmla="*/ 249079 w 334803"/>
                  <a:gd name="connsiteY19" fmla="*/ 265747 h 312420"/>
                  <a:gd name="connsiteX20" fmla="*/ 277654 w 334803"/>
                  <a:gd name="connsiteY20" fmla="*/ 215265 h 312420"/>
                  <a:gd name="connsiteX21" fmla="*/ 277654 w 334803"/>
                  <a:gd name="connsiteY21" fmla="*/ 215265 h 312420"/>
                  <a:gd name="connsiteX22" fmla="*/ 288132 w 334803"/>
                  <a:gd name="connsiteY22" fmla="*/ 197168 h 312420"/>
                  <a:gd name="connsiteX23" fmla="*/ 270986 w 334803"/>
                  <a:gd name="connsiteY23" fmla="*/ 168593 h 312420"/>
                  <a:gd name="connsiteX24" fmla="*/ 263366 w 334803"/>
                  <a:gd name="connsiteY24" fmla="*/ 182880 h 312420"/>
                  <a:gd name="connsiteX25" fmla="*/ 263366 w 334803"/>
                  <a:gd name="connsiteY25" fmla="*/ 183833 h 312420"/>
                  <a:gd name="connsiteX26" fmla="*/ 232886 w 334803"/>
                  <a:gd name="connsiteY26" fmla="*/ 238125 h 312420"/>
                  <a:gd name="connsiteX27" fmla="*/ 224314 w 334803"/>
                  <a:gd name="connsiteY27" fmla="*/ 242888 h 312420"/>
                  <a:gd name="connsiteX28" fmla="*/ 138589 w 334803"/>
                  <a:gd name="connsiteY28" fmla="*/ 242888 h 312420"/>
                  <a:gd name="connsiteX29" fmla="*/ 130016 w 334803"/>
                  <a:gd name="connsiteY29" fmla="*/ 238125 h 312420"/>
                  <a:gd name="connsiteX30" fmla="*/ 87154 w 334803"/>
                  <a:gd name="connsiteY30" fmla="*/ 163830 h 312420"/>
                  <a:gd name="connsiteX31" fmla="*/ 87154 w 334803"/>
                  <a:gd name="connsiteY31" fmla="*/ 153353 h 312420"/>
                  <a:gd name="connsiteX32" fmla="*/ 130969 w 334803"/>
                  <a:gd name="connsiteY32" fmla="*/ 77153 h 312420"/>
                  <a:gd name="connsiteX33" fmla="*/ 139541 w 334803"/>
                  <a:gd name="connsiteY33" fmla="*/ 72390 h 312420"/>
                  <a:gd name="connsiteX34" fmla="*/ 224314 w 334803"/>
                  <a:gd name="connsiteY34" fmla="*/ 72390 h 312420"/>
                  <a:gd name="connsiteX35" fmla="*/ 232886 w 334803"/>
                  <a:gd name="connsiteY35" fmla="*/ 77153 h 312420"/>
                  <a:gd name="connsiteX36" fmla="*/ 299561 w 334803"/>
                  <a:gd name="connsiteY36" fmla="*/ 194310 h 312420"/>
                  <a:gd name="connsiteX37" fmla="*/ 299561 w 334803"/>
                  <a:gd name="connsiteY37" fmla="*/ 203835 h 312420"/>
                  <a:gd name="connsiteX38" fmla="*/ 256699 w 334803"/>
                  <a:gd name="connsiteY38" fmla="*/ 280035 h 312420"/>
                  <a:gd name="connsiteX39" fmla="*/ 248127 w 334803"/>
                  <a:gd name="connsiteY39" fmla="*/ 284797 h 312420"/>
                  <a:gd name="connsiteX40" fmla="*/ 112871 w 334803"/>
                  <a:gd name="connsiteY40" fmla="*/ 284797 h 312420"/>
                  <a:gd name="connsiteX41" fmla="*/ 104299 w 334803"/>
                  <a:gd name="connsiteY41" fmla="*/ 280035 h 312420"/>
                  <a:gd name="connsiteX42" fmla="*/ 35719 w 334803"/>
                  <a:gd name="connsiteY42" fmla="*/ 162878 h 312420"/>
                  <a:gd name="connsiteX43" fmla="*/ 35719 w 334803"/>
                  <a:gd name="connsiteY43" fmla="*/ 152400 h 312420"/>
                  <a:gd name="connsiteX44" fmla="*/ 105252 w 334803"/>
                  <a:gd name="connsiteY44" fmla="*/ 32385 h 312420"/>
                  <a:gd name="connsiteX45" fmla="*/ 113824 w 334803"/>
                  <a:gd name="connsiteY45" fmla="*/ 27622 h 312420"/>
                  <a:gd name="connsiteX46" fmla="*/ 247174 w 334803"/>
                  <a:gd name="connsiteY46" fmla="*/ 27622 h 312420"/>
                  <a:gd name="connsiteX47" fmla="*/ 255746 w 334803"/>
                  <a:gd name="connsiteY47" fmla="*/ 32385 h 312420"/>
                  <a:gd name="connsiteX48" fmla="*/ 309086 w 334803"/>
                  <a:gd name="connsiteY48" fmla="*/ 127635 h 312420"/>
                  <a:gd name="connsiteX49" fmla="*/ 309086 w 334803"/>
                  <a:gd name="connsiteY49" fmla="*/ 127635 h 312420"/>
                  <a:gd name="connsiteX50" fmla="*/ 317659 w 334803"/>
                  <a:gd name="connsiteY50" fmla="*/ 142875 h 312420"/>
                  <a:gd name="connsiteX51" fmla="*/ 334804 w 334803"/>
                  <a:gd name="connsiteY51" fmla="*/ 113347 h 312420"/>
                  <a:gd name="connsiteX52" fmla="*/ 334804 w 334803"/>
                  <a:gd name="connsiteY52" fmla="*/ 113347 h 312420"/>
                  <a:gd name="connsiteX53" fmla="*/ 331946 w 334803"/>
                  <a:gd name="connsiteY53" fmla="*/ 108585 h 312420"/>
                  <a:gd name="connsiteX54" fmla="*/ 331946 w 334803"/>
                  <a:gd name="connsiteY54" fmla="*/ 108585 h 312420"/>
                  <a:gd name="connsiteX55" fmla="*/ 324327 w 334803"/>
                  <a:gd name="connsiteY55" fmla="*/ 94297 h 312420"/>
                  <a:gd name="connsiteX56" fmla="*/ 321469 w 334803"/>
                  <a:gd name="connsiteY56" fmla="*/ 88583 h 312420"/>
                  <a:gd name="connsiteX57" fmla="*/ 321469 w 334803"/>
                  <a:gd name="connsiteY57" fmla="*/ 88583 h 312420"/>
                  <a:gd name="connsiteX58" fmla="*/ 273844 w 334803"/>
                  <a:gd name="connsiteY58" fmla="*/ 4763 h 312420"/>
                  <a:gd name="connsiteX59" fmla="*/ 265271 w 334803"/>
                  <a:gd name="connsiteY59" fmla="*/ 0 h 312420"/>
                  <a:gd name="connsiteX60" fmla="*/ 96679 w 334803"/>
                  <a:gd name="connsiteY60" fmla="*/ 0 h 31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334803" h="312420">
                    <a:moveTo>
                      <a:pt x="96679" y="0"/>
                    </a:moveTo>
                    <a:cubicBezTo>
                      <a:pt x="92869" y="0"/>
                      <a:pt x="90011" y="1905"/>
                      <a:pt x="88107" y="4763"/>
                    </a:cubicBezTo>
                    <a:lnTo>
                      <a:pt x="1429" y="152400"/>
                    </a:lnTo>
                    <a:cubicBezTo>
                      <a:pt x="-476" y="155258"/>
                      <a:pt x="-476" y="159068"/>
                      <a:pt x="1429" y="162878"/>
                    </a:cubicBezTo>
                    <a:lnTo>
                      <a:pt x="87154" y="307658"/>
                    </a:lnTo>
                    <a:cubicBezTo>
                      <a:pt x="89059" y="310515"/>
                      <a:pt x="91916" y="312420"/>
                      <a:pt x="95727" y="312420"/>
                    </a:cubicBezTo>
                    <a:lnTo>
                      <a:pt x="264319" y="312420"/>
                    </a:lnTo>
                    <a:cubicBezTo>
                      <a:pt x="268129" y="312420"/>
                      <a:pt x="270986" y="310515"/>
                      <a:pt x="272891" y="307658"/>
                    </a:cubicBezTo>
                    <a:lnTo>
                      <a:pt x="332899" y="202883"/>
                    </a:lnTo>
                    <a:cubicBezTo>
                      <a:pt x="334804" y="200025"/>
                      <a:pt x="334804" y="196215"/>
                      <a:pt x="332899" y="193358"/>
                    </a:cubicBezTo>
                    <a:lnTo>
                      <a:pt x="249079" y="47625"/>
                    </a:lnTo>
                    <a:cubicBezTo>
                      <a:pt x="247174" y="44768"/>
                      <a:pt x="244316" y="42863"/>
                      <a:pt x="240507" y="42863"/>
                    </a:cubicBezTo>
                    <a:lnTo>
                      <a:pt x="121444" y="42863"/>
                    </a:lnTo>
                    <a:cubicBezTo>
                      <a:pt x="117634" y="42863"/>
                      <a:pt x="114777" y="44768"/>
                      <a:pt x="112871" y="47625"/>
                    </a:cubicBezTo>
                    <a:lnTo>
                      <a:pt x="50959" y="152400"/>
                    </a:lnTo>
                    <a:cubicBezTo>
                      <a:pt x="49054" y="155258"/>
                      <a:pt x="49054" y="159068"/>
                      <a:pt x="50959" y="162878"/>
                    </a:cubicBezTo>
                    <a:lnTo>
                      <a:pt x="111919" y="265747"/>
                    </a:lnTo>
                    <a:cubicBezTo>
                      <a:pt x="113824" y="268605"/>
                      <a:pt x="116682" y="270510"/>
                      <a:pt x="120491" y="270510"/>
                    </a:cubicBezTo>
                    <a:lnTo>
                      <a:pt x="240507" y="270510"/>
                    </a:lnTo>
                    <a:cubicBezTo>
                      <a:pt x="244316" y="270510"/>
                      <a:pt x="247174" y="268605"/>
                      <a:pt x="249079" y="265747"/>
                    </a:cubicBezTo>
                    <a:lnTo>
                      <a:pt x="277654" y="215265"/>
                    </a:lnTo>
                    <a:lnTo>
                      <a:pt x="277654" y="215265"/>
                    </a:lnTo>
                    <a:lnTo>
                      <a:pt x="288132" y="197168"/>
                    </a:lnTo>
                    <a:lnTo>
                      <a:pt x="270986" y="168593"/>
                    </a:lnTo>
                    <a:lnTo>
                      <a:pt x="263366" y="182880"/>
                    </a:lnTo>
                    <a:lnTo>
                      <a:pt x="263366" y="183833"/>
                    </a:lnTo>
                    <a:lnTo>
                      <a:pt x="232886" y="238125"/>
                    </a:lnTo>
                    <a:cubicBezTo>
                      <a:pt x="230982" y="240983"/>
                      <a:pt x="228124" y="242888"/>
                      <a:pt x="224314" y="242888"/>
                    </a:cubicBezTo>
                    <a:lnTo>
                      <a:pt x="138589" y="242888"/>
                    </a:lnTo>
                    <a:cubicBezTo>
                      <a:pt x="134779" y="242888"/>
                      <a:pt x="131921" y="240983"/>
                      <a:pt x="130016" y="238125"/>
                    </a:cubicBezTo>
                    <a:lnTo>
                      <a:pt x="87154" y="163830"/>
                    </a:lnTo>
                    <a:cubicBezTo>
                      <a:pt x="85249" y="160972"/>
                      <a:pt x="85249" y="157163"/>
                      <a:pt x="87154" y="153353"/>
                    </a:cubicBezTo>
                    <a:lnTo>
                      <a:pt x="130969" y="77153"/>
                    </a:lnTo>
                    <a:cubicBezTo>
                      <a:pt x="132874" y="74295"/>
                      <a:pt x="135732" y="72390"/>
                      <a:pt x="139541" y="72390"/>
                    </a:cubicBezTo>
                    <a:lnTo>
                      <a:pt x="224314" y="72390"/>
                    </a:lnTo>
                    <a:cubicBezTo>
                      <a:pt x="228124" y="72390"/>
                      <a:pt x="230982" y="74295"/>
                      <a:pt x="232886" y="77153"/>
                    </a:cubicBezTo>
                    <a:lnTo>
                      <a:pt x="299561" y="194310"/>
                    </a:lnTo>
                    <a:cubicBezTo>
                      <a:pt x="301466" y="197168"/>
                      <a:pt x="301466" y="200978"/>
                      <a:pt x="299561" y="203835"/>
                    </a:cubicBezTo>
                    <a:lnTo>
                      <a:pt x="256699" y="280035"/>
                    </a:lnTo>
                    <a:cubicBezTo>
                      <a:pt x="254794" y="282893"/>
                      <a:pt x="251936" y="284797"/>
                      <a:pt x="248127" y="284797"/>
                    </a:cubicBezTo>
                    <a:lnTo>
                      <a:pt x="112871" y="284797"/>
                    </a:lnTo>
                    <a:cubicBezTo>
                      <a:pt x="109061" y="284797"/>
                      <a:pt x="106204" y="282893"/>
                      <a:pt x="104299" y="280035"/>
                    </a:cubicBezTo>
                    <a:lnTo>
                      <a:pt x="35719" y="162878"/>
                    </a:lnTo>
                    <a:cubicBezTo>
                      <a:pt x="33814" y="160020"/>
                      <a:pt x="33814" y="156210"/>
                      <a:pt x="35719" y="152400"/>
                    </a:cubicBezTo>
                    <a:lnTo>
                      <a:pt x="105252" y="32385"/>
                    </a:lnTo>
                    <a:cubicBezTo>
                      <a:pt x="107157" y="29528"/>
                      <a:pt x="110014" y="27622"/>
                      <a:pt x="113824" y="27622"/>
                    </a:cubicBezTo>
                    <a:lnTo>
                      <a:pt x="247174" y="27622"/>
                    </a:lnTo>
                    <a:cubicBezTo>
                      <a:pt x="250984" y="27622"/>
                      <a:pt x="253841" y="29528"/>
                      <a:pt x="255746" y="32385"/>
                    </a:cubicBezTo>
                    <a:lnTo>
                      <a:pt x="309086" y="127635"/>
                    </a:lnTo>
                    <a:lnTo>
                      <a:pt x="309086" y="127635"/>
                    </a:lnTo>
                    <a:lnTo>
                      <a:pt x="317659" y="142875"/>
                    </a:lnTo>
                    <a:lnTo>
                      <a:pt x="334804" y="113347"/>
                    </a:lnTo>
                    <a:lnTo>
                      <a:pt x="334804" y="113347"/>
                    </a:lnTo>
                    <a:lnTo>
                      <a:pt x="331946" y="108585"/>
                    </a:lnTo>
                    <a:lnTo>
                      <a:pt x="331946" y="108585"/>
                    </a:lnTo>
                    <a:lnTo>
                      <a:pt x="324327" y="94297"/>
                    </a:lnTo>
                    <a:lnTo>
                      <a:pt x="321469" y="88583"/>
                    </a:lnTo>
                    <a:lnTo>
                      <a:pt x="321469" y="88583"/>
                    </a:lnTo>
                    <a:lnTo>
                      <a:pt x="273844" y="4763"/>
                    </a:lnTo>
                    <a:cubicBezTo>
                      <a:pt x="271939" y="1905"/>
                      <a:pt x="269082" y="0"/>
                      <a:pt x="265271" y="0"/>
                    </a:cubicBezTo>
                    <a:lnTo>
                      <a:pt x="9667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CF0A151-2696-46B8-BEAD-A5290CD2AC6A}"/>
                  </a:ext>
                </a:extLst>
              </p:cNvPr>
              <p:cNvSpPr/>
              <p:nvPr/>
            </p:nvSpPr>
            <p:spPr>
              <a:xfrm>
                <a:off x="4686945" y="11525648"/>
                <a:ext cx="44767" cy="107632"/>
              </a:xfrm>
              <a:custGeom>
                <a:avLst/>
                <a:gdLst>
                  <a:gd name="connsiteX0" fmla="*/ 17145 w 44767"/>
                  <a:gd name="connsiteY0" fmla="*/ 47625 h 107632"/>
                  <a:gd name="connsiteX1" fmla="*/ 39053 w 44767"/>
                  <a:gd name="connsiteY1" fmla="*/ 47625 h 107632"/>
                  <a:gd name="connsiteX2" fmla="*/ 39053 w 44767"/>
                  <a:gd name="connsiteY2" fmla="*/ 62865 h 107632"/>
                  <a:gd name="connsiteX3" fmla="*/ 17145 w 44767"/>
                  <a:gd name="connsiteY3" fmla="*/ 62865 h 107632"/>
                  <a:gd name="connsiteX4" fmla="*/ 17145 w 44767"/>
                  <a:gd name="connsiteY4" fmla="*/ 107633 h 107632"/>
                  <a:gd name="connsiteX5" fmla="*/ 0 w 44767"/>
                  <a:gd name="connsiteY5" fmla="*/ 107633 h 107632"/>
                  <a:gd name="connsiteX6" fmla="*/ 0 w 44767"/>
                  <a:gd name="connsiteY6" fmla="*/ 0 h 107632"/>
                  <a:gd name="connsiteX7" fmla="*/ 44768 w 44767"/>
                  <a:gd name="connsiteY7" fmla="*/ 0 h 107632"/>
                  <a:gd name="connsiteX8" fmla="*/ 44768 w 44767"/>
                  <a:gd name="connsiteY8" fmla="*/ 15240 h 107632"/>
                  <a:gd name="connsiteX9" fmla="*/ 17145 w 44767"/>
                  <a:gd name="connsiteY9" fmla="*/ 1524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767" h="107632">
                    <a:moveTo>
                      <a:pt x="17145" y="47625"/>
                    </a:moveTo>
                    <a:lnTo>
                      <a:pt x="39053" y="47625"/>
                    </a:lnTo>
                    <a:lnTo>
                      <a:pt x="39053" y="62865"/>
                    </a:lnTo>
                    <a:lnTo>
                      <a:pt x="17145" y="62865"/>
                    </a:lnTo>
                    <a:lnTo>
                      <a:pt x="17145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44768" y="0"/>
                    </a:lnTo>
                    <a:lnTo>
                      <a:pt x="44768" y="15240"/>
                    </a:lnTo>
                    <a:lnTo>
                      <a:pt x="17145" y="1524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85217E2-1B48-43CF-B7A9-B51052F29B09}"/>
                  </a:ext>
                </a:extLst>
              </p:cNvPr>
              <p:cNvSpPr/>
              <p:nvPr/>
            </p:nvSpPr>
            <p:spPr>
              <a:xfrm>
                <a:off x="4739332" y="11525648"/>
                <a:ext cx="51435" cy="108585"/>
              </a:xfrm>
              <a:custGeom>
                <a:avLst/>
                <a:gdLst>
                  <a:gd name="connsiteX0" fmla="*/ 16193 w 51435"/>
                  <a:gd name="connsiteY0" fmla="*/ 0 h 108585"/>
                  <a:gd name="connsiteX1" fmla="*/ 16193 w 51435"/>
                  <a:gd name="connsiteY1" fmla="*/ 82868 h 108585"/>
                  <a:gd name="connsiteX2" fmla="*/ 19050 w 51435"/>
                  <a:gd name="connsiteY2" fmla="*/ 91440 h 108585"/>
                  <a:gd name="connsiteX3" fmla="*/ 25718 w 51435"/>
                  <a:gd name="connsiteY3" fmla="*/ 93345 h 108585"/>
                  <a:gd name="connsiteX4" fmla="*/ 32385 w 51435"/>
                  <a:gd name="connsiteY4" fmla="*/ 91440 h 108585"/>
                  <a:gd name="connsiteX5" fmla="*/ 35243 w 51435"/>
                  <a:gd name="connsiteY5" fmla="*/ 82868 h 108585"/>
                  <a:gd name="connsiteX6" fmla="*/ 35243 w 51435"/>
                  <a:gd name="connsiteY6" fmla="*/ 0 h 108585"/>
                  <a:gd name="connsiteX7" fmla="*/ 51435 w 51435"/>
                  <a:gd name="connsiteY7" fmla="*/ 0 h 108585"/>
                  <a:gd name="connsiteX8" fmla="*/ 51435 w 51435"/>
                  <a:gd name="connsiteY8" fmla="*/ 81915 h 108585"/>
                  <a:gd name="connsiteX9" fmla="*/ 44768 w 51435"/>
                  <a:gd name="connsiteY9" fmla="*/ 101918 h 108585"/>
                  <a:gd name="connsiteX10" fmla="*/ 25718 w 51435"/>
                  <a:gd name="connsiteY10" fmla="*/ 108585 h 108585"/>
                  <a:gd name="connsiteX11" fmla="*/ 6668 w 51435"/>
                  <a:gd name="connsiteY11" fmla="*/ 101918 h 108585"/>
                  <a:gd name="connsiteX12" fmla="*/ 0 w 51435"/>
                  <a:gd name="connsiteY12" fmla="*/ 81915 h 108585"/>
                  <a:gd name="connsiteX13" fmla="*/ 0 w 51435"/>
                  <a:gd name="connsiteY13" fmla="*/ 0 h 108585"/>
                  <a:gd name="connsiteX14" fmla="*/ 16193 w 51435"/>
                  <a:gd name="connsiteY14" fmla="*/ 0 h 10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435" h="108585">
                    <a:moveTo>
                      <a:pt x="16193" y="0"/>
                    </a:moveTo>
                    <a:lnTo>
                      <a:pt x="16193" y="82868"/>
                    </a:lnTo>
                    <a:cubicBezTo>
                      <a:pt x="16193" y="86678"/>
                      <a:pt x="17145" y="89535"/>
                      <a:pt x="19050" y="91440"/>
                    </a:cubicBezTo>
                    <a:cubicBezTo>
                      <a:pt x="20955" y="93345"/>
                      <a:pt x="22860" y="93345"/>
                      <a:pt x="25718" y="93345"/>
                    </a:cubicBezTo>
                    <a:cubicBezTo>
                      <a:pt x="28575" y="93345"/>
                      <a:pt x="30480" y="92393"/>
                      <a:pt x="32385" y="91440"/>
                    </a:cubicBezTo>
                    <a:cubicBezTo>
                      <a:pt x="34290" y="89535"/>
                      <a:pt x="35243" y="87630"/>
                      <a:pt x="35243" y="82868"/>
                    </a:cubicBezTo>
                    <a:lnTo>
                      <a:pt x="35243" y="0"/>
                    </a:lnTo>
                    <a:lnTo>
                      <a:pt x="51435" y="0"/>
                    </a:lnTo>
                    <a:lnTo>
                      <a:pt x="51435" y="81915"/>
                    </a:lnTo>
                    <a:cubicBezTo>
                      <a:pt x="51435" y="90488"/>
                      <a:pt x="49530" y="97155"/>
                      <a:pt x="44768" y="101918"/>
                    </a:cubicBezTo>
                    <a:cubicBezTo>
                      <a:pt x="40958" y="106680"/>
                      <a:pt x="34290" y="108585"/>
                      <a:pt x="25718" y="108585"/>
                    </a:cubicBezTo>
                    <a:cubicBezTo>
                      <a:pt x="17145" y="108585"/>
                      <a:pt x="11430" y="106680"/>
                      <a:pt x="6668" y="101918"/>
                    </a:cubicBezTo>
                    <a:cubicBezTo>
                      <a:pt x="2858" y="97155"/>
                      <a:pt x="0" y="90488"/>
                      <a:pt x="0" y="81915"/>
                    </a:cubicBezTo>
                    <a:lnTo>
                      <a:pt x="0" y="0"/>
                    </a:lnTo>
                    <a:lnTo>
                      <a:pt x="1619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6884856-A46C-4115-8B0D-21C5E3EBA19E}"/>
                  </a:ext>
                </a:extLst>
              </p:cNvPr>
              <p:cNvSpPr/>
              <p:nvPr/>
            </p:nvSpPr>
            <p:spPr>
              <a:xfrm>
                <a:off x="4801245" y="11525648"/>
                <a:ext cx="53340" cy="107632"/>
              </a:xfrm>
              <a:custGeom>
                <a:avLst/>
                <a:gdLst>
                  <a:gd name="connsiteX0" fmla="*/ 15240 w 53340"/>
                  <a:gd name="connsiteY0" fmla="*/ 29528 h 107632"/>
                  <a:gd name="connsiteX1" fmla="*/ 15240 w 53340"/>
                  <a:gd name="connsiteY1" fmla="*/ 107633 h 107632"/>
                  <a:gd name="connsiteX2" fmla="*/ 0 w 53340"/>
                  <a:gd name="connsiteY2" fmla="*/ 107633 h 107632"/>
                  <a:gd name="connsiteX3" fmla="*/ 0 w 53340"/>
                  <a:gd name="connsiteY3" fmla="*/ 0 h 107632"/>
                  <a:gd name="connsiteX4" fmla="*/ 20955 w 53340"/>
                  <a:gd name="connsiteY4" fmla="*/ 0 h 107632"/>
                  <a:gd name="connsiteX5" fmla="*/ 38100 w 53340"/>
                  <a:gd name="connsiteY5" fmla="*/ 64770 h 107632"/>
                  <a:gd name="connsiteX6" fmla="*/ 38100 w 53340"/>
                  <a:gd name="connsiteY6" fmla="*/ 0 h 107632"/>
                  <a:gd name="connsiteX7" fmla="*/ 53340 w 53340"/>
                  <a:gd name="connsiteY7" fmla="*/ 0 h 107632"/>
                  <a:gd name="connsiteX8" fmla="*/ 53340 w 53340"/>
                  <a:gd name="connsiteY8" fmla="*/ 107633 h 107632"/>
                  <a:gd name="connsiteX9" fmla="*/ 36195 w 53340"/>
                  <a:gd name="connsiteY9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340" h="107632">
                    <a:moveTo>
                      <a:pt x="15240" y="29528"/>
                    </a:move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20955" y="0"/>
                    </a:lnTo>
                    <a:lnTo>
                      <a:pt x="38100" y="64770"/>
                    </a:lnTo>
                    <a:lnTo>
                      <a:pt x="38100" y="0"/>
                    </a:lnTo>
                    <a:lnTo>
                      <a:pt x="53340" y="0"/>
                    </a:lnTo>
                    <a:lnTo>
                      <a:pt x="53340" y="107633"/>
                    </a:lnTo>
                    <a:lnTo>
                      <a:pt x="3619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6626D41-8A68-4EC3-8C94-FF569B3D29E1}"/>
                  </a:ext>
                </a:extLst>
              </p:cNvPr>
              <p:cNvSpPr/>
              <p:nvPr/>
            </p:nvSpPr>
            <p:spPr>
              <a:xfrm>
                <a:off x="4866968" y="11525648"/>
                <a:ext cx="52387" cy="107632"/>
              </a:xfrm>
              <a:custGeom>
                <a:avLst/>
                <a:gdLst>
                  <a:gd name="connsiteX0" fmla="*/ 17145 w 52387"/>
                  <a:gd name="connsiteY0" fmla="*/ 15240 h 107632"/>
                  <a:gd name="connsiteX1" fmla="*/ 17145 w 52387"/>
                  <a:gd name="connsiteY1" fmla="*/ 92393 h 107632"/>
                  <a:gd name="connsiteX2" fmla="*/ 26670 w 52387"/>
                  <a:gd name="connsiteY2" fmla="*/ 92393 h 107632"/>
                  <a:gd name="connsiteX3" fmla="*/ 33338 w 52387"/>
                  <a:gd name="connsiteY3" fmla="*/ 90488 h 107632"/>
                  <a:gd name="connsiteX4" fmla="*/ 35243 w 52387"/>
                  <a:gd name="connsiteY4" fmla="*/ 81915 h 107632"/>
                  <a:gd name="connsiteX5" fmla="*/ 35243 w 52387"/>
                  <a:gd name="connsiteY5" fmla="*/ 25718 h 107632"/>
                  <a:gd name="connsiteX6" fmla="*/ 33338 w 52387"/>
                  <a:gd name="connsiteY6" fmla="*/ 17145 h 107632"/>
                  <a:gd name="connsiteX7" fmla="*/ 26670 w 52387"/>
                  <a:gd name="connsiteY7" fmla="*/ 15240 h 107632"/>
                  <a:gd name="connsiteX8" fmla="*/ 17145 w 52387"/>
                  <a:gd name="connsiteY8" fmla="*/ 15240 h 107632"/>
                  <a:gd name="connsiteX9" fmla="*/ 0 w 52387"/>
                  <a:gd name="connsiteY9" fmla="*/ 0 h 107632"/>
                  <a:gd name="connsiteX10" fmla="*/ 26670 w 52387"/>
                  <a:gd name="connsiteY10" fmla="*/ 0 h 107632"/>
                  <a:gd name="connsiteX11" fmla="*/ 45720 w 52387"/>
                  <a:gd name="connsiteY11" fmla="*/ 6668 h 107632"/>
                  <a:gd name="connsiteX12" fmla="*/ 52388 w 52387"/>
                  <a:gd name="connsiteY12" fmla="*/ 26670 h 107632"/>
                  <a:gd name="connsiteX13" fmla="*/ 52388 w 52387"/>
                  <a:gd name="connsiteY13" fmla="*/ 80963 h 107632"/>
                  <a:gd name="connsiteX14" fmla="*/ 45720 w 52387"/>
                  <a:gd name="connsiteY14" fmla="*/ 100965 h 107632"/>
                  <a:gd name="connsiteX15" fmla="*/ 26670 w 52387"/>
                  <a:gd name="connsiteY15" fmla="*/ 107633 h 107632"/>
                  <a:gd name="connsiteX16" fmla="*/ 0 w 52387"/>
                  <a:gd name="connsiteY16" fmla="*/ 107633 h 107632"/>
                  <a:gd name="connsiteX17" fmla="*/ 0 w 52387"/>
                  <a:gd name="connsiteY17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387" h="107632">
                    <a:moveTo>
                      <a:pt x="17145" y="15240"/>
                    </a:moveTo>
                    <a:lnTo>
                      <a:pt x="17145" y="92393"/>
                    </a:lnTo>
                    <a:lnTo>
                      <a:pt x="26670" y="92393"/>
                    </a:lnTo>
                    <a:cubicBezTo>
                      <a:pt x="29527" y="92393"/>
                      <a:pt x="31432" y="91440"/>
                      <a:pt x="33338" y="90488"/>
                    </a:cubicBezTo>
                    <a:cubicBezTo>
                      <a:pt x="35243" y="88583"/>
                      <a:pt x="35243" y="86678"/>
                      <a:pt x="35243" y="81915"/>
                    </a:cubicBezTo>
                    <a:lnTo>
                      <a:pt x="35243" y="25718"/>
                    </a:lnTo>
                    <a:cubicBezTo>
                      <a:pt x="35243" y="21908"/>
                      <a:pt x="34290" y="19050"/>
                      <a:pt x="33338" y="17145"/>
                    </a:cubicBezTo>
                    <a:cubicBezTo>
                      <a:pt x="31432" y="15240"/>
                      <a:pt x="29527" y="15240"/>
                      <a:pt x="26670" y="15240"/>
                    </a:cubicBezTo>
                    <a:lnTo>
                      <a:pt x="17145" y="15240"/>
                    </a:lnTo>
                    <a:close/>
                    <a:moveTo>
                      <a:pt x="0" y="0"/>
                    </a:moveTo>
                    <a:lnTo>
                      <a:pt x="26670" y="0"/>
                    </a:lnTo>
                    <a:cubicBezTo>
                      <a:pt x="35243" y="0"/>
                      <a:pt x="41910" y="1905"/>
                      <a:pt x="45720" y="6668"/>
                    </a:cubicBezTo>
                    <a:cubicBezTo>
                      <a:pt x="49530" y="11430"/>
                      <a:pt x="52388" y="18098"/>
                      <a:pt x="52388" y="26670"/>
                    </a:cubicBezTo>
                    <a:lnTo>
                      <a:pt x="52388" y="80963"/>
                    </a:lnTo>
                    <a:cubicBezTo>
                      <a:pt x="52388" y="89535"/>
                      <a:pt x="50482" y="96203"/>
                      <a:pt x="45720" y="100965"/>
                    </a:cubicBezTo>
                    <a:cubicBezTo>
                      <a:pt x="41910" y="105728"/>
                      <a:pt x="35243" y="107633"/>
                      <a:pt x="26670" y="107633"/>
                    </a:cubicBezTo>
                    <a:lnTo>
                      <a:pt x="0" y="10763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168C330-BA84-44D9-8B43-70D7142F31A7}"/>
                  </a:ext>
                </a:extLst>
              </p:cNvPr>
              <p:cNvSpPr/>
              <p:nvPr/>
            </p:nvSpPr>
            <p:spPr>
              <a:xfrm>
                <a:off x="4925070" y="11525648"/>
                <a:ext cx="59055" cy="107632"/>
              </a:xfrm>
              <a:custGeom>
                <a:avLst/>
                <a:gdLst>
                  <a:gd name="connsiteX0" fmla="*/ 20955 w 59055"/>
                  <a:gd name="connsiteY0" fmla="*/ 73343 h 107632"/>
                  <a:gd name="connsiteX1" fmla="*/ 37148 w 59055"/>
                  <a:gd name="connsiteY1" fmla="*/ 73343 h 107632"/>
                  <a:gd name="connsiteX2" fmla="*/ 28575 w 59055"/>
                  <a:gd name="connsiteY2" fmla="*/ 19050 h 107632"/>
                  <a:gd name="connsiteX3" fmla="*/ 20955 w 59055"/>
                  <a:gd name="connsiteY3" fmla="*/ 73343 h 107632"/>
                  <a:gd name="connsiteX4" fmla="*/ 59055 w 59055"/>
                  <a:gd name="connsiteY4" fmla="*/ 107633 h 107632"/>
                  <a:gd name="connsiteX5" fmla="*/ 41910 w 59055"/>
                  <a:gd name="connsiteY5" fmla="*/ 107633 h 107632"/>
                  <a:gd name="connsiteX6" fmla="*/ 39053 w 59055"/>
                  <a:gd name="connsiteY6" fmla="*/ 87630 h 107632"/>
                  <a:gd name="connsiteX7" fmla="*/ 18098 w 59055"/>
                  <a:gd name="connsiteY7" fmla="*/ 87630 h 107632"/>
                  <a:gd name="connsiteX8" fmla="*/ 15240 w 59055"/>
                  <a:gd name="connsiteY8" fmla="*/ 107633 h 107632"/>
                  <a:gd name="connsiteX9" fmla="*/ 0 w 59055"/>
                  <a:gd name="connsiteY9" fmla="*/ 107633 h 107632"/>
                  <a:gd name="connsiteX10" fmla="*/ 17145 w 59055"/>
                  <a:gd name="connsiteY10" fmla="*/ 0 h 107632"/>
                  <a:gd name="connsiteX11" fmla="*/ 41910 w 59055"/>
                  <a:gd name="connsiteY11" fmla="*/ 0 h 107632"/>
                  <a:gd name="connsiteX12" fmla="*/ 59055 w 59055"/>
                  <a:gd name="connsiteY12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055" h="107632">
                    <a:moveTo>
                      <a:pt x="20955" y="73343"/>
                    </a:moveTo>
                    <a:lnTo>
                      <a:pt x="37148" y="73343"/>
                    </a:lnTo>
                    <a:lnTo>
                      <a:pt x="28575" y="19050"/>
                    </a:lnTo>
                    <a:lnTo>
                      <a:pt x="20955" y="73343"/>
                    </a:lnTo>
                    <a:close/>
                    <a:moveTo>
                      <a:pt x="59055" y="107633"/>
                    </a:moveTo>
                    <a:lnTo>
                      <a:pt x="41910" y="107633"/>
                    </a:lnTo>
                    <a:lnTo>
                      <a:pt x="39053" y="87630"/>
                    </a:lnTo>
                    <a:lnTo>
                      <a:pt x="18098" y="87630"/>
                    </a:ln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17145" y="0"/>
                    </a:lnTo>
                    <a:lnTo>
                      <a:pt x="41910" y="0"/>
                    </a:lnTo>
                    <a:lnTo>
                      <a:pt x="5905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4550503-22D4-4FE2-85EB-9642BD0EBB3F}"/>
                  </a:ext>
                </a:extLst>
              </p:cNvPr>
              <p:cNvSpPr/>
              <p:nvPr/>
            </p:nvSpPr>
            <p:spPr>
              <a:xfrm>
                <a:off x="4989840" y="11524696"/>
                <a:ext cx="51434" cy="109537"/>
              </a:xfrm>
              <a:custGeom>
                <a:avLst/>
                <a:gdLst>
                  <a:gd name="connsiteX0" fmla="*/ 51435 w 51434"/>
                  <a:gd name="connsiteY0" fmla="*/ 68580 h 109537"/>
                  <a:gd name="connsiteX1" fmla="*/ 51435 w 51434"/>
                  <a:gd name="connsiteY1" fmla="*/ 82867 h 109537"/>
                  <a:gd name="connsiteX2" fmla="*/ 44767 w 51434"/>
                  <a:gd name="connsiteY2" fmla="*/ 102870 h 109537"/>
                  <a:gd name="connsiteX3" fmla="*/ 25717 w 51434"/>
                  <a:gd name="connsiteY3" fmla="*/ 109538 h 109537"/>
                  <a:gd name="connsiteX4" fmla="*/ 6667 w 51434"/>
                  <a:gd name="connsiteY4" fmla="*/ 102870 h 109537"/>
                  <a:gd name="connsiteX5" fmla="*/ 0 w 51434"/>
                  <a:gd name="connsiteY5" fmla="*/ 82867 h 109537"/>
                  <a:gd name="connsiteX6" fmla="*/ 0 w 51434"/>
                  <a:gd name="connsiteY6" fmla="*/ 26670 h 109537"/>
                  <a:gd name="connsiteX7" fmla="*/ 6667 w 51434"/>
                  <a:gd name="connsiteY7" fmla="*/ 6667 h 109537"/>
                  <a:gd name="connsiteX8" fmla="*/ 25717 w 51434"/>
                  <a:gd name="connsiteY8" fmla="*/ 0 h 109537"/>
                  <a:gd name="connsiteX9" fmla="*/ 44767 w 51434"/>
                  <a:gd name="connsiteY9" fmla="*/ 6667 h 109537"/>
                  <a:gd name="connsiteX10" fmla="*/ 51435 w 51434"/>
                  <a:gd name="connsiteY10" fmla="*/ 26670 h 109537"/>
                  <a:gd name="connsiteX11" fmla="*/ 51435 w 51434"/>
                  <a:gd name="connsiteY11" fmla="*/ 37147 h 109537"/>
                  <a:gd name="connsiteX12" fmla="*/ 35242 w 51434"/>
                  <a:gd name="connsiteY12" fmla="*/ 37147 h 109537"/>
                  <a:gd name="connsiteX13" fmla="*/ 35242 w 51434"/>
                  <a:gd name="connsiteY13" fmla="*/ 25717 h 109537"/>
                  <a:gd name="connsiteX14" fmla="*/ 32385 w 51434"/>
                  <a:gd name="connsiteY14" fmla="*/ 17145 h 109537"/>
                  <a:gd name="connsiteX15" fmla="*/ 25717 w 51434"/>
                  <a:gd name="connsiteY15" fmla="*/ 14288 h 109537"/>
                  <a:gd name="connsiteX16" fmla="*/ 19050 w 51434"/>
                  <a:gd name="connsiteY16" fmla="*/ 17145 h 109537"/>
                  <a:gd name="connsiteX17" fmla="*/ 16192 w 51434"/>
                  <a:gd name="connsiteY17" fmla="*/ 25717 h 109537"/>
                  <a:gd name="connsiteX18" fmla="*/ 16192 w 51434"/>
                  <a:gd name="connsiteY18" fmla="*/ 83820 h 109537"/>
                  <a:gd name="connsiteX19" fmla="*/ 19050 w 51434"/>
                  <a:gd name="connsiteY19" fmla="*/ 92392 h 109537"/>
                  <a:gd name="connsiteX20" fmla="*/ 25717 w 51434"/>
                  <a:gd name="connsiteY20" fmla="*/ 94297 h 109537"/>
                  <a:gd name="connsiteX21" fmla="*/ 32385 w 51434"/>
                  <a:gd name="connsiteY21" fmla="*/ 92392 h 109537"/>
                  <a:gd name="connsiteX22" fmla="*/ 35242 w 51434"/>
                  <a:gd name="connsiteY22" fmla="*/ 83820 h 109537"/>
                  <a:gd name="connsiteX23" fmla="*/ 35242 w 51434"/>
                  <a:gd name="connsiteY23" fmla="*/ 68580 h 109537"/>
                  <a:gd name="connsiteX24" fmla="*/ 51435 w 51434"/>
                  <a:gd name="connsiteY24" fmla="*/ 68580 h 10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434" h="109537">
                    <a:moveTo>
                      <a:pt x="51435" y="68580"/>
                    </a:moveTo>
                    <a:lnTo>
                      <a:pt x="51435" y="82867"/>
                    </a:lnTo>
                    <a:cubicBezTo>
                      <a:pt x="51435" y="91440"/>
                      <a:pt x="49530" y="98107"/>
                      <a:pt x="44767" y="102870"/>
                    </a:cubicBezTo>
                    <a:cubicBezTo>
                      <a:pt x="40957" y="107632"/>
                      <a:pt x="34290" y="109538"/>
                      <a:pt x="25717" y="109538"/>
                    </a:cubicBezTo>
                    <a:cubicBezTo>
                      <a:pt x="17145" y="109538"/>
                      <a:pt x="11430" y="107632"/>
                      <a:pt x="6667" y="102870"/>
                    </a:cubicBezTo>
                    <a:cubicBezTo>
                      <a:pt x="2857" y="98107"/>
                      <a:pt x="0" y="91440"/>
                      <a:pt x="0" y="82867"/>
                    </a:cubicBezTo>
                    <a:lnTo>
                      <a:pt x="0" y="26670"/>
                    </a:lnTo>
                    <a:cubicBezTo>
                      <a:pt x="0" y="18097"/>
                      <a:pt x="1905" y="11430"/>
                      <a:pt x="6667" y="6667"/>
                    </a:cubicBezTo>
                    <a:cubicBezTo>
                      <a:pt x="10477" y="1905"/>
                      <a:pt x="17145" y="0"/>
                      <a:pt x="25717" y="0"/>
                    </a:cubicBezTo>
                    <a:cubicBezTo>
                      <a:pt x="34290" y="0"/>
                      <a:pt x="40005" y="1905"/>
                      <a:pt x="44767" y="6667"/>
                    </a:cubicBezTo>
                    <a:cubicBezTo>
                      <a:pt x="48577" y="11430"/>
                      <a:pt x="51435" y="18097"/>
                      <a:pt x="51435" y="26670"/>
                    </a:cubicBezTo>
                    <a:lnTo>
                      <a:pt x="51435" y="37147"/>
                    </a:lnTo>
                    <a:lnTo>
                      <a:pt x="35242" y="37147"/>
                    </a:lnTo>
                    <a:lnTo>
                      <a:pt x="35242" y="25717"/>
                    </a:lnTo>
                    <a:cubicBezTo>
                      <a:pt x="35242" y="21907"/>
                      <a:pt x="34290" y="19050"/>
                      <a:pt x="32385" y="17145"/>
                    </a:cubicBezTo>
                    <a:cubicBezTo>
                      <a:pt x="30480" y="15240"/>
                      <a:pt x="28575" y="14288"/>
                      <a:pt x="25717" y="14288"/>
                    </a:cubicBezTo>
                    <a:cubicBezTo>
                      <a:pt x="22860" y="14288"/>
                      <a:pt x="20955" y="15240"/>
                      <a:pt x="19050" y="17145"/>
                    </a:cubicBezTo>
                    <a:cubicBezTo>
                      <a:pt x="17145" y="19050"/>
                      <a:pt x="16192" y="21907"/>
                      <a:pt x="16192" y="25717"/>
                    </a:cubicBezTo>
                    <a:lnTo>
                      <a:pt x="16192" y="83820"/>
                    </a:lnTo>
                    <a:cubicBezTo>
                      <a:pt x="16192" y="87630"/>
                      <a:pt x="17145" y="90488"/>
                      <a:pt x="19050" y="92392"/>
                    </a:cubicBezTo>
                    <a:cubicBezTo>
                      <a:pt x="20955" y="94297"/>
                      <a:pt x="22860" y="94297"/>
                      <a:pt x="25717" y="94297"/>
                    </a:cubicBezTo>
                    <a:cubicBezTo>
                      <a:pt x="28575" y="94297"/>
                      <a:pt x="30480" y="93345"/>
                      <a:pt x="32385" y="92392"/>
                    </a:cubicBezTo>
                    <a:cubicBezTo>
                      <a:pt x="34290" y="90488"/>
                      <a:pt x="35242" y="88582"/>
                      <a:pt x="35242" y="83820"/>
                    </a:cubicBezTo>
                    <a:lnTo>
                      <a:pt x="35242" y="68580"/>
                    </a:lnTo>
                    <a:lnTo>
                      <a:pt x="51435" y="68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9814DD9-26B0-4B0B-BD39-1BC299DF9320}"/>
                  </a:ext>
                </a:extLst>
              </p:cNvPr>
              <p:cNvSpPr/>
              <p:nvPr/>
            </p:nvSpPr>
            <p:spPr>
              <a:xfrm>
                <a:off x="5051753" y="11525648"/>
                <a:ext cx="17144" cy="107632"/>
              </a:xfrm>
              <a:custGeom>
                <a:avLst/>
                <a:gdLst>
                  <a:gd name="connsiteX0" fmla="*/ 0 w 17144"/>
                  <a:gd name="connsiteY0" fmla="*/ 0 h 107632"/>
                  <a:gd name="connsiteX1" fmla="*/ 17145 w 17144"/>
                  <a:gd name="connsiteY1" fmla="*/ 0 h 107632"/>
                  <a:gd name="connsiteX2" fmla="*/ 17145 w 17144"/>
                  <a:gd name="connsiteY2" fmla="*/ 107632 h 107632"/>
                  <a:gd name="connsiteX3" fmla="*/ 0 w 17144"/>
                  <a:gd name="connsiteY3" fmla="*/ 107632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4" h="107632">
                    <a:moveTo>
                      <a:pt x="0" y="0"/>
                    </a:moveTo>
                    <a:lnTo>
                      <a:pt x="17145" y="0"/>
                    </a:lnTo>
                    <a:lnTo>
                      <a:pt x="17145" y="107632"/>
                    </a:lnTo>
                    <a:lnTo>
                      <a:pt x="0" y="1076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E55A5DC-3D22-45FD-AD92-6C65F99E1B1F}"/>
                  </a:ext>
                </a:extLst>
              </p:cNvPr>
              <p:cNvSpPr/>
              <p:nvPr/>
            </p:nvSpPr>
            <p:spPr>
              <a:xfrm>
                <a:off x="5079375" y="11502788"/>
                <a:ext cx="51435" cy="131445"/>
              </a:xfrm>
              <a:custGeom>
                <a:avLst/>
                <a:gdLst>
                  <a:gd name="connsiteX0" fmla="*/ 17145 w 51435"/>
                  <a:gd name="connsiteY0" fmla="*/ 105728 h 131445"/>
                  <a:gd name="connsiteX1" fmla="*/ 20003 w 51435"/>
                  <a:gd name="connsiteY1" fmla="*/ 114300 h 131445"/>
                  <a:gd name="connsiteX2" fmla="*/ 26670 w 51435"/>
                  <a:gd name="connsiteY2" fmla="*/ 117158 h 131445"/>
                  <a:gd name="connsiteX3" fmla="*/ 33338 w 51435"/>
                  <a:gd name="connsiteY3" fmla="*/ 114300 h 131445"/>
                  <a:gd name="connsiteX4" fmla="*/ 36195 w 51435"/>
                  <a:gd name="connsiteY4" fmla="*/ 105728 h 131445"/>
                  <a:gd name="connsiteX5" fmla="*/ 36195 w 51435"/>
                  <a:gd name="connsiteY5" fmla="*/ 47625 h 131445"/>
                  <a:gd name="connsiteX6" fmla="*/ 33338 w 51435"/>
                  <a:gd name="connsiteY6" fmla="*/ 39053 h 131445"/>
                  <a:gd name="connsiteX7" fmla="*/ 26670 w 51435"/>
                  <a:gd name="connsiteY7" fmla="*/ 36195 h 131445"/>
                  <a:gd name="connsiteX8" fmla="*/ 20003 w 51435"/>
                  <a:gd name="connsiteY8" fmla="*/ 39053 h 131445"/>
                  <a:gd name="connsiteX9" fmla="*/ 17145 w 51435"/>
                  <a:gd name="connsiteY9" fmla="*/ 47625 h 131445"/>
                  <a:gd name="connsiteX10" fmla="*/ 17145 w 51435"/>
                  <a:gd name="connsiteY10" fmla="*/ 105728 h 131445"/>
                  <a:gd name="connsiteX11" fmla="*/ 43815 w 51435"/>
                  <a:gd name="connsiteY11" fmla="*/ 0 h 131445"/>
                  <a:gd name="connsiteX12" fmla="*/ 28575 w 51435"/>
                  <a:gd name="connsiteY12" fmla="*/ 17145 h 131445"/>
                  <a:gd name="connsiteX13" fmla="*/ 17145 w 51435"/>
                  <a:gd name="connsiteY13" fmla="*/ 17145 h 131445"/>
                  <a:gd name="connsiteX14" fmla="*/ 27623 w 51435"/>
                  <a:gd name="connsiteY14" fmla="*/ 0 h 131445"/>
                  <a:gd name="connsiteX15" fmla="*/ 43815 w 51435"/>
                  <a:gd name="connsiteY15" fmla="*/ 0 h 131445"/>
                  <a:gd name="connsiteX16" fmla="*/ 0 w 51435"/>
                  <a:gd name="connsiteY16" fmla="*/ 48578 h 131445"/>
                  <a:gd name="connsiteX17" fmla="*/ 6668 w 51435"/>
                  <a:gd name="connsiteY17" fmla="*/ 28575 h 131445"/>
                  <a:gd name="connsiteX18" fmla="*/ 25718 w 51435"/>
                  <a:gd name="connsiteY18" fmla="*/ 21908 h 131445"/>
                  <a:gd name="connsiteX19" fmla="*/ 44768 w 51435"/>
                  <a:gd name="connsiteY19" fmla="*/ 28575 h 131445"/>
                  <a:gd name="connsiteX20" fmla="*/ 51435 w 51435"/>
                  <a:gd name="connsiteY20" fmla="*/ 48578 h 131445"/>
                  <a:gd name="connsiteX21" fmla="*/ 51435 w 51435"/>
                  <a:gd name="connsiteY21" fmla="*/ 104775 h 131445"/>
                  <a:gd name="connsiteX22" fmla="*/ 44768 w 51435"/>
                  <a:gd name="connsiteY22" fmla="*/ 124778 h 131445"/>
                  <a:gd name="connsiteX23" fmla="*/ 25718 w 51435"/>
                  <a:gd name="connsiteY23" fmla="*/ 131445 h 131445"/>
                  <a:gd name="connsiteX24" fmla="*/ 6668 w 51435"/>
                  <a:gd name="connsiteY24" fmla="*/ 124778 h 131445"/>
                  <a:gd name="connsiteX25" fmla="*/ 0 w 51435"/>
                  <a:gd name="connsiteY25" fmla="*/ 104775 h 131445"/>
                  <a:gd name="connsiteX26" fmla="*/ 0 w 51435"/>
                  <a:gd name="connsiteY26" fmla="*/ 48578 h 13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" h="131445">
                    <a:moveTo>
                      <a:pt x="17145" y="105728"/>
                    </a:moveTo>
                    <a:cubicBezTo>
                      <a:pt x="17145" y="109538"/>
                      <a:pt x="18098" y="112395"/>
                      <a:pt x="20003" y="114300"/>
                    </a:cubicBezTo>
                    <a:cubicBezTo>
                      <a:pt x="21907" y="116205"/>
                      <a:pt x="23813" y="117158"/>
                      <a:pt x="26670" y="117158"/>
                    </a:cubicBezTo>
                    <a:cubicBezTo>
                      <a:pt x="29528" y="117158"/>
                      <a:pt x="31432" y="116205"/>
                      <a:pt x="33338" y="114300"/>
                    </a:cubicBezTo>
                    <a:cubicBezTo>
                      <a:pt x="35243" y="112395"/>
                      <a:pt x="36195" y="109538"/>
                      <a:pt x="36195" y="105728"/>
                    </a:cubicBezTo>
                    <a:lnTo>
                      <a:pt x="36195" y="47625"/>
                    </a:lnTo>
                    <a:cubicBezTo>
                      <a:pt x="36195" y="43815"/>
                      <a:pt x="35243" y="40958"/>
                      <a:pt x="33338" y="39053"/>
                    </a:cubicBezTo>
                    <a:cubicBezTo>
                      <a:pt x="31432" y="37147"/>
                      <a:pt x="29528" y="36195"/>
                      <a:pt x="26670" y="36195"/>
                    </a:cubicBezTo>
                    <a:cubicBezTo>
                      <a:pt x="23813" y="36195"/>
                      <a:pt x="21907" y="37147"/>
                      <a:pt x="20003" y="39053"/>
                    </a:cubicBezTo>
                    <a:cubicBezTo>
                      <a:pt x="18098" y="40958"/>
                      <a:pt x="17145" y="43815"/>
                      <a:pt x="17145" y="47625"/>
                    </a:cubicBezTo>
                    <a:lnTo>
                      <a:pt x="17145" y="105728"/>
                    </a:lnTo>
                    <a:close/>
                    <a:moveTo>
                      <a:pt x="43815" y="0"/>
                    </a:moveTo>
                    <a:lnTo>
                      <a:pt x="28575" y="17145"/>
                    </a:lnTo>
                    <a:lnTo>
                      <a:pt x="17145" y="17145"/>
                    </a:lnTo>
                    <a:lnTo>
                      <a:pt x="27623" y="0"/>
                    </a:lnTo>
                    <a:lnTo>
                      <a:pt x="43815" y="0"/>
                    </a:lnTo>
                    <a:close/>
                    <a:moveTo>
                      <a:pt x="0" y="48578"/>
                    </a:moveTo>
                    <a:cubicBezTo>
                      <a:pt x="0" y="40005"/>
                      <a:pt x="1905" y="33338"/>
                      <a:pt x="6668" y="28575"/>
                    </a:cubicBezTo>
                    <a:cubicBezTo>
                      <a:pt x="11430" y="23813"/>
                      <a:pt x="17145" y="21908"/>
                      <a:pt x="25718" y="21908"/>
                    </a:cubicBezTo>
                    <a:cubicBezTo>
                      <a:pt x="34290" y="21908"/>
                      <a:pt x="40005" y="23813"/>
                      <a:pt x="44768" y="28575"/>
                    </a:cubicBezTo>
                    <a:cubicBezTo>
                      <a:pt x="49530" y="33338"/>
                      <a:pt x="51435" y="40005"/>
                      <a:pt x="51435" y="48578"/>
                    </a:cubicBezTo>
                    <a:lnTo>
                      <a:pt x="51435" y="104775"/>
                    </a:lnTo>
                    <a:cubicBezTo>
                      <a:pt x="51435" y="113347"/>
                      <a:pt x="49530" y="120015"/>
                      <a:pt x="44768" y="124778"/>
                    </a:cubicBezTo>
                    <a:cubicBezTo>
                      <a:pt x="40005" y="129540"/>
                      <a:pt x="34290" y="131445"/>
                      <a:pt x="25718" y="131445"/>
                    </a:cubicBezTo>
                    <a:cubicBezTo>
                      <a:pt x="17145" y="131445"/>
                      <a:pt x="11430" y="129540"/>
                      <a:pt x="6668" y="124778"/>
                    </a:cubicBezTo>
                    <a:cubicBezTo>
                      <a:pt x="1905" y="120015"/>
                      <a:pt x="0" y="113347"/>
                      <a:pt x="0" y="104775"/>
                    </a:cubicBezTo>
                    <a:lnTo>
                      <a:pt x="0" y="485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8E34C1F-DA3A-47FF-A9FA-118F114F085A}"/>
                  </a:ext>
                </a:extLst>
              </p:cNvPr>
              <p:cNvSpPr/>
              <p:nvPr/>
            </p:nvSpPr>
            <p:spPr>
              <a:xfrm>
                <a:off x="5142240" y="11525648"/>
                <a:ext cx="53339" cy="107632"/>
              </a:xfrm>
              <a:custGeom>
                <a:avLst/>
                <a:gdLst>
                  <a:gd name="connsiteX0" fmla="*/ 15240 w 53339"/>
                  <a:gd name="connsiteY0" fmla="*/ 29528 h 107632"/>
                  <a:gd name="connsiteX1" fmla="*/ 15240 w 53339"/>
                  <a:gd name="connsiteY1" fmla="*/ 107633 h 107632"/>
                  <a:gd name="connsiteX2" fmla="*/ 0 w 53339"/>
                  <a:gd name="connsiteY2" fmla="*/ 107633 h 107632"/>
                  <a:gd name="connsiteX3" fmla="*/ 0 w 53339"/>
                  <a:gd name="connsiteY3" fmla="*/ 0 h 107632"/>
                  <a:gd name="connsiteX4" fmla="*/ 20955 w 53339"/>
                  <a:gd name="connsiteY4" fmla="*/ 0 h 107632"/>
                  <a:gd name="connsiteX5" fmla="*/ 38100 w 53339"/>
                  <a:gd name="connsiteY5" fmla="*/ 64770 h 107632"/>
                  <a:gd name="connsiteX6" fmla="*/ 38100 w 53339"/>
                  <a:gd name="connsiteY6" fmla="*/ 0 h 107632"/>
                  <a:gd name="connsiteX7" fmla="*/ 53340 w 53339"/>
                  <a:gd name="connsiteY7" fmla="*/ 0 h 107632"/>
                  <a:gd name="connsiteX8" fmla="*/ 53340 w 53339"/>
                  <a:gd name="connsiteY8" fmla="*/ 107633 h 107632"/>
                  <a:gd name="connsiteX9" fmla="*/ 36195 w 53339"/>
                  <a:gd name="connsiteY9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339" h="107632">
                    <a:moveTo>
                      <a:pt x="15240" y="29528"/>
                    </a:move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20955" y="0"/>
                    </a:lnTo>
                    <a:lnTo>
                      <a:pt x="38100" y="64770"/>
                    </a:lnTo>
                    <a:lnTo>
                      <a:pt x="38100" y="0"/>
                    </a:lnTo>
                    <a:lnTo>
                      <a:pt x="53340" y="0"/>
                    </a:lnTo>
                    <a:lnTo>
                      <a:pt x="53340" y="107633"/>
                    </a:lnTo>
                    <a:lnTo>
                      <a:pt x="3619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42" name="Graphic 8">
                <a:extLst>
                  <a:ext uri="{FF2B5EF4-FFF2-40B4-BE49-F238E27FC236}">
                    <a16:creationId xmlns:a16="http://schemas.microsoft.com/office/drawing/2014/main" id="{8A89F1D2-1950-472D-8021-6F6D1FF42F11}"/>
                  </a:ext>
                </a:extLst>
              </p:cNvPr>
              <p:cNvGrpSpPr/>
              <p:nvPr/>
            </p:nvGrpSpPr>
            <p:grpSpPr>
              <a:xfrm>
                <a:off x="4620270" y="11655188"/>
                <a:ext cx="497205" cy="109537"/>
                <a:chOff x="4620270" y="11655188"/>
                <a:chExt cx="497205" cy="109537"/>
              </a:xfrm>
              <a:grpFill/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7BBD5BA-6F2B-44BF-980F-CD714481FECE}"/>
                    </a:ext>
                  </a:extLst>
                </p:cNvPr>
                <p:cNvSpPr/>
                <p:nvPr/>
              </p:nvSpPr>
              <p:spPr>
                <a:xfrm>
                  <a:off x="4620270" y="11655188"/>
                  <a:ext cx="51435" cy="109537"/>
                </a:xfrm>
                <a:custGeom>
                  <a:avLst/>
                  <a:gdLst>
                    <a:gd name="connsiteX0" fmla="*/ 27623 w 51435"/>
                    <a:gd name="connsiteY0" fmla="*/ 48578 h 109537"/>
                    <a:gd name="connsiteX1" fmla="*/ 51435 w 51435"/>
                    <a:gd name="connsiteY1" fmla="*/ 48578 h 109537"/>
                    <a:gd name="connsiteX2" fmla="*/ 51435 w 51435"/>
                    <a:gd name="connsiteY2" fmla="*/ 82868 h 109537"/>
                    <a:gd name="connsiteX3" fmla="*/ 44768 w 51435"/>
                    <a:gd name="connsiteY3" fmla="*/ 102870 h 109537"/>
                    <a:gd name="connsiteX4" fmla="*/ 25718 w 51435"/>
                    <a:gd name="connsiteY4" fmla="*/ 109538 h 109537"/>
                    <a:gd name="connsiteX5" fmla="*/ 6668 w 51435"/>
                    <a:gd name="connsiteY5" fmla="*/ 102870 h 109537"/>
                    <a:gd name="connsiteX6" fmla="*/ 0 w 51435"/>
                    <a:gd name="connsiteY6" fmla="*/ 82868 h 109537"/>
                    <a:gd name="connsiteX7" fmla="*/ 0 w 51435"/>
                    <a:gd name="connsiteY7" fmla="*/ 26670 h 109537"/>
                    <a:gd name="connsiteX8" fmla="*/ 6668 w 51435"/>
                    <a:gd name="connsiteY8" fmla="*/ 6668 h 109537"/>
                    <a:gd name="connsiteX9" fmla="*/ 25718 w 51435"/>
                    <a:gd name="connsiteY9" fmla="*/ 0 h 109537"/>
                    <a:gd name="connsiteX10" fmla="*/ 44768 w 51435"/>
                    <a:gd name="connsiteY10" fmla="*/ 6668 h 109537"/>
                    <a:gd name="connsiteX11" fmla="*/ 51435 w 51435"/>
                    <a:gd name="connsiteY11" fmla="*/ 26670 h 109537"/>
                    <a:gd name="connsiteX12" fmla="*/ 51435 w 51435"/>
                    <a:gd name="connsiteY12" fmla="*/ 37147 h 109537"/>
                    <a:gd name="connsiteX13" fmla="*/ 35243 w 51435"/>
                    <a:gd name="connsiteY13" fmla="*/ 37147 h 109537"/>
                    <a:gd name="connsiteX14" fmla="*/ 35243 w 51435"/>
                    <a:gd name="connsiteY14" fmla="*/ 25718 h 109537"/>
                    <a:gd name="connsiteX15" fmla="*/ 32385 w 51435"/>
                    <a:gd name="connsiteY15" fmla="*/ 17145 h 109537"/>
                    <a:gd name="connsiteX16" fmla="*/ 25718 w 51435"/>
                    <a:gd name="connsiteY16" fmla="*/ 14288 h 109537"/>
                    <a:gd name="connsiteX17" fmla="*/ 19050 w 51435"/>
                    <a:gd name="connsiteY17" fmla="*/ 17145 h 109537"/>
                    <a:gd name="connsiteX18" fmla="*/ 16193 w 51435"/>
                    <a:gd name="connsiteY18" fmla="*/ 25718 h 109537"/>
                    <a:gd name="connsiteX19" fmla="*/ 16193 w 51435"/>
                    <a:gd name="connsiteY19" fmla="*/ 83820 h 109537"/>
                    <a:gd name="connsiteX20" fmla="*/ 19050 w 51435"/>
                    <a:gd name="connsiteY20" fmla="*/ 92393 h 109537"/>
                    <a:gd name="connsiteX21" fmla="*/ 25718 w 51435"/>
                    <a:gd name="connsiteY21" fmla="*/ 94297 h 109537"/>
                    <a:gd name="connsiteX22" fmla="*/ 32385 w 51435"/>
                    <a:gd name="connsiteY22" fmla="*/ 92393 h 109537"/>
                    <a:gd name="connsiteX23" fmla="*/ 35243 w 51435"/>
                    <a:gd name="connsiteY23" fmla="*/ 83820 h 109537"/>
                    <a:gd name="connsiteX24" fmla="*/ 35243 w 51435"/>
                    <a:gd name="connsiteY24" fmla="*/ 63818 h 109537"/>
                    <a:gd name="connsiteX25" fmla="*/ 27623 w 51435"/>
                    <a:gd name="connsiteY25" fmla="*/ 63818 h 109537"/>
                    <a:gd name="connsiteX26" fmla="*/ 27623 w 51435"/>
                    <a:gd name="connsiteY26" fmla="*/ 48578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" h="109537">
                      <a:moveTo>
                        <a:pt x="27623" y="48578"/>
                      </a:moveTo>
                      <a:lnTo>
                        <a:pt x="51435" y="48578"/>
                      </a:ln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958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2858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0478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8578" y="11430"/>
                        <a:pt x="51435" y="18097"/>
                        <a:pt x="51435" y="26670"/>
                      </a:cubicBezTo>
                      <a:lnTo>
                        <a:pt x="51435" y="37147"/>
                      </a:lnTo>
                      <a:lnTo>
                        <a:pt x="35243" y="37147"/>
                      </a:lnTo>
                      <a:lnTo>
                        <a:pt x="35243" y="25718"/>
                      </a:lnTo>
                      <a:cubicBezTo>
                        <a:pt x="35243" y="21908"/>
                        <a:pt x="34290" y="19050"/>
                        <a:pt x="32385" y="17145"/>
                      </a:cubicBezTo>
                      <a:cubicBezTo>
                        <a:pt x="30480" y="15240"/>
                        <a:pt x="28575" y="14288"/>
                        <a:pt x="25718" y="14288"/>
                      </a:cubicBezTo>
                      <a:cubicBezTo>
                        <a:pt x="22860" y="14288"/>
                        <a:pt x="20955" y="15240"/>
                        <a:pt x="19050" y="17145"/>
                      </a:cubicBezTo>
                      <a:cubicBezTo>
                        <a:pt x="17145" y="19050"/>
                        <a:pt x="16193" y="21908"/>
                        <a:pt x="16193" y="25718"/>
                      </a:cubicBezTo>
                      <a:lnTo>
                        <a:pt x="16193" y="83820"/>
                      </a:lnTo>
                      <a:cubicBezTo>
                        <a:pt x="16193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8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3" y="88583"/>
                        <a:pt x="35243" y="83820"/>
                      </a:cubicBezTo>
                      <a:lnTo>
                        <a:pt x="35243" y="63818"/>
                      </a:lnTo>
                      <a:lnTo>
                        <a:pt x="27623" y="63818"/>
                      </a:lnTo>
                      <a:lnTo>
                        <a:pt x="27623" y="4857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6D3B384-6EC2-4921-AE13-513C051DD211}"/>
                    </a:ext>
                  </a:extLst>
                </p:cNvPr>
                <p:cNvSpPr/>
                <p:nvPr/>
              </p:nvSpPr>
              <p:spPr>
                <a:xfrm>
                  <a:off x="4682182" y="11656141"/>
                  <a:ext cx="52387" cy="107632"/>
                </a:xfrm>
                <a:custGeom>
                  <a:avLst/>
                  <a:gdLst>
                    <a:gd name="connsiteX0" fmla="*/ 17145 w 52387"/>
                    <a:gd name="connsiteY0" fmla="*/ 15240 h 107632"/>
                    <a:gd name="connsiteX1" fmla="*/ 17145 w 52387"/>
                    <a:gd name="connsiteY1" fmla="*/ 48578 h 107632"/>
                    <a:gd name="connsiteX2" fmla="*/ 23813 w 52387"/>
                    <a:gd name="connsiteY2" fmla="*/ 48578 h 107632"/>
                    <a:gd name="connsiteX3" fmla="*/ 31433 w 52387"/>
                    <a:gd name="connsiteY3" fmla="*/ 45720 h 107632"/>
                    <a:gd name="connsiteX4" fmla="*/ 34290 w 52387"/>
                    <a:gd name="connsiteY4" fmla="*/ 37147 h 107632"/>
                    <a:gd name="connsiteX5" fmla="*/ 34290 w 52387"/>
                    <a:gd name="connsiteY5" fmla="*/ 26670 h 107632"/>
                    <a:gd name="connsiteX6" fmla="*/ 32385 w 52387"/>
                    <a:gd name="connsiteY6" fmla="*/ 18097 h 107632"/>
                    <a:gd name="connsiteX7" fmla="*/ 25718 w 52387"/>
                    <a:gd name="connsiteY7" fmla="*/ 15240 h 107632"/>
                    <a:gd name="connsiteX8" fmla="*/ 17145 w 52387"/>
                    <a:gd name="connsiteY8" fmla="*/ 15240 h 107632"/>
                    <a:gd name="connsiteX9" fmla="*/ 36195 w 52387"/>
                    <a:gd name="connsiteY9" fmla="*/ 107632 h 107632"/>
                    <a:gd name="connsiteX10" fmla="*/ 35243 w 52387"/>
                    <a:gd name="connsiteY10" fmla="*/ 105728 h 107632"/>
                    <a:gd name="connsiteX11" fmla="*/ 34290 w 52387"/>
                    <a:gd name="connsiteY11" fmla="*/ 103822 h 107632"/>
                    <a:gd name="connsiteX12" fmla="*/ 34290 w 52387"/>
                    <a:gd name="connsiteY12" fmla="*/ 100013 h 107632"/>
                    <a:gd name="connsiteX13" fmla="*/ 34290 w 52387"/>
                    <a:gd name="connsiteY13" fmla="*/ 94297 h 107632"/>
                    <a:gd name="connsiteX14" fmla="*/ 34290 w 52387"/>
                    <a:gd name="connsiteY14" fmla="*/ 77153 h 107632"/>
                    <a:gd name="connsiteX15" fmla="*/ 31433 w 52387"/>
                    <a:gd name="connsiteY15" fmla="*/ 66675 h 107632"/>
                    <a:gd name="connsiteX16" fmla="*/ 22860 w 52387"/>
                    <a:gd name="connsiteY16" fmla="*/ 63818 h 107632"/>
                    <a:gd name="connsiteX17" fmla="*/ 17145 w 52387"/>
                    <a:gd name="connsiteY17" fmla="*/ 63818 h 107632"/>
                    <a:gd name="connsiteX18" fmla="*/ 17145 w 52387"/>
                    <a:gd name="connsiteY18" fmla="*/ 107632 h 107632"/>
                    <a:gd name="connsiteX19" fmla="*/ 0 w 52387"/>
                    <a:gd name="connsiteY19" fmla="*/ 107632 h 107632"/>
                    <a:gd name="connsiteX20" fmla="*/ 0 w 52387"/>
                    <a:gd name="connsiteY20" fmla="*/ 0 h 107632"/>
                    <a:gd name="connsiteX21" fmla="*/ 25718 w 52387"/>
                    <a:gd name="connsiteY21" fmla="*/ 0 h 107632"/>
                    <a:gd name="connsiteX22" fmla="*/ 44768 w 52387"/>
                    <a:gd name="connsiteY22" fmla="*/ 5715 h 107632"/>
                    <a:gd name="connsiteX23" fmla="*/ 50483 w 52387"/>
                    <a:gd name="connsiteY23" fmla="*/ 24765 h 107632"/>
                    <a:gd name="connsiteX24" fmla="*/ 50483 w 52387"/>
                    <a:gd name="connsiteY24" fmla="*/ 33338 h 107632"/>
                    <a:gd name="connsiteX25" fmla="*/ 39053 w 52387"/>
                    <a:gd name="connsiteY25" fmla="*/ 55245 h 107632"/>
                    <a:gd name="connsiteX26" fmla="*/ 47625 w 52387"/>
                    <a:gd name="connsiteY26" fmla="*/ 63818 h 107632"/>
                    <a:gd name="connsiteX27" fmla="*/ 50483 w 52387"/>
                    <a:gd name="connsiteY27" fmla="*/ 78105 h 107632"/>
                    <a:gd name="connsiteX28" fmla="*/ 50483 w 52387"/>
                    <a:gd name="connsiteY28" fmla="*/ 94297 h 107632"/>
                    <a:gd name="connsiteX29" fmla="*/ 50483 w 52387"/>
                    <a:gd name="connsiteY29" fmla="*/ 100965 h 107632"/>
                    <a:gd name="connsiteX30" fmla="*/ 52388 w 52387"/>
                    <a:gd name="connsiteY30" fmla="*/ 106680 h 107632"/>
                    <a:gd name="connsiteX31" fmla="*/ 36195 w 52387"/>
                    <a:gd name="connsiteY31" fmla="*/ 10668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2387" h="107632">
                      <a:moveTo>
                        <a:pt x="17145" y="15240"/>
                      </a:moveTo>
                      <a:lnTo>
                        <a:pt x="17145" y="48578"/>
                      </a:lnTo>
                      <a:lnTo>
                        <a:pt x="23813" y="48578"/>
                      </a:lnTo>
                      <a:cubicBezTo>
                        <a:pt x="26670" y="48578"/>
                        <a:pt x="29528" y="47625"/>
                        <a:pt x="31433" y="45720"/>
                      </a:cubicBezTo>
                      <a:cubicBezTo>
                        <a:pt x="33338" y="43815"/>
                        <a:pt x="34290" y="40957"/>
                        <a:pt x="34290" y="37147"/>
                      </a:cubicBezTo>
                      <a:lnTo>
                        <a:pt x="34290" y="26670"/>
                      </a:lnTo>
                      <a:cubicBezTo>
                        <a:pt x="34290" y="22860"/>
                        <a:pt x="33338" y="20003"/>
                        <a:pt x="32385" y="18097"/>
                      </a:cubicBezTo>
                      <a:cubicBezTo>
                        <a:pt x="31433" y="16193"/>
                        <a:pt x="28575" y="15240"/>
                        <a:pt x="25718" y="15240"/>
                      </a:cubicBezTo>
                      <a:lnTo>
                        <a:pt x="17145" y="15240"/>
                      </a:lnTo>
                      <a:close/>
                      <a:moveTo>
                        <a:pt x="36195" y="107632"/>
                      </a:moveTo>
                      <a:cubicBezTo>
                        <a:pt x="36195" y="106680"/>
                        <a:pt x="36195" y="106680"/>
                        <a:pt x="35243" y="105728"/>
                      </a:cubicBezTo>
                      <a:cubicBezTo>
                        <a:pt x="35243" y="104775"/>
                        <a:pt x="35243" y="104775"/>
                        <a:pt x="34290" y="103822"/>
                      </a:cubicBezTo>
                      <a:cubicBezTo>
                        <a:pt x="34290" y="102870"/>
                        <a:pt x="34290" y="101918"/>
                        <a:pt x="34290" y="100013"/>
                      </a:cubicBezTo>
                      <a:cubicBezTo>
                        <a:pt x="34290" y="98107"/>
                        <a:pt x="34290" y="97155"/>
                        <a:pt x="34290" y="94297"/>
                      </a:cubicBezTo>
                      <a:lnTo>
                        <a:pt x="34290" y="77153"/>
                      </a:lnTo>
                      <a:cubicBezTo>
                        <a:pt x="34290" y="72390"/>
                        <a:pt x="33338" y="68580"/>
                        <a:pt x="31433" y="66675"/>
                      </a:cubicBezTo>
                      <a:cubicBezTo>
                        <a:pt x="29528" y="64770"/>
                        <a:pt x="26670" y="63818"/>
                        <a:pt x="22860" y="63818"/>
                      </a:cubicBezTo>
                      <a:lnTo>
                        <a:pt x="17145" y="63818"/>
                      </a:lnTo>
                      <a:lnTo>
                        <a:pt x="17145" y="107632"/>
                      </a:lnTo>
                      <a:lnTo>
                        <a:pt x="0" y="107632"/>
                      </a:lnTo>
                      <a:lnTo>
                        <a:pt x="0" y="0"/>
                      </a:lnTo>
                      <a:lnTo>
                        <a:pt x="25718" y="0"/>
                      </a:lnTo>
                      <a:cubicBezTo>
                        <a:pt x="34290" y="0"/>
                        <a:pt x="40958" y="1905"/>
                        <a:pt x="44768" y="5715"/>
                      </a:cubicBezTo>
                      <a:cubicBezTo>
                        <a:pt x="48578" y="9525"/>
                        <a:pt x="50483" y="16193"/>
                        <a:pt x="50483" y="24765"/>
                      </a:cubicBezTo>
                      <a:lnTo>
                        <a:pt x="50483" y="33338"/>
                      </a:lnTo>
                      <a:cubicBezTo>
                        <a:pt x="50483" y="44768"/>
                        <a:pt x="46673" y="51435"/>
                        <a:pt x="39053" y="55245"/>
                      </a:cubicBezTo>
                      <a:cubicBezTo>
                        <a:pt x="43815" y="57150"/>
                        <a:pt x="46673" y="60007"/>
                        <a:pt x="47625" y="63818"/>
                      </a:cubicBezTo>
                      <a:cubicBezTo>
                        <a:pt x="49530" y="67628"/>
                        <a:pt x="50483" y="72390"/>
                        <a:pt x="50483" y="78105"/>
                      </a:cubicBezTo>
                      <a:lnTo>
                        <a:pt x="50483" y="94297"/>
                      </a:lnTo>
                      <a:cubicBezTo>
                        <a:pt x="50483" y="97155"/>
                        <a:pt x="50483" y="99060"/>
                        <a:pt x="50483" y="100965"/>
                      </a:cubicBezTo>
                      <a:cubicBezTo>
                        <a:pt x="50483" y="102870"/>
                        <a:pt x="51435" y="104775"/>
                        <a:pt x="52388" y="106680"/>
                      </a:cubicBezTo>
                      <a:lnTo>
                        <a:pt x="36195" y="10668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5F8C989-5CE6-4A42-937B-C45CAB4E8C69}"/>
                    </a:ext>
                  </a:extLst>
                </p:cNvPr>
                <p:cNvSpPr/>
                <p:nvPr/>
              </p:nvSpPr>
              <p:spPr>
                <a:xfrm>
                  <a:off x="4744095" y="11656141"/>
                  <a:ext cx="51435" cy="108584"/>
                </a:xfrm>
                <a:custGeom>
                  <a:avLst/>
                  <a:gdLst>
                    <a:gd name="connsiteX0" fmla="*/ 16193 w 51435"/>
                    <a:gd name="connsiteY0" fmla="*/ 0 h 108584"/>
                    <a:gd name="connsiteX1" fmla="*/ 16193 w 51435"/>
                    <a:gd name="connsiteY1" fmla="*/ 82868 h 108584"/>
                    <a:gd name="connsiteX2" fmla="*/ 19050 w 51435"/>
                    <a:gd name="connsiteY2" fmla="*/ 91440 h 108584"/>
                    <a:gd name="connsiteX3" fmla="*/ 25718 w 51435"/>
                    <a:gd name="connsiteY3" fmla="*/ 93345 h 108584"/>
                    <a:gd name="connsiteX4" fmla="*/ 32385 w 51435"/>
                    <a:gd name="connsiteY4" fmla="*/ 91440 h 108584"/>
                    <a:gd name="connsiteX5" fmla="*/ 35243 w 51435"/>
                    <a:gd name="connsiteY5" fmla="*/ 82868 h 108584"/>
                    <a:gd name="connsiteX6" fmla="*/ 35243 w 51435"/>
                    <a:gd name="connsiteY6" fmla="*/ 0 h 108584"/>
                    <a:gd name="connsiteX7" fmla="*/ 51435 w 51435"/>
                    <a:gd name="connsiteY7" fmla="*/ 0 h 108584"/>
                    <a:gd name="connsiteX8" fmla="*/ 51435 w 51435"/>
                    <a:gd name="connsiteY8" fmla="*/ 81915 h 108584"/>
                    <a:gd name="connsiteX9" fmla="*/ 44768 w 51435"/>
                    <a:gd name="connsiteY9" fmla="*/ 101918 h 108584"/>
                    <a:gd name="connsiteX10" fmla="*/ 25718 w 51435"/>
                    <a:gd name="connsiteY10" fmla="*/ 108585 h 108584"/>
                    <a:gd name="connsiteX11" fmla="*/ 6668 w 51435"/>
                    <a:gd name="connsiteY11" fmla="*/ 101918 h 108584"/>
                    <a:gd name="connsiteX12" fmla="*/ 0 w 51435"/>
                    <a:gd name="connsiteY12" fmla="*/ 81915 h 108584"/>
                    <a:gd name="connsiteX13" fmla="*/ 0 w 51435"/>
                    <a:gd name="connsiteY13" fmla="*/ 0 h 108584"/>
                    <a:gd name="connsiteX14" fmla="*/ 16193 w 51435"/>
                    <a:gd name="connsiteY14" fmla="*/ 0 h 108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435" h="108584">
                      <a:moveTo>
                        <a:pt x="16193" y="0"/>
                      </a:moveTo>
                      <a:lnTo>
                        <a:pt x="16193" y="82868"/>
                      </a:lnTo>
                      <a:cubicBezTo>
                        <a:pt x="16193" y="86678"/>
                        <a:pt x="17145" y="89535"/>
                        <a:pt x="19050" y="91440"/>
                      </a:cubicBezTo>
                      <a:cubicBezTo>
                        <a:pt x="20955" y="93345"/>
                        <a:pt x="22860" y="93345"/>
                        <a:pt x="25718" y="93345"/>
                      </a:cubicBezTo>
                      <a:cubicBezTo>
                        <a:pt x="28575" y="93345"/>
                        <a:pt x="30480" y="92393"/>
                        <a:pt x="32385" y="91440"/>
                      </a:cubicBezTo>
                      <a:cubicBezTo>
                        <a:pt x="34290" y="89535"/>
                        <a:pt x="35243" y="87630"/>
                        <a:pt x="35243" y="82868"/>
                      </a:cubicBezTo>
                      <a:lnTo>
                        <a:pt x="35243" y="0"/>
                      </a:lnTo>
                      <a:lnTo>
                        <a:pt x="51435" y="0"/>
                      </a:lnTo>
                      <a:lnTo>
                        <a:pt x="51435" y="81915"/>
                      </a:lnTo>
                      <a:cubicBezTo>
                        <a:pt x="51435" y="90488"/>
                        <a:pt x="49530" y="97155"/>
                        <a:pt x="44768" y="101918"/>
                      </a:cubicBezTo>
                      <a:cubicBezTo>
                        <a:pt x="40958" y="106680"/>
                        <a:pt x="34290" y="108585"/>
                        <a:pt x="25718" y="108585"/>
                      </a:cubicBezTo>
                      <a:cubicBezTo>
                        <a:pt x="17145" y="108585"/>
                        <a:pt x="11430" y="106680"/>
                        <a:pt x="6668" y="101918"/>
                      </a:cubicBezTo>
                      <a:cubicBezTo>
                        <a:pt x="2858" y="97155"/>
                        <a:pt x="0" y="90488"/>
                        <a:pt x="0" y="81915"/>
                      </a:cubicBezTo>
                      <a:lnTo>
                        <a:pt x="0" y="0"/>
                      </a:lnTo>
                      <a:lnTo>
                        <a:pt x="16193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EDF00363-6326-4AD6-B67F-FF7AE3B4426C}"/>
                    </a:ext>
                  </a:extLst>
                </p:cNvPr>
                <p:cNvSpPr/>
                <p:nvPr/>
              </p:nvSpPr>
              <p:spPr>
                <a:xfrm>
                  <a:off x="4806007" y="11656141"/>
                  <a:ext cx="50482" cy="108584"/>
                </a:xfrm>
                <a:custGeom>
                  <a:avLst/>
                  <a:gdLst>
                    <a:gd name="connsiteX0" fmla="*/ 17145 w 50482"/>
                    <a:gd name="connsiteY0" fmla="*/ 15240 h 108584"/>
                    <a:gd name="connsiteX1" fmla="*/ 17145 w 50482"/>
                    <a:gd name="connsiteY1" fmla="*/ 51435 h 108584"/>
                    <a:gd name="connsiteX2" fmla="*/ 24765 w 50482"/>
                    <a:gd name="connsiteY2" fmla="*/ 51435 h 108584"/>
                    <a:gd name="connsiteX3" fmla="*/ 30480 w 50482"/>
                    <a:gd name="connsiteY3" fmla="*/ 49530 h 108584"/>
                    <a:gd name="connsiteX4" fmla="*/ 32385 w 50482"/>
                    <a:gd name="connsiteY4" fmla="*/ 41910 h 108584"/>
                    <a:gd name="connsiteX5" fmla="*/ 32385 w 50482"/>
                    <a:gd name="connsiteY5" fmla="*/ 25718 h 108584"/>
                    <a:gd name="connsiteX6" fmla="*/ 30480 w 50482"/>
                    <a:gd name="connsiteY6" fmla="*/ 18097 h 108584"/>
                    <a:gd name="connsiteX7" fmla="*/ 24765 w 50482"/>
                    <a:gd name="connsiteY7" fmla="*/ 16193 h 108584"/>
                    <a:gd name="connsiteX8" fmla="*/ 17145 w 50482"/>
                    <a:gd name="connsiteY8" fmla="*/ 16193 h 108584"/>
                    <a:gd name="connsiteX9" fmla="*/ 24765 w 50482"/>
                    <a:gd name="connsiteY9" fmla="*/ 0 h 108584"/>
                    <a:gd name="connsiteX10" fmla="*/ 43815 w 50482"/>
                    <a:gd name="connsiteY10" fmla="*/ 6668 h 108584"/>
                    <a:gd name="connsiteX11" fmla="*/ 50483 w 50482"/>
                    <a:gd name="connsiteY11" fmla="*/ 26670 h 108584"/>
                    <a:gd name="connsiteX12" fmla="*/ 50483 w 50482"/>
                    <a:gd name="connsiteY12" fmla="*/ 40957 h 108584"/>
                    <a:gd name="connsiteX13" fmla="*/ 43815 w 50482"/>
                    <a:gd name="connsiteY13" fmla="*/ 60960 h 108584"/>
                    <a:gd name="connsiteX14" fmla="*/ 24765 w 50482"/>
                    <a:gd name="connsiteY14" fmla="*/ 67628 h 108584"/>
                    <a:gd name="connsiteX15" fmla="*/ 17145 w 50482"/>
                    <a:gd name="connsiteY15" fmla="*/ 67628 h 108584"/>
                    <a:gd name="connsiteX16" fmla="*/ 17145 w 50482"/>
                    <a:gd name="connsiteY16" fmla="*/ 108585 h 108584"/>
                    <a:gd name="connsiteX17" fmla="*/ 0 w 50482"/>
                    <a:gd name="connsiteY17" fmla="*/ 108585 h 108584"/>
                    <a:gd name="connsiteX18" fmla="*/ 0 w 50482"/>
                    <a:gd name="connsiteY18" fmla="*/ 0 h 108584"/>
                    <a:gd name="connsiteX19" fmla="*/ 24765 w 50482"/>
                    <a:gd name="connsiteY19" fmla="*/ 0 h 108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482" h="108584">
                      <a:moveTo>
                        <a:pt x="17145" y="15240"/>
                      </a:moveTo>
                      <a:lnTo>
                        <a:pt x="17145" y="51435"/>
                      </a:lnTo>
                      <a:lnTo>
                        <a:pt x="24765" y="51435"/>
                      </a:lnTo>
                      <a:cubicBezTo>
                        <a:pt x="27623" y="51435"/>
                        <a:pt x="29528" y="50482"/>
                        <a:pt x="30480" y="49530"/>
                      </a:cubicBezTo>
                      <a:cubicBezTo>
                        <a:pt x="32385" y="47625"/>
                        <a:pt x="32385" y="45720"/>
                        <a:pt x="32385" y="41910"/>
                      </a:cubicBezTo>
                      <a:lnTo>
                        <a:pt x="32385" y="25718"/>
                      </a:lnTo>
                      <a:cubicBezTo>
                        <a:pt x="32385" y="21907"/>
                        <a:pt x="31433" y="19050"/>
                        <a:pt x="30480" y="18097"/>
                      </a:cubicBezTo>
                      <a:cubicBezTo>
                        <a:pt x="28575" y="16193"/>
                        <a:pt x="26670" y="16193"/>
                        <a:pt x="24765" y="16193"/>
                      </a:cubicBezTo>
                      <a:lnTo>
                        <a:pt x="17145" y="16193"/>
                      </a:lnTo>
                      <a:close/>
                      <a:moveTo>
                        <a:pt x="24765" y="0"/>
                      </a:moveTo>
                      <a:cubicBezTo>
                        <a:pt x="33338" y="0"/>
                        <a:pt x="40005" y="1905"/>
                        <a:pt x="43815" y="6668"/>
                      </a:cubicBezTo>
                      <a:cubicBezTo>
                        <a:pt x="47625" y="11430"/>
                        <a:pt x="50483" y="18097"/>
                        <a:pt x="50483" y="26670"/>
                      </a:cubicBezTo>
                      <a:lnTo>
                        <a:pt x="50483" y="40957"/>
                      </a:lnTo>
                      <a:cubicBezTo>
                        <a:pt x="50483" y="49530"/>
                        <a:pt x="48578" y="56197"/>
                        <a:pt x="43815" y="60960"/>
                      </a:cubicBezTo>
                      <a:cubicBezTo>
                        <a:pt x="40005" y="65722"/>
                        <a:pt x="33338" y="67628"/>
                        <a:pt x="24765" y="67628"/>
                      </a:cubicBezTo>
                      <a:lnTo>
                        <a:pt x="17145" y="67628"/>
                      </a:lnTo>
                      <a:lnTo>
                        <a:pt x="17145" y="108585"/>
                      </a:lnTo>
                      <a:lnTo>
                        <a:pt x="0" y="108585"/>
                      </a:lnTo>
                      <a:lnTo>
                        <a:pt x="0" y="0"/>
                      </a:lnTo>
                      <a:lnTo>
                        <a:pt x="24765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8F80418-2952-4ED0-8D52-DECA0E73CDDD}"/>
                    </a:ext>
                  </a:extLst>
                </p:cNvPr>
                <p:cNvSpPr/>
                <p:nvPr/>
              </p:nvSpPr>
              <p:spPr>
                <a:xfrm>
                  <a:off x="4863157" y="11655188"/>
                  <a:ext cx="51435" cy="109537"/>
                </a:xfrm>
                <a:custGeom>
                  <a:avLst/>
                  <a:gdLst>
                    <a:gd name="connsiteX0" fmla="*/ 17145 w 51435"/>
                    <a:gd name="connsiteY0" fmla="*/ 83820 h 109537"/>
                    <a:gd name="connsiteX1" fmla="*/ 20003 w 51435"/>
                    <a:gd name="connsiteY1" fmla="*/ 92393 h 109537"/>
                    <a:gd name="connsiteX2" fmla="*/ 26670 w 51435"/>
                    <a:gd name="connsiteY2" fmla="*/ 95250 h 109537"/>
                    <a:gd name="connsiteX3" fmla="*/ 33338 w 51435"/>
                    <a:gd name="connsiteY3" fmla="*/ 92393 h 109537"/>
                    <a:gd name="connsiteX4" fmla="*/ 36195 w 51435"/>
                    <a:gd name="connsiteY4" fmla="*/ 83820 h 109537"/>
                    <a:gd name="connsiteX5" fmla="*/ 36195 w 51435"/>
                    <a:gd name="connsiteY5" fmla="*/ 25718 h 109537"/>
                    <a:gd name="connsiteX6" fmla="*/ 33338 w 51435"/>
                    <a:gd name="connsiteY6" fmla="*/ 17145 h 109537"/>
                    <a:gd name="connsiteX7" fmla="*/ 26670 w 51435"/>
                    <a:gd name="connsiteY7" fmla="*/ 14288 h 109537"/>
                    <a:gd name="connsiteX8" fmla="*/ 20003 w 51435"/>
                    <a:gd name="connsiteY8" fmla="*/ 17145 h 109537"/>
                    <a:gd name="connsiteX9" fmla="*/ 17145 w 51435"/>
                    <a:gd name="connsiteY9" fmla="*/ 25718 h 109537"/>
                    <a:gd name="connsiteX10" fmla="*/ 17145 w 51435"/>
                    <a:gd name="connsiteY10" fmla="*/ 83820 h 109537"/>
                    <a:gd name="connsiteX11" fmla="*/ 0 w 51435"/>
                    <a:gd name="connsiteY11" fmla="*/ 26670 h 109537"/>
                    <a:gd name="connsiteX12" fmla="*/ 6668 w 51435"/>
                    <a:gd name="connsiteY12" fmla="*/ 6668 h 109537"/>
                    <a:gd name="connsiteX13" fmla="*/ 25718 w 51435"/>
                    <a:gd name="connsiteY13" fmla="*/ 0 h 109537"/>
                    <a:gd name="connsiteX14" fmla="*/ 44768 w 51435"/>
                    <a:gd name="connsiteY14" fmla="*/ 6668 h 109537"/>
                    <a:gd name="connsiteX15" fmla="*/ 51435 w 51435"/>
                    <a:gd name="connsiteY15" fmla="*/ 26670 h 109537"/>
                    <a:gd name="connsiteX16" fmla="*/ 51435 w 51435"/>
                    <a:gd name="connsiteY16" fmla="*/ 82868 h 109537"/>
                    <a:gd name="connsiteX17" fmla="*/ 44768 w 51435"/>
                    <a:gd name="connsiteY17" fmla="*/ 102870 h 109537"/>
                    <a:gd name="connsiteX18" fmla="*/ 25718 w 51435"/>
                    <a:gd name="connsiteY18" fmla="*/ 109538 h 109537"/>
                    <a:gd name="connsiteX19" fmla="*/ 6668 w 51435"/>
                    <a:gd name="connsiteY19" fmla="*/ 102870 h 109537"/>
                    <a:gd name="connsiteX20" fmla="*/ 0 w 51435"/>
                    <a:gd name="connsiteY20" fmla="*/ 82868 h 109537"/>
                    <a:gd name="connsiteX21" fmla="*/ 0 w 51435"/>
                    <a:gd name="connsiteY21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35" h="109537">
                      <a:moveTo>
                        <a:pt x="17145" y="83820"/>
                      </a:moveTo>
                      <a:cubicBezTo>
                        <a:pt x="17145" y="87630"/>
                        <a:pt x="18098" y="90488"/>
                        <a:pt x="20003" y="92393"/>
                      </a:cubicBezTo>
                      <a:cubicBezTo>
                        <a:pt x="21908" y="94297"/>
                        <a:pt x="23813" y="95250"/>
                        <a:pt x="26670" y="95250"/>
                      </a:cubicBezTo>
                      <a:cubicBezTo>
                        <a:pt x="29528" y="95250"/>
                        <a:pt x="31433" y="94297"/>
                        <a:pt x="33338" y="92393"/>
                      </a:cubicBezTo>
                      <a:cubicBezTo>
                        <a:pt x="35243" y="90488"/>
                        <a:pt x="36195" y="87630"/>
                        <a:pt x="36195" y="83820"/>
                      </a:cubicBez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3338" y="17145"/>
                      </a:cubicBezTo>
                      <a:cubicBezTo>
                        <a:pt x="31433" y="15240"/>
                        <a:pt x="29528" y="14288"/>
                        <a:pt x="26670" y="14288"/>
                      </a:cubicBezTo>
                      <a:cubicBezTo>
                        <a:pt x="23813" y="14288"/>
                        <a:pt x="21908" y="15240"/>
                        <a:pt x="20003" y="17145"/>
                      </a:cubicBezTo>
                      <a:cubicBezTo>
                        <a:pt x="18098" y="19050"/>
                        <a:pt x="17145" y="21908"/>
                        <a:pt x="17145" y="25718"/>
                      </a:cubicBezTo>
                      <a:lnTo>
                        <a:pt x="17145" y="83820"/>
                      </a:lnTo>
                      <a:close/>
                      <a:moveTo>
                        <a:pt x="0" y="26670"/>
                      </a:move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1430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9530" y="11430"/>
                        <a:pt x="51435" y="18097"/>
                        <a:pt x="51435" y="26670"/>
                      </a:cubicBez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005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1905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E6AD6E74-F82F-4ED5-8A3F-4B677CF6247D}"/>
                    </a:ext>
                  </a:extLst>
                </p:cNvPr>
                <p:cNvSpPr/>
                <p:nvPr/>
              </p:nvSpPr>
              <p:spPr>
                <a:xfrm>
                  <a:off x="4945073" y="11655188"/>
                  <a:ext cx="53339" cy="109537"/>
                </a:xfrm>
                <a:custGeom>
                  <a:avLst/>
                  <a:gdLst>
                    <a:gd name="connsiteX0" fmla="*/ 1905 w 53339"/>
                    <a:gd name="connsiteY0" fmla="*/ 26670 h 109537"/>
                    <a:gd name="connsiteX1" fmla="*/ 8572 w 53339"/>
                    <a:gd name="connsiteY1" fmla="*/ 6668 h 109537"/>
                    <a:gd name="connsiteX2" fmla="*/ 27622 w 53339"/>
                    <a:gd name="connsiteY2" fmla="*/ 0 h 109537"/>
                    <a:gd name="connsiteX3" fmla="*/ 46672 w 53339"/>
                    <a:gd name="connsiteY3" fmla="*/ 6668 h 109537"/>
                    <a:gd name="connsiteX4" fmla="*/ 53340 w 53339"/>
                    <a:gd name="connsiteY4" fmla="*/ 26670 h 109537"/>
                    <a:gd name="connsiteX5" fmla="*/ 53340 w 53339"/>
                    <a:gd name="connsiteY5" fmla="*/ 30480 h 109537"/>
                    <a:gd name="connsiteX6" fmla="*/ 36195 w 53339"/>
                    <a:gd name="connsiteY6" fmla="*/ 30480 h 109537"/>
                    <a:gd name="connsiteX7" fmla="*/ 36195 w 53339"/>
                    <a:gd name="connsiteY7" fmla="*/ 25718 h 109537"/>
                    <a:gd name="connsiteX8" fmla="*/ 34290 w 53339"/>
                    <a:gd name="connsiteY8" fmla="*/ 17145 h 109537"/>
                    <a:gd name="connsiteX9" fmla="*/ 27622 w 53339"/>
                    <a:gd name="connsiteY9" fmla="*/ 14288 h 109537"/>
                    <a:gd name="connsiteX10" fmla="*/ 20955 w 53339"/>
                    <a:gd name="connsiteY10" fmla="*/ 17145 h 109537"/>
                    <a:gd name="connsiteX11" fmla="*/ 19050 w 53339"/>
                    <a:gd name="connsiteY11" fmla="*/ 25718 h 109537"/>
                    <a:gd name="connsiteX12" fmla="*/ 21907 w 53339"/>
                    <a:gd name="connsiteY12" fmla="*/ 35243 h 109537"/>
                    <a:gd name="connsiteX13" fmla="*/ 27622 w 53339"/>
                    <a:gd name="connsiteY13" fmla="*/ 42863 h 109537"/>
                    <a:gd name="connsiteX14" fmla="*/ 35243 w 53339"/>
                    <a:gd name="connsiteY14" fmla="*/ 50483 h 109537"/>
                    <a:gd name="connsiteX15" fmla="*/ 42863 w 53339"/>
                    <a:gd name="connsiteY15" fmla="*/ 59055 h 109537"/>
                    <a:gd name="connsiteX16" fmla="*/ 48577 w 53339"/>
                    <a:gd name="connsiteY16" fmla="*/ 69533 h 109537"/>
                    <a:gd name="connsiteX17" fmla="*/ 51435 w 53339"/>
                    <a:gd name="connsiteY17" fmla="*/ 82868 h 109537"/>
                    <a:gd name="connsiteX18" fmla="*/ 44768 w 53339"/>
                    <a:gd name="connsiteY18" fmla="*/ 102870 h 109537"/>
                    <a:gd name="connsiteX19" fmla="*/ 25718 w 53339"/>
                    <a:gd name="connsiteY19" fmla="*/ 109538 h 109537"/>
                    <a:gd name="connsiteX20" fmla="*/ 6668 w 53339"/>
                    <a:gd name="connsiteY20" fmla="*/ 102870 h 109537"/>
                    <a:gd name="connsiteX21" fmla="*/ 0 w 53339"/>
                    <a:gd name="connsiteY21" fmla="*/ 82868 h 109537"/>
                    <a:gd name="connsiteX22" fmla="*/ 0 w 53339"/>
                    <a:gd name="connsiteY22" fmla="*/ 76200 h 109537"/>
                    <a:gd name="connsiteX23" fmla="*/ 16193 w 53339"/>
                    <a:gd name="connsiteY23" fmla="*/ 76200 h 109537"/>
                    <a:gd name="connsiteX24" fmla="*/ 16193 w 53339"/>
                    <a:gd name="connsiteY24" fmla="*/ 83820 h 109537"/>
                    <a:gd name="connsiteX25" fmla="*/ 19050 w 53339"/>
                    <a:gd name="connsiteY25" fmla="*/ 92393 h 109537"/>
                    <a:gd name="connsiteX26" fmla="*/ 25718 w 53339"/>
                    <a:gd name="connsiteY26" fmla="*/ 94297 h 109537"/>
                    <a:gd name="connsiteX27" fmla="*/ 32385 w 53339"/>
                    <a:gd name="connsiteY27" fmla="*/ 92393 h 109537"/>
                    <a:gd name="connsiteX28" fmla="*/ 35243 w 53339"/>
                    <a:gd name="connsiteY28" fmla="*/ 83820 h 109537"/>
                    <a:gd name="connsiteX29" fmla="*/ 32385 w 53339"/>
                    <a:gd name="connsiteY29" fmla="*/ 74295 h 109537"/>
                    <a:gd name="connsiteX30" fmla="*/ 26670 w 53339"/>
                    <a:gd name="connsiteY30" fmla="*/ 66675 h 109537"/>
                    <a:gd name="connsiteX31" fmla="*/ 19050 w 53339"/>
                    <a:gd name="connsiteY31" fmla="*/ 59055 h 109537"/>
                    <a:gd name="connsiteX32" fmla="*/ 11430 w 53339"/>
                    <a:gd name="connsiteY32" fmla="*/ 50483 h 109537"/>
                    <a:gd name="connsiteX33" fmla="*/ 5715 w 53339"/>
                    <a:gd name="connsiteY33" fmla="*/ 40005 h 109537"/>
                    <a:gd name="connsiteX34" fmla="*/ 1905 w 53339"/>
                    <a:gd name="connsiteY34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39" h="109537">
                      <a:moveTo>
                        <a:pt x="1905" y="26670"/>
                      </a:moveTo>
                      <a:cubicBezTo>
                        <a:pt x="1905" y="18097"/>
                        <a:pt x="3810" y="11430"/>
                        <a:pt x="8572" y="6668"/>
                      </a:cubicBezTo>
                      <a:cubicBezTo>
                        <a:pt x="12382" y="1905"/>
                        <a:pt x="19050" y="0"/>
                        <a:pt x="27622" y="0"/>
                      </a:cubicBezTo>
                      <a:cubicBezTo>
                        <a:pt x="36195" y="0"/>
                        <a:pt x="41910" y="1905"/>
                        <a:pt x="46672" y="6668"/>
                      </a:cubicBezTo>
                      <a:cubicBezTo>
                        <a:pt x="50482" y="11430"/>
                        <a:pt x="53340" y="18097"/>
                        <a:pt x="53340" y="26670"/>
                      </a:cubicBezTo>
                      <a:lnTo>
                        <a:pt x="53340" y="30480"/>
                      </a:lnTo>
                      <a:lnTo>
                        <a:pt x="36195" y="30480"/>
                      </a:ln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4290" y="17145"/>
                      </a:cubicBezTo>
                      <a:cubicBezTo>
                        <a:pt x="32385" y="15240"/>
                        <a:pt x="30480" y="14288"/>
                        <a:pt x="27622" y="14288"/>
                      </a:cubicBezTo>
                      <a:cubicBezTo>
                        <a:pt x="24765" y="14288"/>
                        <a:pt x="22860" y="15240"/>
                        <a:pt x="20955" y="17145"/>
                      </a:cubicBezTo>
                      <a:cubicBezTo>
                        <a:pt x="19050" y="19050"/>
                        <a:pt x="19050" y="21908"/>
                        <a:pt x="19050" y="25718"/>
                      </a:cubicBezTo>
                      <a:cubicBezTo>
                        <a:pt x="19050" y="29528"/>
                        <a:pt x="20002" y="32385"/>
                        <a:pt x="21907" y="35243"/>
                      </a:cubicBezTo>
                      <a:cubicBezTo>
                        <a:pt x="23813" y="38100"/>
                        <a:pt x="25718" y="40958"/>
                        <a:pt x="27622" y="42863"/>
                      </a:cubicBezTo>
                      <a:cubicBezTo>
                        <a:pt x="30480" y="45720"/>
                        <a:pt x="32385" y="47625"/>
                        <a:pt x="35243" y="50483"/>
                      </a:cubicBezTo>
                      <a:cubicBezTo>
                        <a:pt x="38100" y="53340"/>
                        <a:pt x="40957" y="56197"/>
                        <a:pt x="42863" y="59055"/>
                      </a:cubicBezTo>
                      <a:cubicBezTo>
                        <a:pt x="45720" y="61913"/>
                        <a:pt x="47625" y="65722"/>
                        <a:pt x="48577" y="69533"/>
                      </a:cubicBezTo>
                      <a:cubicBezTo>
                        <a:pt x="50482" y="73343"/>
                        <a:pt x="51435" y="78105"/>
                        <a:pt x="51435" y="82868"/>
                      </a:cubicBez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957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2857" y="98108"/>
                        <a:pt x="0" y="91440"/>
                        <a:pt x="0" y="82868"/>
                      </a:cubicBezTo>
                      <a:lnTo>
                        <a:pt x="0" y="76200"/>
                      </a:lnTo>
                      <a:lnTo>
                        <a:pt x="16193" y="76200"/>
                      </a:lnTo>
                      <a:lnTo>
                        <a:pt x="16193" y="83820"/>
                      </a:lnTo>
                      <a:cubicBezTo>
                        <a:pt x="16193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8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3" y="88583"/>
                        <a:pt x="35243" y="83820"/>
                      </a:cubicBezTo>
                      <a:cubicBezTo>
                        <a:pt x="35243" y="80010"/>
                        <a:pt x="34290" y="77153"/>
                        <a:pt x="32385" y="74295"/>
                      </a:cubicBezTo>
                      <a:cubicBezTo>
                        <a:pt x="30480" y="71438"/>
                        <a:pt x="28575" y="68580"/>
                        <a:pt x="26670" y="66675"/>
                      </a:cubicBezTo>
                      <a:cubicBezTo>
                        <a:pt x="23813" y="63818"/>
                        <a:pt x="21907" y="61913"/>
                        <a:pt x="19050" y="59055"/>
                      </a:cubicBezTo>
                      <a:cubicBezTo>
                        <a:pt x="16193" y="56197"/>
                        <a:pt x="13335" y="53340"/>
                        <a:pt x="11430" y="50483"/>
                      </a:cubicBezTo>
                      <a:cubicBezTo>
                        <a:pt x="8572" y="47625"/>
                        <a:pt x="6668" y="43815"/>
                        <a:pt x="5715" y="40005"/>
                      </a:cubicBezTo>
                      <a:cubicBezTo>
                        <a:pt x="2857" y="36195"/>
                        <a:pt x="1905" y="32385"/>
                        <a:pt x="1905" y="26670"/>
                      </a:cubicBezTo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F5DC4DFF-DF86-434E-86E5-B5B6B5433CCC}"/>
                    </a:ext>
                  </a:extLst>
                </p:cNvPr>
                <p:cNvSpPr/>
                <p:nvPr/>
              </p:nvSpPr>
              <p:spPr>
                <a:xfrm>
                  <a:off x="5006032" y="11655188"/>
                  <a:ext cx="51435" cy="109537"/>
                </a:xfrm>
                <a:custGeom>
                  <a:avLst/>
                  <a:gdLst>
                    <a:gd name="connsiteX0" fmla="*/ 17145 w 51435"/>
                    <a:gd name="connsiteY0" fmla="*/ 83820 h 109537"/>
                    <a:gd name="connsiteX1" fmla="*/ 20003 w 51435"/>
                    <a:gd name="connsiteY1" fmla="*/ 92393 h 109537"/>
                    <a:gd name="connsiteX2" fmla="*/ 26670 w 51435"/>
                    <a:gd name="connsiteY2" fmla="*/ 95250 h 109537"/>
                    <a:gd name="connsiteX3" fmla="*/ 33338 w 51435"/>
                    <a:gd name="connsiteY3" fmla="*/ 92393 h 109537"/>
                    <a:gd name="connsiteX4" fmla="*/ 36195 w 51435"/>
                    <a:gd name="connsiteY4" fmla="*/ 83820 h 109537"/>
                    <a:gd name="connsiteX5" fmla="*/ 36195 w 51435"/>
                    <a:gd name="connsiteY5" fmla="*/ 25718 h 109537"/>
                    <a:gd name="connsiteX6" fmla="*/ 33338 w 51435"/>
                    <a:gd name="connsiteY6" fmla="*/ 17145 h 109537"/>
                    <a:gd name="connsiteX7" fmla="*/ 26670 w 51435"/>
                    <a:gd name="connsiteY7" fmla="*/ 14288 h 109537"/>
                    <a:gd name="connsiteX8" fmla="*/ 20003 w 51435"/>
                    <a:gd name="connsiteY8" fmla="*/ 17145 h 109537"/>
                    <a:gd name="connsiteX9" fmla="*/ 17145 w 51435"/>
                    <a:gd name="connsiteY9" fmla="*/ 25718 h 109537"/>
                    <a:gd name="connsiteX10" fmla="*/ 17145 w 51435"/>
                    <a:gd name="connsiteY10" fmla="*/ 83820 h 109537"/>
                    <a:gd name="connsiteX11" fmla="*/ 0 w 51435"/>
                    <a:gd name="connsiteY11" fmla="*/ 26670 h 109537"/>
                    <a:gd name="connsiteX12" fmla="*/ 6668 w 51435"/>
                    <a:gd name="connsiteY12" fmla="*/ 6668 h 109537"/>
                    <a:gd name="connsiteX13" fmla="*/ 25718 w 51435"/>
                    <a:gd name="connsiteY13" fmla="*/ 0 h 109537"/>
                    <a:gd name="connsiteX14" fmla="*/ 44768 w 51435"/>
                    <a:gd name="connsiteY14" fmla="*/ 6668 h 109537"/>
                    <a:gd name="connsiteX15" fmla="*/ 51435 w 51435"/>
                    <a:gd name="connsiteY15" fmla="*/ 26670 h 109537"/>
                    <a:gd name="connsiteX16" fmla="*/ 51435 w 51435"/>
                    <a:gd name="connsiteY16" fmla="*/ 82868 h 109537"/>
                    <a:gd name="connsiteX17" fmla="*/ 44768 w 51435"/>
                    <a:gd name="connsiteY17" fmla="*/ 102870 h 109537"/>
                    <a:gd name="connsiteX18" fmla="*/ 25718 w 51435"/>
                    <a:gd name="connsiteY18" fmla="*/ 109538 h 109537"/>
                    <a:gd name="connsiteX19" fmla="*/ 6668 w 51435"/>
                    <a:gd name="connsiteY19" fmla="*/ 102870 h 109537"/>
                    <a:gd name="connsiteX20" fmla="*/ 0 w 51435"/>
                    <a:gd name="connsiteY20" fmla="*/ 82868 h 109537"/>
                    <a:gd name="connsiteX21" fmla="*/ 0 w 51435"/>
                    <a:gd name="connsiteY21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35" h="109537">
                      <a:moveTo>
                        <a:pt x="17145" y="83820"/>
                      </a:moveTo>
                      <a:cubicBezTo>
                        <a:pt x="17145" y="87630"/>
                        <a:pt x="18098" y="90488"/>
                        <a:pt x="20003" y="92393"/>
                      </a:cubicBezTo>
                      <a:cubicBezTo>
                        <a:pt x="21908" y="94297"/>
                        <a:pt x="23813" y="95250"/>
                        <a:pt x="26670" y="95250"/>
                      </a:cubicBezTo>
                      <a:cubicBezTo>
                        <a:pt x="29528" y="95250"/>
                        <a:pt x="31433" y="94297"/>
                        <a:pt x="33338" y="92393"/>
                      </a:cubicBezTo>
                      <a:cubicBezTo>
                        <a:pt x="35243" y="90488"/>
                        <a:pt x="36195" y="87630"/>
                        <a:pt x="36195" y="83820"/>
                      </a:cubicBez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3338" y="17145"/>
                      </a:cubicBezTo>
                      <a:cubicBezTo>
                        <a:pt x="31433" y="15240"/>
                        <a:pt x="29528" y="14288"/>
                        <a:pt x="26670" y="14288"/>
                      </a:cubicBezTo>
                      <a:cubicBezTo>
                        <a:pt x="23813" y="14288"/>
                        <a:pt x="21908" y="15240"/>
                        <a:pt x="20003" y="17145"/>
                      </a:cubicBezTo>
                      <a:cubicBezTo>
                        <a:pt x="18098" y="19050"/>
                        <a:pt x="17145" y="21908"/>
                        <a:pt x="17145" y="25718"/>
                      </a:cubicBezTo>
                      <a:lnTo>
                        <a:pt x="17145" y="83820"/>
                      </a:lnTo>
                      <a:close/>
                      <a:moveTo>
                        <a:pt x="0" y="26670"/>
                      </a:move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1430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9530" y="11430"/>
                        <a:pt x="51435" y="18097"/>
                        <a:pt x="51435" y="26670"/>
                      </a:cubicBez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005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1905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EE58A04C-DD19-4AE3-A669-E7ED3C407DC6}"/>
                    </a:ext>
                  </a:extLst>
                </p:cNvPr>
                <p:cNvSpPr/>
                <p:nvPr/>
              </p:nvSpPr>
              <p:spPr>
                <a:xfrm>
                  <a:off x="5066040" y="11655188"/>
                  <a:ext cx="51434" cy="109537"/>
                </a:xfrm>
                <a:custGeom>
                  <a:avLst/>
                  <a:gdLst>
                    <a:gd name="connsiteX0" fmla="*/ 51435 w 51434"/>
                    <a:gd name="connsiteY0" fmla="*/ 68580 h 109537"/>
                    <a:gd name="connsiteX1" fmla="*/ 51435 w 51434"/>
                    <a:gd name="connsiteY1" fmla="*/ 82868 h 109537"/>
                    <a:gd name="connsiteX2" fmla="*/ 44767 w 51434"/>
                    <a:gd name="connsiteY2" fmla="*/ 102870 h 109537"/>
                    <a:gd name="connsiteX3" fmla="*/ 25717 w 51434"/>
                    <a:gd name="connsiteY3" fmla="*/ 109538 h 109537"/>
                    <a:gd name="connsiteX4" fmla="*/ 6667 w 51434"/>
                    <a:gd name="connsiteY4" fmla="*/ 102870 h 109537"/>
                    <a:gd name="connsiteX5" fmla="*/ 0 w 51434"/>
                    <a:gd name="connsiteY5" fmla="*/ 82868 h 109537"/>
                    <a:gd name="connsiteX6" fmla="*/ 0 w 51434"/>
                    <a:gd name="connsiteY6" fmla="*/ 26670 h 109537"/>
                    <a:gd name="connsiteX7" fmla="*/ 6667 w 51434"/>
                    <a:gd name="connsiteY7" fmla="*/ 6668 h 109537"/>
                    <a:gd name="connsiteX8" fmla="*/ 25717 w 51434"/>
                    <a:gd name="connsiteY8" fmla="*/ 0 h 109537"/>
                    <a:gd name="connsiteX9" fmla="*/ 44767 w 51434"/>
                    <a:gd name="connsiteY9" fmla="*/ 6668 h 109537"/>
                    <a:gd name="connsiteX10" fmla="*/ 51435 w 51434"/>
                    <a:gd name="connsiteY10" fmla="*/ 26670 h 109537"/>
                    <a:gd name="connsiteX11" fmla="*/ 51435 w 51434"/>
                    <a:gd name="connsiteY11" fmla="*/ 37147 h 109537"/>
                    <a:gd name="connsiteX12" fmla="*/ 35242 w 51434"/>
                    <a:gd name="connsiteY12" fmla="*/ 37147 h 109537"/>
                    <a:gd name="connsiteX13" fmla="*/ 35242 w 51434"/>
                    <a:gd name="connsiteY13" fmla="*/ 25718 h 109537"/>
                    <a:gd name="connsiteX14" fmla="*/ 32385 w 51434"/>
                    <a:gd name="connsiteY14" fmla="*/ 17145 h 109537"/>
                    <a:gd name="connsiteX15" fmla="*/ 25717 w 51434"/>
                    <a:gd name="connsiteY15" fmla="*/ 14288 h 109537"/>
                    <a:gd name="connsiteX16" fmla="*/ 19050 w 51434"/>
                    <a:gd name="connsiteY16" fmla="*/ 17145 h 109537"/>
                    <a:gd name="connsiteX17" fmla="*/ 16192 w 51434"/>
                    <a:gd name="connsiteY17" fmla="*/ 25718 h 109537"/>
                    <a:gd name="connsiteX18" fmla="*/ 16192 w 51434"/>
                    <a:gd name="connsiteY18" fmla="*/ 83820 h 109537"/>
                    <a:gd name="connsiteX19" fmla="*/ 19050 w 51434"/>
                    <a:gd name="connsiteY19" fmla="*/ 92393 h 109537"/>
                    <a:gd name="connsiteX20" fmla="*/ 25717 w 51434"/>
                    <a:gd name="connsiteY20" fmla="*/ 94297 h 109537"/>
                    <a:gd name="connsiteX21" fmla="*/ 32385 w 51434"/>
                    <a:gd name="connsiteY21" fmla="*/ 92393 h 109537"/>
                    <a:gd name="connsiteX22" fmla="*/ 35242 w 51434"/>
                    <a:gd name="connsiteY22" fmla="*/ 83820 h 109537"/>
                    <a:gd name="connsiteX23" fmla="*/ 35242 w 51434"/>
                    <a:gd name="connsiteY23" fmla="*/ 68580 h 109537"/>
                    <a:gd name="connsiteX24" fmla="*/ 51435 w 51434"/>
                    <a:gd name="connsiteY24" fmla="*/ 6858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1434" h="109537">
                      <a:moveTo>
                        <a:pt x="51435" y="68580"/>
                      </a:move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7" y="102870"/>
                      </a:cubicBezTo>
                      <a:cubicBezTo>
                        <a:pt x="40957" y="107633"/>
                        <a:pt x="34290" y="109538"/>
                        <a:pt x="25717" y="109538"/>
                      </a:cubicBezTo>
                      <a:cubicBezTo>
                        <a:pt x="17145" y="109538"/>
                        <a:pt x="11430" y="107633"/>
                        <a:pt x="6667" y="102870"/>
                      </a:cubicBezTo>
                      <a:cubicBezTo>
                        <a:pt x="2857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ubicBezTo>
                        <a:pt x="0" y="18097"/>
                        <a:pt x="1905" y="11430"/>
                        <a:pt x="6667" y="6668"/>
                      </a:cubicBezTo>
                      <a:cubicBezTo>
                        <a:pt x="10477" y="1905"/>
                        <a:pt x="17145" y="0"/>
                        <a:pt x="25717" y="0"/>
                      </a:cubicBezTo>
                      <a:cubicBezTo>
                        <a:pt x="34290" y="0"/>
                        <a:pt x="40005" y="1905"/>
                        <a:pt x="44767" y="6668"/>
                      </a:cubicBezTo>
                      <a:cubicBezTo>
                        <a:pt x="48577" y="11430"/>
                        <a:pt x="51435" y="18097"/>
                        <a:pt x="51435" y="26670"/>
                      </a:cubicBezTo>
                      <a:lnTo>
                        <a:pt x="51435" y="37147"/>
                      </a:lnTo>
                      <a:lnTo>
                        <a:pt x="35242" y="37147"/>
                      </a:lnTo>
                      <a:lnTo>
                        <a:pt x="35242" y="25718"/>
                      </a:lnTo>
                      <a:cubicBezTo>
                        <a:pt x="35242" y="21908"/>
                        <a:pt x="34290" y="19050"/>
                        <a:pt x="32385" y="17145"/>
                      </a:cubicBezTo>
                      <a:cubicBezTo>
                        <a:pt x="30480" y="15240"/>
                        <a:pt x="28575" y="14288"/>
                        <a:pt x="25717" y="14288"/>
                      </a:cubicBezTo>
                      <a:cubicBezTo>
                        <a:pt x="22860" y="14288"/>
                        <a:pt x="20955" y="15240"/>
                        <a:pt x="19050" y="17145"/>
                      </a:cubicBezTo>
                      <a:cubicBezTo>
                        <a:pt x="17145" y="19050"/>
                        <a:pt x="16192" y="21908"/>
                        <a:pt x="16192" y="25718"/>
                      </a:cubicBezTo>
                      <a:lnTo>
                        <a:pt x="16192" y="83820"/>
                      </a:lnTo>
                      <a:cubicBezTo>
                        <a:pt x="16192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7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2" y="88583"/>
                        <a:pt x="35242" y="83820"/>
                      </a:cubicBezTo>
                      <a:lnTo>
                        <a:pt x="35242" y="68580"/>
                      </a:lnTo>
                      <a:lnTo>
                        <a:pt x="51435" y="6858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1968CD1-26A5-456C-BFB3-02CA786F9A53}"/>
                  </a:ext>
                </a:extLst>
              </p:cNvPr>
              <p:cNvSpPr/>
              <p:nvPr/>
            </p:nvSpPr>
            <p:spPr>
              <a:xfrm>
                <a:off x="5127953" y="11656141"/>
                <a:ext cx="17144" cy="107632"/>
              </a:xfrm>
              <a:custGeom>
                <a:avLst/>
                <a:gdLst>
                  <a:gd name="connsiteX0" fmla="*/ 0 w 17144"/>
                  <a:gd name="connsiteY0" fmla="*/ 0 h 107632"/>
                  <a:gd name="connsiteX1" fmla="*/ 17145 w 17144"/>
                  <a:gd name="connsiteY1" fmla="*/ 0 h 107632"/>
                  <a:gd name="connsiteX2" fmla="*/ 17145 w 17144"/>
                  <a:gd name="connsiteY2" fmla="*/ 107632 h 107632"/>
                  <a:gd name="connsiteX3" fmla="*/ 0 w 17144"/>
                  <a:gd name="connsiteY3" fmla="*/ 107632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4" h="107632">
                    <a:moveTo>
                      <a:pt x="0" y="0"/>
                    </a:moveTo>
                    <a:lnTo>
                      <a:pt x="17145" y="0"/>
                    </a:lnTo>
                    <a:lnTo>
                      <a:pt x="17145" y="107632"/>
                    </a:lnTo>
                    <a:lnTo>
                      <a:pt x="0" y="1076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B8A4C70-783B-4EA2-A10E-9FFBF060C086}"/>
                  </a:ext>
                </a:extLst>
              </p:cNvPr>
              <p:cNvSpPr/>
              <p:nvPr/>
            </p:nvSpPr>
            <p:spPr>
              <a:xfrm>
                <a:off x="5152718" y="11656141"/>
                <a:ext cx="59055" cy="107632"/>
              </a:xfrm>
              <a:custGeom>
                <a:avLst/>
                <a:gdLst>
                  <a:gd name="connsiteX0" fmla="*/ 28575 w 59055"/>
                  <a:gd name="connsiteY0" fmla="*/ 19050 h 107632"/>
                  <a:gd name="connsiteX1" fmla="*/ 37148 w 59055"/>
                  <a:gd name="connsiteY1" fmla="*/ 73343 h 107632"/>
                  <a:gd name="connsiteX2" fmla="*/ 20955 w 59055"/>
                  <a:gd name="connsiteY2" fmla="*/ 73343 h 107632"/>
                  <a:gd name="connsiteX3" fmla="*/ 28575 w 59055"/>
                  <a:gd name="connsiteY3" fmla="*/ 19050 h 107632"/>
                  <a:gd name="connsiteX4" fmla="*/ 17145 w 59055"/>
                  <a:gd name="connsiteY4" fmla="*/ 0 h 107632"/>
                  <a:gd name="connsiteX5" fmla="*/ 0 w 59055"/>
                  <a:gd name="connsiteY5" fmla="*/ 107632 h 107632"/>
                  <a:gd name="connsiteX6" fmla="*/ 15240 w 59055"/>
                  <a:gd name="connsiteY6" fmla="*/ 107632 h 107632"/>
                  <a:gd name="connsiteX7" fmla="*/ 18098 w 59055"/>
                  <a:gd name="connsiteY7" fmla="*/ 87630 h 107632"/>
                  <a:gd name="connsiteX8" fmla="*/ 39052 w 59055"/>
                  <a:gd name="connsiteY8" fmla="*/ 87630 h 107632"/>
                  <a:gd name="connsiteX9" fmla="*/ 41910 w 59055"/>
                  <a:gd name="connsiteY9" fmla="*/ 107632 h 107632"/>
                  <a:gd name="connsiteX10" fmla="*/ 59055 w 59055"/>
                  <a:gd name="connsiteY10" fmla="*/ 107632 h 107632"/>
                  <a:gd name="connsiteX11" fmla="*/ 41910 w 59055"/>
                  <a:gd name="connsiteY11" fmla="*/ 0 h 107632"/>
                  <a:gd name="connsiteX12" fmla="*/ 17145 w 59055"/>
                  <a:gd name="connsiteY12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055" h="107632">
                    <a:moveTo>
                      <a:pt x="28575" y="19050"/>
                    </a:moveTo>
                    <a:lnTo>
                      <a:pt x="37148" y="73343"/>
                    </a:lnTo>
                    <a:lnTo>
                      <a:pt x="20955" y="73343"/>
                    </a:lnTo>
                    <a:lnTo>
                      <a:pt x="28575" y="19050"/>
                    </a:lnTo>
                    <a:close/>
                    <a:moveTo>
                      <a:pt x="17145" y="0"/>
                    </a:moveTo>
                    <a:lnTo>
                      <a:pt x="0" y="107632"/>
                    </a:lnTo>
                    <a:lnTo>
                      <a:pt x="15240" y="107632"/>
                    </a:lnTo>
                    <a:lnTo>
                      <a:pt x="18098" y="87630"/>
                    </a:lnTo>
                    <a:lnTo>
                      <a:pt x="39052" y="87630"/>
                    </a:lnTo>
                    <a:lnTo>
                      <a:pt x="41910" y="107632"/>
                    </a:lnTo>
                    <a:lnTo>
                      <a:pt x="59055" y="107632"/>
                    </a:lnTo>
                    <a:lnTo>
                      <a:pt x="41910" y="0"/>
                    </a:lnTo>
                    <a:lnTo>
                      <a:pt x="1714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246E1F5-5419-4C36-94C4-82B726F8FC8F}"/>
                  </a:ext>
                </a:extLst>
              </p:cNvPr>
              <p:cNvSpPr/>
              <p:nvPr/>
            </p:nvSpPr>
            <p:spPr>
              <a:xfrm>
                <a:off x="5219393" y="11656141"/>
                <a:ext cx="44767" cy="107632"/>
              </a:xfrm>
              <a:custGeom>
                <a:avLst/>
                <a:gdLst>
                  <a:gd name="connsiteX0" fmla="*/ 0 w 44767"/>
                  <a:gd name="connsiteY0" fmla="*/ 0 h 107632"/>
                  <a:gd name="connsiteX1" fmla="*/ 0 w 44767"/>
                  <a:gd name="connsiteY1" fmla="*/ 107632 h 107632"/>
                  <a:gd name="connsiteX2" fmla="*/ 44768 w 44767"/>
                  <a:gd name="connsiteY2" fmla="*/ 107632 h 107632"/>
                  <a:gd name="connsiteX3" fmla="*/ 44768 w 44767"/>
                  <a:gd name="connsiteY3" fmla="*/ 92393 h 107632"/>
                  <a:gd name="connsiteX4" fmla="*/ 17145 w 44767"/>
                  <a:gd name="connsiteY4" fmla="*/ 92393 h 107632"/>
                  <a:gd name="connsiteX5" fmla="*/ 17145 w 44767"/>
                  <a:gd name="connsiteY5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767" h="107632">
                    <a:moveTo>
                      <a:pt x="0" y="0"/>
                    </a:moveTo>
                    <a:lnTo>
                      <a:pt x="0" y="107632"/>
                    </a:lnTo>
                    <a:lnTo>
                      <a:pt x="44768" y="107632"/>
                    </a:lnTo>
                    <a:lnTo>
                      <a:pt x="44768" y="92393"/>
                    </a:lnTo>
                    <a:lnTo>
                      <a:pt x="17145" y="92393"/>
                    </a:lnTo>
                    <a:lnTo>
                      <a:pt x="1714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F04266-58E3-4109-A01A-964D154013EC}"/>
                </a:ext>
              </a:extLst>
            </p:cNvPr>
            <p:cNvSpPr/>
            <p:nvPr/>
          </p:nvSpPr>
          <p:spPr>
            <a:xfrm>
              <a:off x="8204416" y="3140493"/>
              <a:ext cx="24280" cy="687967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56180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79863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s-ES" dirty="0"/>
            </a:lvl1pPr>
          </a:lstStyle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b="0" baseline="0" dirty="0"/>
            </a:lvl1pPr>
          </a:lstStyle>
          <a:p>
            <a:pPr lvl="0">
              <a:buNone/>
            </a:pPr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subtitle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/>
              <a:t>Fuente: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tracker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2308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09787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O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 dirty="0" err="1"/>
              <a:t>Source</a:t>
            </a:r>
            <a:r>
              <a:rPr lang="es-CO" sz="800" dirty="0"/>
              <a:t>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11082528" cy="246221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s-CO" sz="1600" dirty="0" err="1"/>
              <a:t>Click</a:t>
            </a:r>
            <a:r>
              <a:rPr lang="es-CO" sz="1600" dirty="0"/>
              <a:t> </a:t>
            </a:r>
            <a:r>
              <a:rPr lang="es-CO" sz="1600" dirty="0" err="1"/>
              <a:t>to</a:t>
            </a:r>
            <a:r>
              <a:rPr lang="es-CO" sz="1600" dirty="0"/>
              <a:t> </a:t>
            </a:r>
            <a:r>
              <a:rPr lang="es-CO" sz="1600" dirty="0" err="1"/>
              <a:t>edit</a:t>
            </a:r>
            <a:r>
              <a:rPr lang="es-CO" sz="1600" dirty="0"/>
              <a:t> Master </a:t>
            </a:r>
            <a:r>
              <a:rPr lang="es-CO" sz="1600" dirty="0" err="1"/>
              <a:t>subtitle</a:t>
            </a:r>
            <a:r>
              <a:rPr lang="es-CO" sz="1600" dirty="0"/>
              <a:t> </a:t>
            </a:r>
            <a:r>
              <a:rPr lang="es-CO" sz="1600" dirty="0" err="1"/>
              <a:t>style</a:t>
            </a:r>
            <a:endParaRPr lang="es-CO" sz="1600" dirty="0"/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s-CO" dirty="0" err="1"/>
              <a:t>Chapter</a:t>
            </a:r>
            <a:r>
              <a:rPr lang="es-CO" dirty="0"/>
              <a:t> › </a:t>
            </a:r>
            <a:r>
              <a:rPr lang="es-CO" dirty="0" err="1"/>
              <a:t>Topic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28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C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ED0B009-F8DC-0121-F84A-3B87631512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67842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4"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D0B009-F8DC-0121-F84A-3B87631512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75520" y="836712"/>
            <a:ext cx="6350496" cy="1143000"/>
          </a:xfrm>
          <a:prstGeom prst="rect">
            <a:avLst/>
          </a:prstGeom>
        </p:spPr>
        <p:txBody>
          <a:bodyPr vert="horz"/>
          <a:lstStyle>
            <a:lvl1pPr algn="l" rtl="0">
              <a:defRPr>
                <a:solidFill>
                  <a:srgbClr val="FFC000"/>
                </a:solidFill>
              </a:defRPr>
            </a:lvl1pPr>
          </a:lstStyle>
          <a:p>
            <a:r>
              <a:rPr lang="es-CO"/>
              <a:t>Índice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1103445" y="6309320"/>
            <a:ext cx="2844800" cy="365125"/>
          </a:xfrm>
        </p:spPr>
        <p:txBody>
          <a:bodyPr/>
          <a:lstStyle>
            <a:lvl1pPr rtl="0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F92551-51F3-4E1B-9871-6590C919E234}" type="datetimeFigureOut">
              <a:rPr lang="es-CO" smtClean="0"/>
              <a:pPr/>
              <a:t>25/08/2026</a:t>
            </a:fld>
            <a:endParaRPr lang="es-CO" dirty="0"/>
          </a:p>
        </p:txBody>
      </p:sp>
      <p:sp>
        <p:nvSpPr>
          <p:cNvPr id="1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2255574" y="2276872"/>
            <a:ext cx="7310601" cy="1385187"/>
          </a:xfrm>
          <a:prstGeom prst="rect">
            <a:avLst/>
          </a:prstGeom>
        </p:spPr>
        <p:txBody>
          <a:bodyPr/>
          <a:lstStyle>
            <a:lvl1pPr marL="380990" indent="-380990" rtl="0">
              <a:buFontTx/>
              <a:buBlip>
                <a:blip r:embed="rId7"/>
              </a:buBlip>
              <a:defRPr sz="2667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CO"/>
              <a:t>Nombre contenidos</a:t>
            </a:r>
          </a:p>
          <a:p>
            <a:pPr lvl="0"/>
            <a:r>
              <a:rPr lang="es-CO"/>
              <a:t>Nombre contenidos</a:t>
            </a:r>
          </a:p>
          <a:p>
            <a:pPr lvl="0"/>
            <a:r>
              <a:rPr lang="es-CO"/>
              <a:t>Nombre contenidos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291765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65202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0125610" cy="731520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s-ES" dirty="0"/>
            </a:lvl1pPr>
          </a:lstStyle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10125610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b="0" baseline="0" dirty="0"/>
            </a:lvl1pPr>
          </a:lstStyle>
          <a:p>
            <a:pPr lvl="0">
              <a:buNone/>
            </a:pPr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subtitle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/>
              <a:t>Fuente: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s-E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tracker</a:t>
            </a:r>
            <a:endParaRPr lang="es-CO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5E23EEF-7E53-4E63-8C58-61FA95EE299C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F9F3DD0-82FF-4E74-9487-C9A9AA2767B2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4" name="Graphic 2">
              <a:extLst>
                <a:ext uri="{FF2B5EF4-FFF2-40B4-BE49-F238E27FC236}">
                  <a16:creationId xmlns:a16="http://schemas.microsoft.com/office/drawing/2014/main" id="{5F7B1274-8A36-41B8-8347-E99F5402E0E1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1893A9E-A010-4D96-BA2B-37DFA92F156D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4A5BE87-66F1-46A5-AA33-F0CD741A5DFB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2AA29F9-1A31-4A5C-BA1B-966DA29A3732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36800BC-A3F1-40D0-BB50-929DDFC9CC72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DFEA4ED-EB64-43BC-80D3-DA56EA03F3D6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18F13FC-B4E7-4BB8-9507-FECDD04DCFE0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E26ADDB-DB80-4091-AE12-D26FD14B2705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47E56BC4-A2A4-4A8A-9ACF-77D608D53F45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1059C4F-5E65-4077-8B13-51C4F779A538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A2787C8-64AC-4F96-AB1A-9CA8A61AFDC4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5" name="Graphic 2">
              <a:extLst>
                <a:ext uri="{FF2B5EF4-FFF2-40B4-BE49-F238E27FC236}">
                  <a16:creationId xmlns:a16="http://schemas.microsoft.com/office/drawing/2014/main" id="{9A0B10B7-2108-40DD-B0F2-40D92A7FA4C5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A39B14D-FE53-4265-8151-ECF82E28ECEB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6AB86AF-2A04-425C-B1A7-52217C7D2BB6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64EBA890-74D2-482C-A85E-EE558CD906D4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19407ED-7FF8-4835-A0B1-4A0380725CD6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AD6EC8E-2A90-44B3-9306-15F528ACB1B2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DA65F20-6917-48E0-A034-E41AA1B8CD07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445D7E0-D358-4FEF-ADFE-1A7B59C4FDDA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BAACA7C-C04B-4920-9BC5-BF8FF7773840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15507A1-4BD7-4BA6-8213-F59F6EC9F9F1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10E32743-CF63-415E-908D-8A05B1A57C54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F9404AE-CA9D-4A8E-B555-510490E77BD3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3FB305AD-914A-4D7C-89FE-FCA3B2E9D81F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A23EE59-F4CB-462B-BCE1-A1A37A5CD342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A3A5BB05-8297-4005-86D7-D0FB905B1BF0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F54212-F073-46A7-B1E5-AEE3FF29D028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8CF0E52-5A05-4AE3-9EDB-EF25B54560EF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1F7209E-05EA-4C46-9C43-8F9F27F382F5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D5FAB8F-51E2-4F3F-B857-F1690453B24A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75A4AF5-100A-44A1-BFAB-E119891010F7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B85523F-2055-4142-B4E1-3202039E4BA8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349040C-67CE-4F8E-A16B-7A5BD32CB27E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1C8413A-C494-4D71-99C4-43F902C4C5CB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7AF5DA0-F674-4D25-AE1B-E8173968F855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7" name="Graphic 2">
              <a:extLst>
                <a:ext uri="{FF2B5EF4-FFF2-40B4-BE49-F238E27FC236}">
                  <a16:creationId xmlns:a16="http://schemas.microsoft.com/office/drawing/2014/main" id="{B1512697-7968-405D-9B44-15E069DE9329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42574A1-B09F-4D04-AEB7-8DFD4BCA6726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8788964-550A-47AA-BA66-B56D98392E55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3A15E7D-1830-4D28-AF90-13CF52AF9092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9346EE3-DB19-4F4E-82B1-2A0BD375652F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25679C4-8E35-4D05-AF57-DCCCDC0E73C0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3C42B17-6522-4BB3-9DA4-1B49D480A61F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EEFF20-E623-4E51-B4D5-0F55070BB7AE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80270D6-76FA-4D95-9FC7-4A7BF8FE7B1B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BF8051C-CFB2-408B-9C6A-97B0A23E2ED9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B03B254-72F0-4F7B-B933-B41B9F808F2A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1C1F3F6-2378-4B86-ADB8-27E70C0602F0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03C77ECC-D266-46D9-946E-4CF101002172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6F24098-1A73-4C16-AC56-A198B0E1727A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D72E50F-E8AD-4571-834B-496713D9E0F2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372B82D-827F-45F8-BEE7-4B7F56E9DE94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5" name="Slide Number">
            <a:extLst>
              <a:ext uri="{FF2B5EF4-FFF2-40B4-BE49-F238E27FC236}">
                <a16:creationId xmlns:a16="http://schemas.microsoft.com/office/drawing/2014/main" id="{2914AC0B-9AF1-4862-BDD2-46BD7623AA9A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F6A2A69A-84DE-4883-85F0-77E2E805836A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DC5D1EA-92E2-428A-AD65-DB65099178EB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8EC1986-AE46-40C6-BB40-DB7EEDCAB8BB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11E60D9-89DF-4DB3-8CAC-ACA2699741FE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BF4EA28-A5FF-4B8B-B49F-B26D0F4A46F8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5632BDD-ABA9-430A-B2FB-A8B63193CED5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F643855-E499-46CD-9800-CF10D66D1628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9DC771-0812-435B-B514-35DAA6D88C54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A73411C-CCA0-488A-839A-40BE288C136F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22C3B91-8DDD-422A-8E51-0CD15BE30397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EAA765D-2A20-4235-AE17-0183DFAFADCA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948E718-1F16-4BCD-9C2A-6B7FB9389BAC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28F6043-0BF7-46C2-849D-CE6A2D335F09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87F42F7-E544-49BB-9893-F85252CDC1F9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1F729A-2E7B-4887-93DA-79F437C6D65A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6D5F2DF-1E2B-42E8-B820-C819A3AA9B69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B6FAF11-BC15-4AD4-84A0-7C566CE468F6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E5A3297-7C4E-4EB7-8A39-B0DFDB22EE79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5E05C56-9101-49E0-8F2D-AA4623E1F017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0C4B9AC-DFDF-4E41-A0C4-E9D390A4A5F0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92939CA-EBCF-47DF-B5AC-5BE14F851588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6223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25807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n-US" sz="160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70289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 bwMode="gray">
          <a:xfrm>
            <a:off x="11652053" y="6639224"/>
            <a:ext cx="130847" cy="12809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z="816" smtClean="0">
                <a:solidFill>
                  <a:schemeClr val="accent6"/>
                </a:solidFill>
              </a:rPr>
              <a:pPr lvl="0"/>
              <a:t>‹Nº›</a:t>
            </a:fld>
            <a:endParaRPr lang="en-US" sz="816" dirty="0">
              <a:solidFill>
                <a:schemeClr val="accent6"/>
              </a:solidFill>
            </a:endParaRPr>
          </a:p>
        </p:txBody>
      </p:sp>
      <p:sp>
        <p:nvSpPr>
          <p:cNvPr id="9" name="SlideLogoText" hidden="1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gray">
          <a:xfrm>
            <a:off x="11515058" y="6640499"/>
            <a:ext cx="64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r" defTabSz="1218095"/>
            <a:endParaRPr lang="en-US" sz="816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 flipH="1">
            <a:off x="10658002" y="51835"/>
            <a:ext cx="1231563" cy="9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95"/>
            <a:endParaRPr lang="en-US" sz="612" baseline="0" noProof="0" dirty="0">
              <a:solidFill>
                <a:schemeClr val="accent6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001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688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0138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 hidden="1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709936" y="6499381"/>
            <a:ext cx="64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kern="12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276867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53967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113DFDDF-7DA2-4E92-8555-8B9DB1295FAA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7"/>
            </p:custDataLst>
          </p:nvPr>
        </p:nvSpPr>
        <p:spPr>
          <a:xfrm>
            <a:off x="7156704" y="89320"/>
            <a:ext cx="4480560" cy="123111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r">
              <a:defRPr lang="en-US" sz="800" dirty="0"/>
            </a:lvl1pPr>
          </a:lstStyle>
          <a:p>
            <a:pPr lvl="0" algn="r"/>
            <a:r>
              <a:rPr lang="en-US" dirty="0"/>
              <a:t>Chapter › Topic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8879599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5774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4492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1A5E303-71C7-4CBA-843E-F89BEE4870B0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623431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DB0C68-81D8-4BCB-8FED-587D098337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899421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DB0C68-81D8-4BCB-8FED-587D09833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8EAA134-9792-4D41-898E-A83D3A4E3D6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/>
              <a:t>Fuente: …</a:t>
            </a:r>
            <a:endParaRPr lang="es-CO" sz="800" dirty="0"/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79744E48-04EF-4FA7-AF06-13E2E4A9BC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50219-BB91-4095-A3A5-0936F2D843AA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D490553-6FC5-42BB-ADD7-E0CCFEA764FD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0" name="Graphic 2">
              <a:extLst>
                <a:ext uri="{FF2B5EF4-FFF2-40B4-BE49-F238E27FC236}">
                  <a16:creationId xmlns:a16="http://schemas.microsoft.com/office/drawing/2014/main" id="{22338080-1970-4566-89F6-4B3DE32051DF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E8A43B7-5F8D-4B66-BBC8-35408F0BDC74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70DFBCC-C802-4DF1-A77A-1BB143DA607E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9EA471C-08F1-43BE-952B-51C60C0C3471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1818FC5-F50E-4F2E-BEC8-69A3583DE4BF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63F1DFA-FE42-4F74-B3F2-D4097E79D530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3A57B62-6241-4B8C-9394-D858A5D06A9B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19A983C-C4F8-422F-ACA5-6A8A75552B15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0BF9FC78-C828-4F91-9D4E-0E271949A872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C3EB9722-5739-4143-88ED-2ADB1DBF8DF3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3197179E-4C1D-4ED5-904F-9C1C09B222B0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3E04E8C1-C917-4C15-B7CA-65A44BAA7C8D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D24E2E2-2991-435A-A21B-3D76296C95BF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F531782-1F01-4ED2-9EC8-6FB28A0F2883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14D7BE8-0BD7-45CD-8C4A-FC64BF419D81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9DB27CB-CA6C-4C62-A270-7C44113AA16E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4074397-B6FC-499A-A2CA-4DD7595C7FE2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F216889-CDB4-4F58-8F05-D50AAB4DB7F3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E0EF566-81C7-433B-B092-8AEC50C2B920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A2C493A-BEF8-461A-93FF-B15962EA56E4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D16FD1E-5373-4480-8639-BA0141081397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6D773999-82E9-40A7-AE88-A192D751F91C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955BB32-1DD2-4CB1-8C3C-5C96618F4162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02EEA34-CBE6-44DD-A679-C007C5859356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81BDA9B-DC05-4390-B42E-80C23CBC3A71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6658CD8-2E42-465C-A890-D7B48FABCF55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7B95476-6BF5-4E37-98FF-108D2DACD4BE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FBC5DEA-63C3-4D3E-BF27-3D78C8930185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E12B5C0-6231-4BAB-B7BD-38AD872F6E76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8EA9CD3-468D-4D88-9851-AB947C9625C7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B37D778-9DF4-47B3-AFA7-CD49F9491886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5120F98-6306-42C6-A9EA-E9253DDDE202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FDAD28B-A234-42F2-8BC0-813C65177E07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C75000C-CD63-4F90-98D2-E218154D3B49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89E3107-2318-499C-AEA1-BC24DE273FC8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3" name="Graphic 2">
              <a:extLst>
                <a:ext uri="{FF2B5EF4-FFF2-40B4-BE49-F238E27FC236}">
                  <a16:creationId xmlns:a16="http://schemas.microsoft.com/office/drawing/2014/main" id="{BD703CB8-2F3B-4E15-AEFA-BB07D4B823D8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29E65E1-BB99-4BB6-9215-6651BF24CC2A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34FF9A9-A6BB-47EF-8257-9137D64D5424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1CF385B-DDCD-4876-BBA0-AE1B85BDC7A7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A6E3921-6808-4F8D-BFF4-8C382F84D480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2F3C74B-11B9-48D4-9D72-9FEC3A81102A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85FE3DA-8863-4AC8-9C20-80C7388F90A8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9415FCDC-638C-4C7B-B9D3-7EC066C9A3C8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733AA95-9127-4069-86DD-63A0C89DA4C9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3AD156B-70A8-4A64-9B71-BB58ADC4123E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09BD266-762C-4208-BED1-6E7CFAD61A79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10F68BD-A8FB-4B46-9D8E-85DB4A3F5633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5" name="Graphic 2">
              <a:extLst>
                <a:ext uri="{FF2B5EF4-FFF2-40B4-BE49-F238E27FC236}">
                  <a16:creationId xmlns:a16="http://schemas.microsoft.com/office/drawing/2014/main" id="{3B6F093B-1909-418E-9982-D69C05914677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25F487A-0FDF-4BC3-BB7F-F69C6BF2304E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B9B1FB0-DF36-4580-BA1F-62432D881659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F67DB98-B175-416E-881D-0ED9DDE814B9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1" name="Slide Number">
            <a:extLst>
              <a:ext uri="{FF2B5EF4-FFF2-40B4-BE49-F238E27FC236}">
                <a16:creationId xmlns:a16="http://schemas.microsoft.com/office/drawing/2014/main" id="{2A51AA80-64DC-4A0C-9AA8-898A9FEFC5ED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D22CE58-ED4E-43BB-8E3A-43A4B90C9C0B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397CD7F-1EF7-4F33-B172-D3578D213AEA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DB88958-9459-4BEA-8F4E-E2E85087F47F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948EE40-6DA2-46AE-8F8B-659843E3D671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4424066-5551-402D-B414-AC57051F35E3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31F1D18-72E5-4585-A2A4-092F9E32B056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E60F4CC-B2E1-45AA-BA29-C38CCCF75B3A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2740FDC-37E9-46FB-90B7-1240CEFB1AB3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F154308-031A-4F77-99CB-09FA3577B7DF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62E88E0-7B88-4FAF-9E2C-6B790B6062F0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FC58C56-F64D-42A6-9437-D04A9F2FA2D6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6E9C98F-F136-49EA-9072-2A4E46DC59E4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414A9D1-DDA5-4486-9633-5509010F4384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9181124-BA11-4278-BB7C-D0D18EF6CCDF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48478A9-C5A7-42CA-AE68-63085AD85A46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7BB91DB-0872-4D04-B3FF-F738C4ABEC1E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4D23531-614D-41F1-90AE-AAF39129D14F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1ACD11F-EDBA-4D83-934D-844317DACF6D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AF67D77-DFA3-4617-8C3D-C75BC946CB70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4AB1BE5-3242-4740-86A5-23DFFC2FCC85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0430589-CC2B-46E7-97C6-1EF44DD8736E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5066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F17EEF9-3DB9-4A02-BE2D-DE37DFD2B16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0393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F17EEF9-3DB9-4A02-BE2D-DE37DFD2B1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2898430-DFFE-419E-B977-C25D08E7A7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49975"/>
          <a:stretch/>
        </p:blipFill>
        <p:spPr>
          <a:xfrm>
            <a:off x="6092952" y="0"/>
            <a:ext cx="6099048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F6D83EC-F243-46BA-8827-531E63D39DA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>
                <a:solidFill>
                  <a:schemeClr val="bg2"/>
                </a:solidFill>
              </a:rPr>
              <a:t>Fuente: …</a:t>
            </a:r>
            <a:endParaRPr lang="es-CO" sz="800" dirty="0">
              <a:solidFill>
                <a:schemeClr val="bg2"/>
              </a:solidFill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6404B0A-A2B8-4CC0-AACE-22B9A9D22DC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5CFF66-529F-49E2-AA64-F7741216FFD9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EC970A-3719-4D5E-B42B-6D5F3A42B70F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FDF5C125-A5C8-4882-B085-B7349B3D1E73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E1DFFF8-3CDA-4F5D-81E7-66BDE6813184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0CA7EB8-048B-4756-A073-5CC5D96542C6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F45B402-06B1-4EC0-AC33-EBD764124731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CE18442F-47AD-4FB3-9A2D-53B35C122CBF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6D3A961-CAF4-4120-B870-941BF68EA3BE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12941D2-3284-4D2F-B251-E86DDCBE6250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8ECB7B6-89E5-4733-913D-CC30C693B61C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F99E8C1-8632-4A11-A366-3F089A7B3EDD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B454242-C343-4266-8799-D422186E5BC5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23EB24F-BF55-4FBF-B234-5D34FCC85604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7" name="Graphic 2">
              <a:extLst>
                <a:ext uri="{FF2B5EF4-FFF2-40B4-BE49-F238E27FC236}">
                  <a16:creationId xmlns:a16="http://schemas.microsoft.com/office/drawing/2014/main" id="{34799130-CB7A-457B-86CA-F5A77978E47E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91F4E6B-5788-4158-8D61-96DBCF7EDC11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AAE4C4B-2722-40BB-8BA6-1308D4A1122E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8F38059-8EF7-49E8-ADDE-3EC09A837C07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DE439B1-6D16-4DFD-B548-0630C9842437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0165C11-67AB-4A38-AA82-0318C48E8AB8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EC5452B-B5EF-42E5-A6A2-9C394670623D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90B8D66-5BEA-4BD4-9A41-A91AB7EBA33D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5A9A273-1137-4588-8049-93250A7A59B0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D37CC5BB-66A0-480C-9C1E-D9BD985B453F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8" name="Graphic 2">
              <a:extLst>
                <a:ext uri="{FF2B5EF4-FFF2-40B4-BE49-F238E27FC236}">
                  <a16:creationId xmlns:a16="http://schemas.microsoft.com/office/drawing/2014/main" id="{D7EF599C-3C17-40A6-B643-2FFC4C0B9A8D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4355583-42C0-4302-A7C5-E48FC44A19CC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4A7CA47-043B-426E-A39A-C8245F667BED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671D98B-EB62-430A-84C5-B6469F2347C0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93FD8874-9CE2-4F90-AE49-1761AF0744BD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0D70DD9-039F-425A-944F-48C208E4106B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D8FC4B5-99A5-451B-8439-FAE325D9462A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21629CE-1A62-489A-BA56-2EDF6A6C944E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452BF46-4E25-4D90-9CF3-C6593FDE64CB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476FEDB-D2BB-4966-A263-D7502A121898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7C36785-EB3B-485B-AC04-8567B1A8006F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77DC1A2-D0C7-4180-92EA-1BA832DE1D95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1245960-F969-4EFA-A7E7-FF267C5DE628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7D9BED2-DEF3-4D0B-AA0F-44CEB9CAFDD4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8D31A3A6-7DB6-4836-A156-ECA307AF6C22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86AFFB1-AE70-4921-99ED-AA74DCC7C4AD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2A8F173-B134-41A2-A375-30D4414C5C68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E6264E-DD46-4CFC-AD9E-E056970620FF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9DA5ECEF-E84D-43E4-9DA5-5AD6A0B702A6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08F821C-629E-4A0F-BECB-B65F348F63E8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3703265-1FDE-48AE-9C6B-DF7DF1687E08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17CD1E63-0F24-44B7-978D-860E07E06502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8E57A63-5EC3-4133-9277-580213F87D00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B0EB590-3442-4ECF-8A56-255C142AE274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7833E2C-F53A-4E69-9AFB-C3C86896C999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17E9ADE-4988-41CF-9029-49448152263F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F2A63329-AC1E-4FBE-8847-D38C5FAA782A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6CE2A50-9AFC-4E40-A79A-7A60F67BAB94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41A5995-199A-440D-BFC3-3D23FCB44766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4E2D7F3-9D70-4C54-B730-93370152C774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7" name="Slide Number">
            <a:extLst>
              <a:ext uri="{FF2B5EF4-FFF2-40B4-BE49-F238E27FC236}">
                <a16:creationId xmlns:a16="http://schemas.microsoft.com/office/drawing/2014/main" id="{64602C27-A40E-4D68-9AB4-23EEE193BE80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14B09955-E2DA-4659-BD01-E2EEE642780C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D9778BF-2D73-4B39-A18E-99747A87DAFF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4305AAE-A27B-4FB5-852C-8BBBBDFCDA92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24C8E79-6BFA-4F1B-BBBC-F8AD2B4DE669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A42BF5A-1995-4A82-8D90-EC509A80B3E6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B09CEAE-CB40-4E6C-AAC6-EF7F49F673D0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F6CD3E7-C392-4F96-A18E-B9959D8785CA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4DBC9CC-66E4-404E-84E1-B991237CC419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3CA7BD7-93BB-45DB-A367-6E424E3E5445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A24CDD5-2D9F-42C8-B65B-ACBB77166FB9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EF75A7D-46E7-49DA-B935-2572B3F223D8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CDF7BCA-8BF6-4BCD-A0BF-1DD47C96C936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69BF160-2A24-4308-8138-9056FE862A23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B4C5DD-C691-4229-8BAA-6CA0920DCCC8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80A35D7-B6E5-44B9-955F-A7F1A085DC03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CD135C1-5D7B-4802-ABAF-BFA0F4E596C4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3C6D294-FADA-4332-A9F9-C81741971A1D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FBF6BED-4C9B-49E8-B0F4-EB606367C25A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963CEAA-E609-43D2-B71B-C79027DC8E10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FE3D99DB-FA1C-4EC9-81B5-C514DDA82F31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47DAD7B-2559-4988-9E76-B3042C63172A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19912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59861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2EE3A5BC-07D6-4C6F-9D33-1816A2626C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72026"/>
          <a:stretch/>
        </p:blipFill>
        <p:spPr>
          <a:xfrm>
            <a:off x="8781416" y="0"/>
            <a:ext cx="3410584" cy="6858000"/>
          </a:xfrm>
          <a:prstGeom prst="rect">
            <a:avLst/>
          </a:prstGeom>
        </p:spPr>
      </p:pic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0B9914A-DB55-4BC1-945B-6BCB6965147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s-CO"/>
              <a:t>Click to edit Master title style</a:t>
            </a:r>
            <a:endParaRPr lang="es-CO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DFAFB1F1-9351-4B71-8B28-70BD6B35E3B1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Fuente: …</a:t>
            </a: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08E62A-4713-430C-922A-464253C4B3F7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DD205A2-AB3D-4CED-8F4E-530FFA0937BE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FC339D9E-BE39-4EDF-8151-7ABC81DD2627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ECF8897-6E5D-480C-9485-DB9A4E8C0D02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D36FC3E5-1F7E-4412-BDCF-C83F7884C836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FE14F237-5410-4E1A-8D3A-30B7FF0E9A6D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D53CF770-912A-4602-9AC9-175C50F71379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8195ADC-CDC6-448A-8CE0-8491C3C81422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F223D90-2CD7-4834-AA7D-022DD16086BA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31D38648-74F4-4C35-A888-879216CE3C44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CC64F64-037F-4ADF-B0C0-405B28CB4DA3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84D29FD-1C04-470B-97C6-74B47524DAB5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2C60D63-01A5-4906-8446-8D52D38DBF67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7" name="Graphic 2">
              <a:extLst>
                <a:ext uri="{FF2B5EF4-FFF2-40B4-BE49-F238E27FC236}">
                  <a16:creationId xmlns:a16="http://schemas.microsoft.com/office/drawing/2014/main" id="{30FA570D-928C-49E0-BAE5-B989CA6F2595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C312CC5-8201-497B-9F03-D3843DD6FD36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13D8DAE-4622-4CEF-8BDF-B7267FAB69AC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DD0E62B-A2DD-4936-8B25-E821D7834C1F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D455096C-98DE-4F01-B23F-2E1ACF64AFCF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B1E1B25-053A-4EF3-94A6-1F64A5F2D51E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9D18047-4D65-4484-865B-446F64D88B6C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FB6C5C7-9A10-4DE4-B892-A3A4907F3663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B771DBB-F67E-41DA-82FE-FE54F7595981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F7ECFAA-372E-4B7B-AB87-D7BAF9A78367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8" name="Graphic 2">
              <a:extLst>
                <a:ext uri="{FF2B5EF4-FFF2-40B4-BE49-F238E27FC236}">
                  <a16:creationId xmlns:a16="http://schemas.microsoft.com/office/drawing/2014/main" id="{C0723AA8-9015-4D6F-83AB-B10F5DBF5ABD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0FEC9B8-1F2D-4F3B-9572-C4D49B98BCE7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E05F7F3-81A2-46EA-8987-1FB17DC88509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370ECBF-51B5-43B3-82CF-A54AEB8D3E7D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604977F-7B35-4211-B6D2-754F7A1F3A95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0809E25-631A-4E8B-ABA1-CB41AFBCBEE6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01F1C08-0E84-4862-A596-F239A1A35AF7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8D96333-0460-4A46-896A-8BCD1C83683E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7DE3016-007F-4259-8D74-6425C8024FCE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00BB603-56A2-4E57-9D35-F86902C416E2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687F28D-F5FF-4414-BC82-569B938ED90E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0D2E4EC-5775-49AE-BB71-8FE8EA38D40D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4DDD335-E028-4D39-BF50-26C87794B7E0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AA3C3B0-B3C9-46A4-BD76-057BE65C0EBE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D637403A-53E8-489C-9699-EC7B9E975776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6763E7F-F766-4DE0-8F60-3F163AA819CE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F7BA9099-8127-48D7-8E5A-5C7EB6942E60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C2B1FE1-CC50-4735-8FC3-86394FABBD3F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285B7E5-7205-48CA-B092-BCFB9989C596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CAF378E-4D6B-49E1-A4CA-1ED9393B913C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51B1BAA-F9A1-4B33-9E94-86810A457A73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664D08A-E2AD-45A0-BCAA-6C08F384CDD6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FD615ED-FFA5-40F1-AE6C-D04BFC0D26AF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57F1914-1502-4896-A234-B1908F3E554C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5FFE164-2595-4AEF-98F8-AF0DD3033863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CF354D-0994-4179-9B94-95089D00FABB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621F0DBA-8B66-4DE0-84EB-F6D0F5ADC6F3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171E22B-EABE-4AD6-9121-D5F186852689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AE1FAD6-E9A7-4810-8D45-0DD946606DFF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C2C7B9E-2718-4252-A563-40670646D28E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7" name="Slide Number">
            <a:extLst>
              <a:ext uri="{FF2B5EF4-FFF2-40B4-BE49-F238E27FC236}">
                <a16:creationId xmlns:a16="http://schemas.microsoft.com/office/drawing/2014/main" id="{D1F75C62-61F3-4E82-A995-0DAEA70BB0F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725F5931-E938-42D9-B21A-8AED7B236640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21E6FF-83FA-4AD5-B6CC-B023EB95C4AD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5B5674-5F51-4B2B-B60F-619AA746D9B2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AEBBBA7-F1E7-45AC-911D-DDC672166963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6448F58-14A4-41A8-9FF7-93A4A278A160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2F5CBFE-945B-46AA-9C32-3E79931F6C61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F74FEC9-9A87-4977-8B0E-6D0AEB09C139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C4C00B5-0BC1-4A01-9BDF-094F054C5E6F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C75EBCD-7928-479C-975D-71F6CEF7CFB3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7BFCE94-87CD-4118-9EE4-B9292BC21387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C25E411-888A-475C-A1ED-9BADC134E5A3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DEFA2D4-CF90-4BC6-8E9E-369408835B05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E492744-C9F4-4A14-BA8C-D6E52163E859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2724515-E934-4570-84F1-7849EEB02432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491FDF-B402-4EA6-AA48-D1DEA545A0E3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17AAF45-1F80-4EF5-9962-23FE5AC38A78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E85A32B-047D-44BA-81DF-4AAEE664D3D3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DD16789-1420-41E5-932F-5F40EB865171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DA2E4B5-2E70-4BBB-9C52-2136387554C3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C689D23-62D2-4673-8090-5BA59227EAD1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719A81C-B693-4910-8E96-83320F3E3645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5287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338147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9D9CCD19-2801-4AA1-B1E1-8D37D6D820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r="72026"/>
          <a:stretch/>
        </p:blipFill>
        <p:spPr>
          <a:xfrm>
            <a:off x="0" y="0"/>
            <a:ext cx="3410584" cy="6858000"/>
          </a:xfrm>
          <a:prstGeom prst="rect">
            <a:avLst/>
          </a:prstGeom>
        </p:spPr>
      </p:pic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05418DB-2F6D-4E1E-889F-DE7C7630E9D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Fuente: …</a:t>
            </a: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768EECA-1A03-46B2-B9BB-3C455A3710A4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 rtl="0">
              <a:defRPr lang="en-US" sz="800" b="0" dirty="0">
                <a:solidFill>
                  <a:schemeClr val="tx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sp>
        <p:nvSpPr>
          <p:cNvPr id="11" name="2. Slide Title">
            <a:extLst>
              <a:ext uri="{FF2B5EF4-FFF2-40B4-BE49-F238E27FC236}">
                <a16:creationId xmlns:a16="http://schemas.microsoft.com/office/drawing/2014/main" id="{45C7BD42-A8FD-43D0-8453-AEB3E1C97A61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 rtl="0">
              <a:defRPr>
                <a:solidFill>
                  <a:schemeClr val="tx1"/>
                </a:solidFill>
              </a:defRPr>
            </a:lvl1pPr>
          </a:lstStyle>
          <a:p>
            <a:r>
              <a:rPr lang="es-CO"/>
              <a:t>Click to edit Master title</a:t>
            </a:r>
            <a:endParaRPr lang="es-CO" dirty="0"/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56DD08CB-38DF-4ECE-891E-86CABE6B0E3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s-CO"/>
              <a:t>Click to edit Master subtitle style</a:t>
            </a:r>
            <a:endParaRPr lang="es-CO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7B7DCA-C025-4967-8934-CF0AAEB21608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F4696C8-2642-401B-A872-C3C6CD99CFBF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B6F02750-7298-4CF7-A98C-D35F4FB9FFA6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288B77C0-0109-415F-8516-5189AD087A5C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D0B41BD-287C-4E3B-9471-8E66EC5418ED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539B9D8C-82EA-498A-9D75-0EF58C1ABB4C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E17C005-C114-417E-9399-9414C6EB1771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C1F0BE8-CAA3-45AD-8DDC-60CDDDA5898C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33D1F7E-8D33-4381-B9AD-580118E2D01C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53ED384-423B-4F86-AFF8-F94BC0BD0C65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66AB7C2-590E-4B1F-820A-17102F19DB8B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7CBF35F-9AAF-457F-AA10-82AE794D75BA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93080C35-7054-444A-8F23-18616F9FFDF5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7" name="Graphic 2">
              <a:extLst>
                <a:ext uri="{FF2B5EF4-FFF2-40B4-BE49-F238E27FC236}">
                  <a16:creationId xmlns:a16="http://schemas.microsoft.com/office/drawing/2014/main" id="{983A5BFC-2613-45E3-89C0-DF1E77DDB9DB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4818C54-8CA7-47C2-8C64-9F0BB6AA8822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5ACD291-14AF-4A52-A1E5-5A525922D245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12BC95A-C3F8-497F-99DD-2C060C840B1E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AEA59538-70D6-4913-B6E9-C77CA94292AC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1CBCD53-07CC-4C99-95A9-5BD4C15A3CA3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3893062-8901-4E22-9656-84D6A6321CE5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BF52C34-F752-4D4F-839C-CD297A7EEC5E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FBE13F5-14D4-4B11-AAE6-35B93DD4B2F6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63363E7-E84D-4E7B-9FB6-9201EF076977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8" name="Graphic 2">
              <a:extLst>
                <a:ext uri="{FF2B5EF4-FFF2-40B4-BE49-F238E27FC236}">
                  <a16:creationId xmlns:a16="http://schemas.microsoft.com/office/drawing/2014/main" id="{5C1B7519-6B9D-4DE1-A9BA-867DC082830F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805F6EC-5EA2-464E-95F7-87FFA3E47CA0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2D765D6-3434-4606-A23D-8A218F83E0EF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B8AA6E7-C8C7-409F-8F91-4E159DCF9536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02BE55F-1F94-4AAD-B2AD-5CEBC8356756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2000F7A-1080-4D96-BA4A-66F710E2CB29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80B626C-7F49-435F-9FFF-EB55DB130068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E356F3F-E7DE-4243-A302-874CD8F1B3A3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68AE1DC-FB8D-463B-BCA3-C8B311F73AD5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1988938-3CC2-486F-931B-4F63C8E801E9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422A3F70-E58C-44E2-B562-B0E9B8344A72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8DAE92A-34AD-4B91-9A0D-F09C921997ED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596EF27-EE70-4F2F-AAFD-130194D0F9E7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896F6B2-2C50-4276-8A62-9F9E7A5E0A0B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EE00A2D3-BB06-4CC8-8CC3-6BEB6A7F4E4D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5F003A2-0851-4A6A-BFBC-4EC0D96F0C9E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A59C96F-04E2-4693-8363-0BDE22C5F157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5A5D3F7-81B8-4D8E-B0CF-B8FC460A1DA1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89702D00-C5CD-4003-81DC-ED7D50DD129A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42EC166-621E-4E63-908E-1D5CBD5DBE88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415DF19-E6DC-494E-A9D8-71734371E6C7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2E13398-B9DA-4A34-BEA9-1138D8E83057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67B776C-0B73-4F77-B56F-E36EB1FE226F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C789A42-875F-46A7-A73B-BB9AD7324303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9724E2D-2B9F-48CD-B374-F4B1725B0099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3F422D6-77DF-4FF5-9D21-85AC4704C035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31E17F31-B06A-4749-A600-E1A31A6573CD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946A9A0-A574-465A-A905-9CF8F458AFC6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092D7D3-85DB-495B-BC9A-860DD7986B9A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A5A466F-AED6-4696-BB9C-584E9DBB5273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7" name="Slide Number">
            <a:extLst>
              <a:ext uri="{FF2B5EF4-FFF2-40B4-BE49-F238E27FC236}">
                <a16:creationId xmlns:a16="http://schemas.microsoft.com/office/drawing/2014/main" id="{C2AF39B6-350F-48BD-8FF2-B75C8F0BD604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D1E7FCE6-6734-42B8-B83E-BDC99A66F051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CC6ED59-9BF4-4B34-90E9-B9353759452F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6840416" y="3210711"/>
            <a:chExt cx="5297344" cy="1600197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CF715DC-4FAC-425B-AC9A-0C3E88A53513}"/>
                </a:ext>
              </a:extLst>
            </p:cNvPr>
            <p:cNvSpPr/>
            <p:nvPr/>
          </p:nvSpPr>
          <p:spPr>
            <a:xfrm>
              <a:off x="10456963" y="434147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D24FF23-A4D6-43E0-BC04-7C1B27948E27}"/>
                </a:ext>
              </a:extLst>
            </p:cNvPr>
            <p:cNvSpPr/>
            <p:nvPr/>
          </p:nvSpPr>
          <p:spPr>
            <a:xfrm>
              <a:off x="10720010" y="442645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2586A56-C143-48EA-B2D7-6E5E92A6A1C3}"/>
                </a:ext>
              </a:extLst>
            </p:cNvPr>
            <p:cNvSpPr/>
            <p:nvPr/>
          </p:nvSpPr>
          <p:spPr>
            <a:xfrm>
              <a:off x="10972264" y="438598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0B6EB90-C7BA-4417-B084-446DF7C50ADF}"/>
                </a:ext>
              </a:extLst>
            </p:cNvPr>
            <p:cNvSpPr/>
            <p:nvPr/>
          </p:nvSpPr>
          <p:spPr>
            <a:xfrm>
              <a:off x="11252846" y="443320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E3F2D6F-432F-4024-860E-A25936E42255}"/>
                </a:ext>
              </a:extLst>
            </p:cNvPr>
            <p:cNvSpPr/>
            <p:nvPr/>
          </p:nvSpPr>
          <p:spPr>
            <a:xfrm>
              <a:off x="11540173" y="442780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CA3375F-6F4F-4EDE-94A5-EF9285C5C6B6}"/>
                </a:ext>
              </a:extLst>
            </p:cNvPr>
            <p:cNvSpPr/>
            <p:nvPr/>
          </p:nvSpPr>
          <p:spPr>
            <a:xfrm>
              <a:off x="11693955" y="442780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8E02C02-F2A2-4926-8232-1EFC2A5BF357}"/>
                </a:ext>
              </a:extLst>
            </p:cNvPr>
            <p:cNvSpPr/>
            <p:nvPr/>
          </p:nvSpPr>
          <p:spPr>
            <a:xfrm>
              <a:off x="11963746" y="442510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9B67BC1-F9D5-404B-BA81-B1C3B0990E93}"/>
                </a:ext>
              </a:extLst>
            </p:cNvPr>
            <p:cNvSpPr/>
            <p:nvPr/>
          </p:nvSpPr>
          <p:spPr>
            <a:xfrm>
              <a:off x="8190719" y="347544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7DACBDD-D2E3-4483-A3C2-463F8C8D1DF5}"/>
                </a:ext>
              </a:extLst>
            </p:cNvPr>
            <p:cNvSpPr/>
            <p:nvPr/>
          </p:nvSpPr>
          <p:spPr>
            <a:xfrm>
              <a:off x="8850357" y="368588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5D1E260-4390-4677-ADF2-3CACBEB0D03A}"/>
                </a:ext>
              </a:extLst>
            </p:cNvPr>
            <p:cNvSpPr/>
            <p:nvPr/>
          </p:nvSpPr>
          <p:spPr>
            <a:xfrm>
              <a:off x="9344076" y="348353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722DD99-E93E-46C0-B308-6C2D2639675F}"/>
                </a:ext>
              </a:extLst>
            </p:cNvPr>
            <p:cNvSpPr/>
            <p:nvPr/>
          </p:nvSpPr>
          <p:spPr>
            <a:xfrm>
              <a:off x="9617913" y="368588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2912D2D-18EB-4680-8ED2-A4F58423438C}"/>
                </a:ext>
              </a:extLst>
            </p:cNvPr>
            <p:cNvSpPr/>
            <p:nvPr/>
          </p:nvSpPr>
          <p:spPr>
            <a:xfrm>
              <a:off x="10458313" y="368453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0F4585C-DD38-4849-922D-EF4331672C7B}"/>
                </a:ext>
              </a:extLst>
            </p:cNvPr>
            <p:cNvSpPr/>
            <p:nvPr/>
          </p:nvSpPr>
          <p:spPr>
            <a:xfrm>
              <a:off x="10939889" y="368588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E4423D2-0B7A-4FEA-8EB7-7D1200041807}"/>
                </a:ext>
              </a:extLst>
            </p:cNvPr>
            <p:cNvSpPr/>
            <p:nvPr/>
          </p:nvSpPr>
          <p:spPr>
            <a:xfrm>
              <a:off x="11497008" y="368588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8CEE769-CC51-4036-97A6-DAA65B1CB88D}"/>
                </a:ext>
              </a:extLst>
            </p:cNvPr>
            <p:cNvSpPr/>
            <p:nvPr/>
          </p:nvSpPr>
          <p:spPr>
            <a:xfrm>
              <a:off x="6840416" y="321071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6FC6AE8-3909-414E-9523-18B369174CF7}"/>
                </a:ext>
              </a:extLst>
            </p:cNvPr>
            <p:cNvSpPr/>
            <p:nvPr/>
          </p:nvSpPr>
          <p:spPr>
            <a:xfrm>
              <a:off x="6933499" y="337697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1EDAE6B-6378-40E5-A331-FF8F2D543211}"/>
                </a:ext>
              </a:extLst>
            </p:cNvPr>
            <p:cNvSpPr/>
            <p:nvPr/>
          </p:nvSpPr>
          <p:spPr>
            <a:xfrm>
              <a:off x="7073784" y="355368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BC44243-AA9A-4C8B-B56B-4F9C15641E56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B9676A4-EC63-4117-B657-D62B0550789B}"/>
                </a:ext>
              </a:extLst>
            </p:cNvPr>
            <p:cNvSpPr/>
            <p:nvPr/>
          </p:nvSpPr>
          <p:spPr>
            <a:xfrm>
              <a:off x="7245101" y="367036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CD2BF5E-92A7-41C4-93AE-C72274D09C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402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CD2BF5E-92A7-41C4-93AE-C72274D09C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43D208-7255-47DD-BD14-D3DEF334FE3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/>
              <a:t>Fuente: …</a:t>
            </a:r>
            <a:endParaRPr lang="es-CO" sz="800" dirty="0"/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E9E206AB-587F-4AC2-9EF7-AA339899F4B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s-CO"/>
              <a:t>Add tracker</a:t>
            </a:r>
            <a:endParaRPr lang="es-CO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06C3D7-2F27-479F-843F-5769FB47E1C3}"/>
              </a:ext>
            </a:extLst>
          </p:cNvPr>
          <p:cNvGrpSpPr/>
          <p:nvPr userDrawn="1"/>
        </p:nvGrpSpPr>
        <p:grpSpPr>
          <a:xfrm>
            <a:off x="10875032" y="166183"/>
            <a:ext cx="1036060" cy="1160415"/>
            <a:chOff x="-2812280" y="662701"/>
            <a:chExt cx="4932044" cy="552402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4255D14-A741-458E-9A71-2EA84B2D3137}"/>
                </a:ext>
              </a:extLst>
            </p:cNvPr>
            <p:cNvSpPr/>
            <p:nvPr/>
          </p:nvSpPr>
          <p:spPr>
            <a:xfrm>
              <a:off x="-2308408" y="1234201"/>
              <a:ext cx="3924300" cy="4381023"/>
            </a:xfrm>
            <a:custGeom>
              <a:avLst/>
              <a:gdLst>
                <a:gd name="connsiteX0" fmla="*/ 243840 w 3924300"/>
                <a:gd name="connsiteY0" fmla="*/ 916543 h 4381023"/>
                <a:gd name="connsiteX1" fmla="*/ 1718310 w 3924300"/>
                <a:gd name="connsiteY1" fmla="*/ 65008 h 4381023"/>
                <a:gd name="connsiteX2" fmla="*/ 2205990 w 3924300"/>
                <a:gd name="connsiteY2" fmla="*/ 65008 h 4381023"/>
                <a:gd name="connsiteX3" fmla="*/ 3680460 w 3924300"/>
                <a:gd name="connsiteY3" fmla="*/ 916543 h 4381023"/>
                <a:gd name="connsiteX4" fmla="*/ 3924300 w 3924300"/>
                <a:gd name="connsiteY4" fmla="*/ 1338501 h 4381023"/>
                <a:gd name="connsiteX5" fmla="*/ 3924300 w 3924300"/>
                <a:gd name="connsiteY5" fmla="*/ 3042523 h 4381023"/>
                <a:gd name="connsiteX6" fmla="*/ 3680460 w 3924300"/>
                <a:gd name="connsiteY6" fmla="*/ 3464481 h 4381023"/>
                <a:gd name="connsiteX7" fmla="*/ 2205990 w 3924300"/>
                <a:gd name="connsiteY7" fmla="*/ 4316016 h 4381023"/>
                <a:gd name="connsiteX8" fmla="*/ 1718310 w 3924300"/>
                <a:gd name="connsiteY8" fmla="*/ 4316016 h 4381023"/>
                <a:gd name="connsiteX9" fmla="*/ 243840 w 3924300"/>
                <a:gd name="connsiteY9" fmla="*/ 3464481 h 4381023"/>
                <a:gd name="connsiteX10" fmla="*/ 0 w 3924300"/>
                <a:gd name="connsiteY10" fmla="*/ 3042523 h 4381023"/>
                <a:gd name="connsiteX11" fmla="*/ 0 w 3924300"/>
                <a:gd name="connsiteY11" fmla="*/ 1339453 h 4381023"/>
                <a:gd name="connsiteX12" fmla="*/ 243840 w 3924300"/>
                <a:gd name="connsiteY12" fmla="*/ 916543 h 4381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24300" h="4381023">
                  <a:moveTo>
                    <a:pt x="243840" y="916543"/>
                  </a:moveTo>
                  <a:lnTo>
                    <a:pt x="1718310" y="65008"/>
                  </a:lnTo>
                  <a:cubicBezTo>
                    <a:pt x="1868805" y="-21669"/>
                    <a:pt x="2054543" y="-21669"/>
                    <a:pt x="2205990" y="65008"/>
                  </a:cubicBezTo>
                  <a:lnTo>
                    <a:pt x="3680460" y="916543"/>
                  </a:lnTo>
                  <a:cubicBezTo>
                    <a:pt x="3830955" y="1003221"/>
                    <a:pt x="3924300" y="1164193"/>
                    <a:pt x="3924300" y="1338501"/>
                  </a:cubicBezTo>
                  <a:lnTo>
                    <a:pt x="3924300" y="3042523"/>
                  </a:lnTo>
                  <a:cubicBezTo>
                    <a:pt x="3924300" y="3216831"/>
                    <a:pt x="3830955" y="3377803"/>
                    <a:pt x="3680460" y="3464481"/>
                  </a:cubicBezTo>
                  <a:lnTo>
                    <a:pt x="2205990" y="4316016"/>
                  </a:lnTo>
                  <a:cubicBezTo>
                    <a:pt x="2055495" y="4402693"/>
                    <a:pt x="1869758" y="4402693"/>
                    <a:pt x="1718310" y="4316016"/>
                  </a:cubicBezTo>
                  <a:lnTo>
                    <a:pt x="243840" y="3464481"/>
                  </a:lnTo>
                  <a:cubicBezTo>
                    <a:pt x="93345" y="3377803"/>
                    <a:pt x="0" y="3216831"/>
                    <a:pt x="0" y="3042523"/>
                  </a:cubicBezTo>
                  <a:lnTo>
                    <a:pt x="0" y="1339453"/>
                  </a:lnTo>
                  <a:cubicBezTo>
                    <a:pt x="0" y="1165146"/>
                    <a:pt x="92393" y="1004173"/>
                    <a:pt x="243840" y="916543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19" name="Graphic 2">
              <a:extLst>
                <a:ext uri="{FF2B5EF4-FFF2-40B4-BE49-F238E27FC236}">
                  <a16:creationId xmlns:a16="http://schemas.microsoft.com/office/drawing/2014/main" id="{86D04F9A-7314-478B-BD7D-E5AF155C7A97}"/>
                </a:ext>
              </a:extLst>
            </p:cNvPr>
            <p:cNvGrpSpPr/>
            <p:nvPr/>
          </p:nvGrpSpPr>
          <p:grpSpPr>
            <a:xfrm>
              <a:off x="-2044803" y="2986581"/>
              <a:ext cx="3340304" cy="1188357"/>
              <a:chOff x="-2044803" y="2986581"/>
              <a:chExt cx="3340304" cy="1188357"/>
            </a:xfrm>
            <a:solidFill>
              <a:srgbClr val="FFE500"/>
            </a:solidFill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FA86A57-F78E-49F9-8B78-8EC783CE8D41}"/>
                  </a:ext>
                </a:extLst>
              </p:cNvPr>
              <p:cNvSpPr/>
              <p:nvPr/>
            </p:nvSpPr>
            <p:spPr>
              <a:xfrm>
                <a:off x="-2044803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4570 w 728403"/>
                  <a:gd name="connsiteY31" fmla="*/ 328017 h 845356"/>
                  <a:gd name="connsiteX32" fmla="*/ 404098 w 728403"/>
                  <a:gd name="connsiteY32" fmla="*/ 400407 h 845356"/>
                  <a:gd name="connsiteX33" fmla="*/ 446960 w 728403"/>
                  <a:gd name="connsiteY33" fmla="*/ 399455 h 845356"/>
                  <a:gd name="connsiteX34" fmla="*/ 565070 w 728403"/>
                  <a:gd name="connsiteY34" fmla="*/ 255627 h 845356"/>
                  <a:gd name="connsiteX35" fmla="*/ 664130 w 728403"/>
                  <a:gd name="connsiteY35" fmla="*/ 75605 h 845356"/>
                  <a:gd name="connsiteX36" fmla="*/ 671750 w 728403"/>
                  <a:gd name="connsiteY36" fmla="*/ 52745 h 845356"/>
                  <a:gd name="connsiteX37" fmla="*/ 662225 w 728403"/>
                  <a:gd name="connsiteY37" fmla="*/ 45125 h 845356"/>
                  <a:gd name="connsiteX38" fmla="*/ 647938 w 728403"/>
                  <a:gd name="connsiteY38" fmla="*/ 50840 h 845356"/>
                  <a:gd name="connsiteX39" fmla="*/ 570785 w 728403"/>
                  <a:gd name="connsiteY39" fmla="*/ 102275 h 845356"/>
                  <a:gd name="connsiteX40" fmla="*/ 395525 w 728403"/>
                  <a:gd name="connsiteY40" fmla="*/ 263247 h 845356"/>
                  <a:gd name="connsiteX41" fmla="*/ 378380 w 728403"/>
                  <a:gd name="connsiteY41" fmla="*/ 296585 h 845356"/>
                  <a:gd name="connsiteX42" fmla="*/ 374570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1248" y="140375"/>
                      <a:pt x="466963" y="136565"/>
                    </a:cubicBezTo>
                    <a:close/>
                    <a:moveTo>
                      <a:pt x="374570" y="328017"/>
                    </a:moveTo>
                    <a:cubicBezTo>
                      <a:pt x="378380" y="354687"/>
                      <a:pt x="390763" y="377547"/>
                      <a:pt x="404098" y="400407"/>
                    </a:cubicBezTo>
                    <a:cubicBezTo>
                      <a:pt x="417433" y="422315"/>
                      <a:pt x="422195" y="422315"/>
                      <a:pt x="446960" y="399455"/>
                    </a:cubicBezTo>
                    <a:cubicBezTo>
                      <a:pt x="493633" y="356592"/>
                      <a:pt x="530780" y="307062"/>
                      <a:pt x="565070" y="255627"/>
                    </a:cubicBezTo>
                    <a:cubicBezTo>
                      <a:pt x="603170" y="197525"/>
                      <a:pt x="640318" y="138470"/>
                      <a:pt x="664130" y="75605"/>
                    </a:cubicBezTo>
                    <a:cubicBezTo>
                      <a:pt x="666988" y="67032"/>
                      <a:pt x="669845" y="59412"/>
                      <a:pt x="671750" y="52745"/>
                    </a:cubicBezTo>
                    <a:cubicBezTo>
                      <a:pt x="674608" y="43220"/>
                      <a:pt x="671750" y="41315"/>
                      <a:pt x="662225" y="45125"/>
                    </a:cubicBezTo>
                    <a:cubicBezTo>
                      <a:pt x="657463" y="46077"/>
                      <a:pt x="652700" y="48935"/>
                      <a:pt x="647938" y="50840"/>
                    </a:cubicBezTo>
                    <a:cubicBezTo>
                      <a:pt x="621268" y="65127"/>
                      <a:pt x="595550" y="82272"/>
                      <a:pt x="570785" y="102275"/>
                    </a:cubicBezTo>
                    <a:cubicBezTo>
                      <a:pt x="508873" y="150852"/>
                      <a:pt x="449818" y="206097"/>
                      <a:pt x="395525" y="263247"/>
                    </a:cubicBezTo>
                    <a:cubicBezTo>
                      <a:pt x="386000" y="274677"/>
                      <a:pt x="379333" y="285155"/>
                      <a:pt x="378380" y="296585"/>
                    </a:cubicBezTo>
                    <a:cubicBezTo>
                      <a:pt x="372665" y="308015"/>
                      <a:pt x="372665" y="318492"/>
                      <a:pt x="374570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01FA4B3-C5B5-4685-AB58-1121652D797D}"/>
                  </a:ext>
                </a:extLst>
              </p:cNvPr>
              <p:cNvSpPr/>
              <p:nvPr/>
            </p:nvSpPr>
            <p:spPr>
              <a:xfrm>
                <a:off x="-1446304" y="3323009"/>
                <a:ext cx="512771" cy="448719"/>
              </a:xfrm>
              <a:custGeom>
                <a:avLst/>
                <a:gdLst>
                  <a:gd name="connsiteX0" fmla="*/ 287564 w 512771"/>
                  <a:gd name="connsiteY0" fmla="*/ 99323 h 448719"/>
                  <a:gd name="connsiteX1" fmla="*/ 399959 w 512771"/>
                  <a:gd name="connsiteY1" fmla="*/ 17409 h 448719"/>
                  <a:gd name="connsiteX2" fmla="*/ 426629 w 512771"/>
                  <a:gd name="connsiteY2" fmla="*/ 5026 h 448719"/>
                  <a:gd name="connsiteX3" fmla="*/ 474254 w 512771"/>
                  <a:gd name="connsiteY3" fmla="*/ 5026 h 448719"/>
                  <a:gd name="connsiteX4" fmla="*/ 496161 w 512771"/>
                  <a:gd name="connsiteY4" fmla="*/ 14551 h 448719"/>
                  <a:gd name="connsiteX5" fmla="*/ 508544 w 512771"/>
                  <a:gd name="connsiteY5" fmla="*/ 64081 h 448719"/>
                  <a:gd name="connsiteX6" fmla="*/ 495209 w 512771"/>
                  <a:gd name="connsiteY6" fmla="*/ 71701 h 448719"/>
                  <a:gd name="connsiteX7" fmla="*/ 472349 w 512771"/>
                  <a:gd name="connsiteY7" fmla="*/ 54556 h 448719"/>
                  <a:gd name="connsiteX8" fmla="*/ 436154 w 512771"/>
                  <a:gd name="connsiteY8" fmla="*/ 42173 h 448719"/>
                  <a:gd name="connsiteX9" fmla="*/ 318996 w 512771"/>
                  <a:gd name="connsiteY9" fmla="*/ 120278 h 448719"/>
                  <a:gd name="connsiteX10" fmla="*/ 91349 w 512771"/>
                  <a:gd name="connsiteY10" fmla="*/ 380311 h 448719"/>
                  <a:gd name="connsiteX11" fmla="*/ 58011 w 512771"/>
                  <a:gd name="connsiteY11" fmla="*/ 429841 h 448719"/>
                  <a:gd name="connsiteX12" fmla="*/ 28484 w 512771"/>
                  <a:gd name="connsiteY12" fmla="*/ 447938 h 448719"/>
                  <a:gd name="connsiteX13" fmla="*/ 7529 w 512771"/>
                  <a:gd name="connsiteY13" fmla="*/ 416506 h 448719"/>
                  <a:gd name="connsiteX14" fmla="*/ 52296 w 512771"/>
                  <a:gd name="connsiteY14" fmla="*/ 329828 h 448719"/>
                  <a:gd name="connsiteX15" fmla="*/ 227556 w 512771"/>
                  <a:gd name="connsiteY15" fmla="*/ 20266 h 448719"/>
                  <a:gd name="connsiteX16" fmla="*/ 258036 w 512771"/>
                  <a:gd name="connsiteY16" fmla="*/ 8836 h 448719"/>
                  <a:gd name="connsiteX17" fmla="*/ 270419 w 512771"/>
                  <a:gd name="connsiteY17" fmla="*/ 14551 h 448719"/>
                  <a:gd name="connsiteX18" fmla="*/ 278039 w 512771"/>
                  <a:gd name="connsiteY18" fmla="*/ 42173 h 448719"/>
                  <a:gd name="connsiteX19" fmla="*/ 235176 w 512771"/>
                  <a:gd name="connsiteY19" fmla="*/ 125993 h 448719"/>
                  <a:gd name="connsiteX20" fmla="*/ 205649 w 512771"/>
                  <a:gd name="connsiteY20" fmla="*/ 175523 h 448719"/>
                  <a:gd name="connsiteX21" fmla="*/ 208506 w 512771"/>
                  <a:gd name="connsiteY21" fmla="*/ 176476 h 448719"/>
                  <a:gd name="connsiteX22" fmla="*/ 287564 w 512771"/>
                  <a:gd name="connsiteY22" fmla="*/ 99323 h 44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12771" h="448719">
                    <a:moveTo>
                      <a:pt x="287564" y="99323"/>
                    </a:moveTo>
                    <a:cubicBezTo>
                      <a:pt x="321854" y="67891"/>
                      <a:pt x="357096" y="37411"/>
                      <a:pt x="399959" y="17409"/>
                    </a:cubicBezTo>
                    <a:cubicBezTo>
                      <a:pt x="408531" y="12646"/>
                      <a:pt x="418056" y="8836"/>
                      <a:pt x="426629" y="5026"/>
                    </a:cubicBezTo>
                    <a:cubicBezTo>
                      <a:pt x="443774" y="-689"/>
                      <a:pt x="459966" y="-2594"/>
                      <a:pt x="474254" y="5026"/>
                    </a:cubicBezTo>
                    <a:cubicBezTo>
                      <a:pt x="481874" y="8836"/>
                      <a:pt x="488541" y="10741"/>
                      <a:pt x="496161" y="14551"/>
                    </a:cubicBezTo>
                    <a:cubicBezTo>
                      <a:pt x="510449" y="20266"/>
                      <a:pt x="518069" y="47888"/>
                      <a:pt x="508544" y="64081"/>
                    </a:cubicBezTo>
                    <a:cubicBezTo>
                      <a:pt x="504734" y="69796"/>
                      <a:pt x="500924" y="72653"/>
                      <a:pt x="495209" y="71701"/>
                    </a:cubicBezTo>
                    <a:cubicBezTo>
                      <a:pt x="485684" y="68843"/>
                      <a:pt x="473301" y="66938"/>
                      <a:pt x="472349" y="54556"/>
                    </a:cubicBezTo>
                    <a:cubicBezTo>
                      <a:pt x="468539" y="31696"/>
                      <a:pt x="466634" y="29791"/>
                      <a:pt x="436154" y="42173"/>
                    </a:cubicBezTo>
                    <a:cubicBezTo>
                      <a:pt x="392339" y="60271"/>
                      <a:pt x="354239" y="88846"/>
                      <a:pt x="318996" y="120278"/>
                    </a:cubicBezTo>
                    <a:cubicBezTo>
                      <a:pt x="231366" y="198384"/>
                      <a:pt x="157071" y="286013"/>
                      <a:pt x="91349" y="380311"/>
                    </a:cubicBezTo>
                    <a:cubicBezTo>
                      <a:pt x="78966" y="396503"/>
                      <a:pt x="68489" y="413648"/>
                      <a:pt x="58011" y="429841"/>
                    </a:cubicBezTo>
                    <a:cubicBezTo>
                      <a:pt x="50391" y="443176"/>
                      <a:pt x="41819" y="447938"/>
                      <a:pt x="28484" y="447938"/>
                    </a:cubicBezTo>
                    <a:cubicBezTo>
                      <a:pt x="-2949" y="450796"/>
                      <a:pt x="-5806" y="446986"/>
                      <a:pt x="7529" y="416506"/>
                    </a:cubicBezTo>
                    <a:cubicBezTo>
                      <a:pt x="20864" y="386978"/>
                      <a:pt x="37056" y="359356"/>
                      <a:pt x="52296" y="329828"/>
                    </a:cubicBezTo>
                    <a:cubicBezTo>
                      <a:pt x="108494" y="226006"/>
                      <a:pt x="168501" y="122184"/>
                      <a:pt x="227556" y="20266"/>
                    </a:cubicBezTo>
                    <a:cubicBezTo>
                      <a:pt x="238986" y="2168"/>
                      <a:pt x="240891" y="1216"/>
                      <a:pt x="258036" y="8836"/>
                    </a:cubicBezTo>
                    <a:cubicBezTo>
                      <a:pt x="261846" y="9788"/>
                      <a:pt x="266609" y="12646"/>
                      <a:pt x="270419" y="14551"/>
                    </a:cubicBezTo>
                    <a:cubicBezTo>
                      <a:pt x="284706" y="22171"/>
                      <a:pt x="286611" y="25981"/>
                      <a:pt x="278039" y="42173"/>
                    </a:cubicBezTo>
                    <a:cubicBezTo>
                      <a:pt x="265656" y="71701"/>
                      <a:pt x="251369" y="98371"/>
                      <a:pt x="235176" y="125993"/>
                    </a:cubicBezTo>
                    <a:cubicBezTo>
                      <a:pt x="223746" y="142186"/>
                      <a:pt x="216126" y="159331"/>
                      <a:pt x="205649" y="175523"/>
                    </a:cubicBezTo>
                    <a:cubicBezTo>
                      <a:pt x="205649" y="175523"/>
                      <a:pt x="206601" y="176476"/>
                      <a:pt x="208506" y="176476"/>
                    </a:cubicBezTo>
                    <a:cubicBezTo>
                      <a:pt x="235176" y="153616"/>
                      <a:pt x="259941" y="125041"/>
                      <a:pt x="287564" y="99323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73561D1-7991-42A8-9859-9E31907D1A64}"/>
                  </a:ext>
                </a:extLst>
              </p:cNvPr>
              <p:cNvSpPr/>
              <p:nvPr/>
            </p:nvSpPr>
            <p:spPr>
              <a:xfrm>
                <a:off x="-1036471" y="3329545"/>
                <a:ext cx="488976" cy="457917"/>
              </a:xfrm>
              <a:custGeom>
                <a:avLst/>
                <a:gdLst>
                  <a:gd name="connsiteX0" fmla="*/ 340646 w 488976"/>
                  <a:gd name="connsiteY0" fmla="*/ 294717 h 457917"/>
                  <a:gd name="connsiteX1" fmla="*/ 428276 w 488976"/>
                  <a:gd name="connsiteY1" fmla="*/ 249949 h 457917"/>
                  <a:gd name="connsiteX2" fmla="*/ 458756 w 488976"/>
                  <a:gd name="connsiteY2" fmla="*/ 228042 h 457917"/>
                  <a:gd name="connsiteX3" fmla="*/ 472091 w 488976"/>
                  <a:gd name="connsiteY3" fmla="*/ 220422 h 457917"/>
                  <a:gd name="connsiteX4" fmla="*/ 488284 w 488976"/>
                  <a:gd name="connsiteY4" fmla="*/ 223280 h 457917"/>
                  <a:gd name="connsiteX5" fmla="*/ 480664 w 488976"/>
                  <a:gd name="connsiteY5" fmla="*/ 235662 h 457917"/>
                  <a:gd name="connsiteX6" fmla="*/ 457804 w 488976"/>
                  <a:gd name="connsiteY6" fmla="*/ 254712 h 457917"/>
                  <a:gd name="connsiteX7" fmla="*/ 367316 w 488976"/>
                  <a:gd name="connsiteY7" fmla="*/ 307099 h 457917"/>
                  <a:gd name="connsiteX8" fmla="*/ 293973 w 488976"/>
                  <a:gd name="connsiteY8" fmla="*/ 328055 h 457917"/>
                  <a:gd name="connsiteX9" fmla="*/ 264446 w 488976"/>
                  <a:gd name="connsiteY9" fmla="*/ 345199 h 457917"/>
                  <a:gd name="connsiteX10" fmla="*/ 204439 w 488976"/>
                  <a:gd name="connsiteY10" fmla="*/ 409970 h 457917"/>
                  <a:gd name="connsiteX11" fmla="*/ 164434 w 488976"/>
                  <a:gd name="connsiteY11" fmla="*/ 441402 h 457917"/>
                  <a:gd name="connsiteX12" fmla="*/ 103473 w 488976"/>
                  <a:gd name="connsiteY12" fmla="*/ 457595 h 457917"/>
                  <a:gd name="connsiteX13" fmla="*/ 73946 w 488976"/>
                  <a:gd name="connsiteY13" fmla="*/ 456642 h 457917"/>
                  <a:gd name="connsiteX14" fmla="*/ 4413 w 488976"/>
                  <a:gd name="connsiteY14" fmla="*/ 404255 h 457917"/>
                  <a:gd name="connsiteX15" fmla="*/ 3461 w 488976"/>
                  <a:gd name="connsiteY15" fmla="*/ 346152 h 457917"/>
                  <a:gd name="connsiteX16" fmla="*/ 51086 w 488976"/>
                  <a:gd name="connsiteY16" fmla="*/ 228042 h 457917"/>
                  <a:gd name="connsiteX17" fmla="*/ 86329 w 488976"/>
                  <a:gd name="connsiteY17" fmla="*/ 172797 h 457917"/>
                  <a:gd name="connsiteX18" fmla="*/ 109188 w 488976"/>
                  <a:gd name="connsiteY18" fmla="*/ 148032 h 457917"/>
                  <a:gd name="connsiteX19" fmla="*/ 121571 w 488976"/>
                  <a:gd name="connsiteY19" fmla="*/ 130887 h 457917"/>
                  <a:gd name="connsiteX20" fmla="*/ 185389 w 488976"/>
                  <a:gd name="connsiteY20" fmla="*/ 44210 h 457917"/>
                  <a:gd name="connsiteX21" fmla="*/ 279686 w 488976"/>
                  <a:gd name="connsiteY21" fmla="*/ 395 h 457917"/>
                  <a:gd name="connsiteX22" fmla="*/ 297784 w 488976"/>
                  <a:gd name="connsiteY22" fmla="*/ 1347 h 457917"/>
                  <a:gd name="connsiteX23" fmla="*/ 341598 w 488976"/>
                  <a:gd name="connsiteY23" fmla="*/ 13730 h 457917"/>
                  <a:gd name="connsiteX24" fmla="*/ 384461 w 488976"/>
                  <a:gd name="connsiteY24" fmla="*/ 78499 h 457917"/>
                  <a:gd name="connsiteX25" fmla="*/ 362554 w 488976"/>
                  <a:gd name="connsiteY25" fmla="*/ 183274 h 457917"/>
                  <a:gd name="connsiteX26" fmla="*/ 304451 w 488976"/>
                  <a:gd name="connsiteY26" fmla="*/ 290907 h 457917"/>
                  <a:gd name="connsiteX27" fmla="*/ 296831 w 488976"/>
                  <a:gd name="connsiteY27" fmla="*/ 309005 h 457917"/>
                  <a:gd name="connsiteX28" fmla="*/ 340646 w 488976"/>
                  <a:gd name="connsiteY28" fmla="*/ 294717 h 457917"/>
                  <a:gd name="connsiteX29" fmla="*/ 72041 w 488976"/>
                  <a:gd name="connsiteY29" fmla="*/ 370917 h 457917"/>
                  <a:gd name="connsiteX30" fmla="*/ 83471 w 488976"/>
                  <a:gd name="connsiteY30" fmla="*/ 418542 h 457917"/>
                  <a:gd name="connsiteX31" fmla="*/ 114904 w 488976"/>
                  <a:gd name="connsiteY31" fmla="*/ 423305 h 457917"/>
                  <a:gd name="connsiteX32" fmla="*/ 151098 w 488976"/>
                  <a:gd name="connsiteY32" fmla="*/ 393777 h 457917"/>
                  <a:gd name="connsiteX33" fmla="*/ 206344 w 488976"/>
                  <a:gd name="connsiteY33" fmla="*/ 340437 h 457917"/>
                  <a:gd name="connsiteX34" fmla="*/ 203486 w 488976"/>
                  <a:gd name="connsiteY34" fmla="*/ 317577 h 457917"/>
                  <a:gd name="connsiteX35" fmla="*/ 170148 w 488976"/>
                  <a:gd name="connsiteY35" fmla="*/ 300432 h 457917"/>
                  <a:gd name="connsiteX36" fmla="*/ 116809 w 488976"/>
                  <a:gd name="connsiteY36" fmla="*/ 242330 h 457917"/>
                  <a:gd name="connsiteX37" fmla="*/ 72041 w 488976"/>
                  <a:gd name="connsiteY37" fmla="*/ 370917 h 457917"/>
                  <a:gd name="connsiteX38" fmla="*/ 172054 w 488976"/>
                  <a:gd name="connsiteY38" fmla="*/ 211849 h 457917"/>
                  <a:gd name="connsiteX39" fmla="*/ 225394 w 488976"/>
                  <a:gd name="connsiteY39" fmla="*/ 294717 h 457917"/>
                  <a:gd name="connsiteX40" fmla="*/ 247301 w 488976"/>
                  <a:gd name="connsiteY40" fmla="*/ 286145 h 457917"/>
                  <a:gd name="connsiteX41" fmla="*/ 328264 w 488976"/>
                  <a:gd name="connsiteY41" fmla="*/ 128982 h 457917"/>
                  <a:gd name="connsiteX42" fmla="*/ 335884 w 488976"/>
                  <a:gd name="connsiteY42" fmla="*/ 63260 h 457917"/>
                  <a:gd name="connsiteX43" fmla="*/ 273971 w 488976"/>
                  <a:gd name="connsiteY43" fmla="*/ 40399 h 457917"/>
                  <a:gd name="connsiteX44" fmla="*/ 176816 w 488976"/>
                  <a:gd name="connsiteY44" fmla="*/ 167082 h 457917"/>
                  <a:gd name="connsiteX45" fmla="*/ 172054 w 488976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6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9" y="225185"/>
                      <a:pt x="467329" y="220422"/>
                      <a:pt x="472091" y="220422"/>
                    </a:cubicBezTo>
                    <a:cubicBezTo>
                      <a:pt x="477806" y="219470"/>
                      <a:pt x="485426" y="216612"/>
                      <a:pt x="488284" y="223280"/>
                    </a:cubicBezTo>
                    <a:cubicBezTo>
                      <a:pt x="491141" y="228042"/>
                      <a:pt x="484473" y="231852"/>
                      <a:pt x="480664" y="235662"/>
                    </a:cubicBezTo>
                    <a:cubicBezTo>
                      <a:pt x="473044" y="243282"/>
                      <a:pt x="466376" y="248997"/>
                      <a:pt x="457804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9" y="326149"/>
                      <a:pt x="293973" y="328055"/>
                    </a:cubicBezTo>
                    <a:cubicBezTo>
                      <a:pt x="280639" y="329007"/>
                      <a:pt x="273019" y="333770"/>
                      <a:pt x="264446" y="345199"/>
                    </a:cubicBezTo>
                    <a:cubicBezTo>
                      <a:pt x="247301" y="368060"/>
                      <a:pt x="226346" y="389967"/>
                      <a:pt x="204439" y="409970"/>
                    </a:cubicBezTo>
                    <a:cubicBezTo>
                      <a:pt x="192056" y="422352"/>
                      <a:pt x="178721" y="432830"/>
                      <a:pt x="164434" y="441402"/>
                    </a:cubicBezTo>
                    <a:cubicBezTo>
                      <a:pt x="145384" y="452832"/>
                      <a:pt x="124429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4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9" y="172797"/>
                    </a:cubicBezTo>
                    <a:cubicBezTo>
                      <a:pt x="92044" y="163272"/>
                      <a:pt x="98711" y="153747"/>
                      <a:pt x="109188" y="148032"/>
                    </a:cubicBezTo>
                    <a:cubicBezTo>
                      <a:pt x="116809" y="144222"/>
                      <a:pt x="118713" y="136602"/>
                      <a:pt x="121571" y="130887"/>
                    </a:cubicBezTo>
                    <a:cubicBezTo>
                      <a:pt x="135859" y="97549"/>
                      <a:pt x="156814" y="68974"/>
                      <a:pt x="185389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9" y="395"/>
                      <a:pt x="297784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4" y="112789"/>
                      <a:pt x="378746" y="148032"/>
                      <a:pt x="362554" y="183274"/>
                    </a:cubicBezTo>
                    <a:cubicBezTo>
                      <a:pt x="345409" y="219470"/>
                      <a:pt x="326359" y="255664"/>
                      <a:pt x="304451" y="290907"/>
                    </a:cubicBezTo>
                    <a:cubicBezTo>
                      <a:pt x="301594" y="295670"/>
                      <a:pt x="295879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4" y="431877"/>
                      <a:pt x="97759" y="432830"/>
                      <a:pt x="114904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4" y="340437"/>
                    </a:cubicBezTo>
                    <a:cubicBezTo>
                      <a:pt x="219679" y="324245"/>
                      <a:pt x="219679" y="323292"/>
                      <a:pt x="203486" y="317577"/>
                    </a:cubicBezTo>
                    <a:cubicBezTo>
                      <a:pt x="191104" y="312814"/>
                      <a:pt x="180626" y="308052"/>
                      <a:pt x="170148" y="300432"/>
                    </a:cubicBezTo>
                    <a:cubicBezTo>
                      <a:pt x="149194" y="284239"/>
                      <a:pt x="131096" y="267095"/>
                      <a:pt x="116809" y="242330"/>
                    </a:cubicBezTo>
                    <a:cubicBezTo>
                      <a:pt x="92996" y="287097"/>
                      <a:pt x="76804" y="328055"/>
                      <a:pt x="72041" y="370917"/>
                    </a:cubicBezTo>
                    <a:close/>
                    <a:moveTo>
                      <a:pt x="172054" y="211849"/>
                    </a:moveTo>
                    <a:cubicBezTo>
                      <a:pt x="177769" y="248045"/>
                      <a:pt x="198723" y="273762"/>
                      <a:pt x="225394" y="294717"/>
                    </a:cubicBezTo>
                    <a:cubicBezTo>
                      <a:pt x="233966" y="300432"/>
                      <a:pt x="238729" y="299480"/>
                      <a:pt x="247301" y="286145"/>
                    </a:cubicBezTo>
                    <a:cubicBezTo>
                      <a:pt x="281591" y="236614"/>
                      <a:pt x="311119" y="183274"/>
                      <a:pt x="328264" y="128982"/>
                    </a:cubicBezTo>
                    <a:cubicBezTo>
                      <a:pt x="333979" y="106122"/>
                      <a:pt x="339694" y="84214"/>
                      <a:pt x="335884" y="63260"/>
                    </a:cubicBezTo>
                    <a:cubicBezTo>
                      <a:pt x="327311" y="23255"/>
                      <a:pt x="316834" y="16587"/>
                      <a:pt x="273971" y="40399"/>
                    </a:cubicBezTo>
                    <a:cubicBezTo>
                      <a:pt x="221584" y="69927"/>
                      <a:pt x="191104" y="113742"/>
                      <a:pt x="176816" y="167082"/>
                    </a:cubicBezTo>
                    <a:cubicBezTo>
                      <a:pt x="172054" y="182322"/>
                      <a:pt x="169196" y="196610"/>
                      <a:pt x="172054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D821016F-13A9-402A-9164-83698104B0C2}"/>
                  </a:ext>
                </a:extLst>
              </p:cNvPr>
              <p:cNvSpPr/>
              <p:nvPr/>
            </p:nvSpPr>
            <p:spPr>
              <a:xfrm>
                <a:off x="-915138" y="3329582"/>
                <a:ext cx="728403" cy="845356"/>
              </a:xfrm>
              <a:custGeom>
                <a:avLst/>
                <a:gdLst>
                  <a:gd name="connsiteX0" fmla="*/ 466963 w 728403"/>
                  <a:gd name="connsiteY0" fmla="*/ 136565 h 845356"/>
                  <a:gd name="connsiteX1" fmla="*/ 596503 w 728403"/>
                  <a:gd name="connsiteY1" fmla="*/ 32742 h 845356"/>
                  <a:gd name="connsiteX2" fmla="*/ 654605 w 728403"/>
                  <a:gd name="connsiteY2" fmla="*/ 3215 h 845356"/>
                  <a:gd name="connsiteX3" fmla="*/ 688895 w 728403"/>
                  <a:gd name="connsiteY3" fmla="*/ 7025 h 845356"/>
                  <a:gd name="connsiteX4" fmla="*/ 711755 w 728403"/>
                  <a:gd name="connsiteY4" fmla="*/ 19407 h 845356"/>
                  <a:gd name="connsiteX5" fmla="*/ 727948 w 728403"/>
                  <a:gd name="connsiteY5" fmla="*/ 61317 h 845356"/>
                  <a:gd name="connsiteX6" fmla="*/ 694610 w 728403"/>
                  <a:gd name="connsiteY6" fmla="*/ 158472 h 845356"/>
                  <a:gd name="connsiteX7" fmla="*/ 524113 w 728403"/>
                  <a:gd name="connsiteY7" fmla="*/ 401360 h 845356"/>
                  <a:gd name="connsiteX8" fmla="*/ 494585 w 728403"/>
                  <a:gd name="connsiteY8" fmla="*/ 428030 h 845356"/>
                  <a:gd name="connsiteX9" fmla="*/ 430768 w 728403"/>
                  <a:gd name="connsiteY9" fmla="*/ 448985 h 845356"/>
                  <a:gd name="connsiteX10" fmla="*/ 395525 w 728403"/>
                  <a:gd name="connsiteY10" fmla="*/ 444222 h 845356"/>
                  <a:gd name="connsiteX11" fmla="*/ 360283 w 728403"/>
                  <a:gd name="connsiteY11" fmla="*/ 421362 h 845356"/>
                  <a:gd name="connsiteX12" fmla="*/ 333613 w 728403"/>
                  <a:gd name="connsiteY12" fmla="*/ 356592 h 845356"/>
                  <a:gd name="connsiteX13" fmla="*/ 319325 w 728403"/>
                  <a:gd name="connsiteY13" fmla="*/ 375642 h 845356"/>
                  <a:gd name="connsiteX14" fmla="*/ 141208 w 728403"/>
                  <a:gd name="connsiteY14" fmla="*/ 689967 h 845356"/>
                  <a:gd name="connsiteX15" fmla="*/ 60245 w 728403"/>
                  <a:gd name="connsiteY15" fmla="*/ 824270 h 845356"/>
                  <a:gd name="connsiteX16" fmla="*/ 42148 w 728403"/>
                  <a:gd name="connsiteY16" fmla="*/ 843320 h 845356"/>
                  <a:gd name="connsiteX17" fmla="*/ 4048 w 728403"/>
                  <a:gd name="connsiteY17" fmla="*/ 842367 h 845356"/>
                  <a:gd name="connsiteX18" fmla="*/ 1190 w 728403"/>
                  <a:gd name="connsiteY18" fmla="*/ 829985 h 845356"/>
                  <a:gd name="connsiteX19" fmla="*/ 9763 w 728403"/>
                  <a:gd name="connsiteY19" fmla="*/ 811887 h 845356"/>
                  <a:gd name="connsiteX20" fmla="*/ 162163 w 728403"/>
                  <a:gd name="connsiteY20" fmla="*/ 529947 h 845356"/>
                  <a:gd name="connsiteX21" fmla="*/ 383143 w 728403"/>
                  <a:gd name="connsiteY21" fmla="*/ 134660 h 845356"/>
                  <a:gd name="connsiteX22" fmla="*/ 444103 w 728403"/>
                  <a:gd name="connsiteY22" fmla="*/ 27027 h 845356"/>
                  <a:gd name="connsiteX23" fmla="*/ 456485 w 728403"/>
                  <a:gd name="connsiteY23" fmla="*/ 8930 h 845356"/>
                  <a:gd name="connsiteX24" fmla="*/ 477440 w 728403"/>
                  <a:gd name="connsiteY24" fmla="*/ 3215 h 845356"/>
                  <a:gd name="connsiteX25" fmla="*/ 502205 w 728403"/>
                  <a:gd name="connsiteY25" fmla="*/ 19407 h 845356"/>
                  <a:gd name="connsiteX26" fmla="*/ 506015 w 728403"/>
                  <a:gd name="connsiteY26" fmla="*/ 37505 h 845356"/>
                  <a:gd name="connsiteX27" fmla="*/ 494585 w 728403"/>
                  <a:gd name="connsiteY27" fmla="*/ 60365 h 845356"/>
                  <a:gd name="connsiteX28" fmla="*/ 452675 w 728403"/>
                  <a:gd name="connsiteY28" fmla="*/ 135612 h 845356"/>
                  <a:gd name="connsiteX29" fmla="*/ 447913 w 728403"/>
                  <a:gd name="connsiteY29" fmla="*/ 148947 h 845356"/>
                  <a:gd name="connsiteX30" fmla="*/ 466963 w 728403"/>
                  <a:gd name="connsiteY30" fmla="*/ 136565 h 845356"/>
                  <a:gd name="connsiteX31" fmla="*/ 373618 w 728403"/>
                  <a:gd name="connsiteY31" fmla="*/ 328017 h 845356"/>
                  <a:gd name="connsiteX32" fmla="*/ 403145 w 728403"/>
                  <a:gd name="connsiteY32" fmla="*/ 400407 h 845356"/>
                  <a:gd name="connsiteX33" fmla="*/ 446008 w 728403"/>
                  <a:gd name="connsiteY33" fmla="*/ 399455 h 845356"/>
                  <a:gd name="connsiteX34" fmla="*/ 564118 w 728403"/>
                  <a:gd name="connsiteY34" fmla="*/ 255627 h 845356"/>
                  <a:gd name="connsiteX35" fmla="*/ 663178 w 728403"/>
                  <a:gd name="connsiteY35" fmla="*/ 75605 h 845356"/>
                  <a:gd name="connsiteX36" fmla="*/ 670798 w 728403"/>
                  <a:gd name="connsiteY36" fmla="*/ 52745 h 845356"/>
                  <a:gd name="connsiteX37" fmla="*/ 661273 w 728403"/>
                  <a:gd name="connsiteY37" fmla="*/ 45125 h 845356"/>
                  <a:gd name="connsiteX38" fmla="*/ 646985 w 728403"/>
                  <a:gd name="connsiteY38" fmla="*/ 50840 h 845356"/>
                  <a:gd name="connsiteX39" fmla="*/ 569833 w 728403"/>
                  <a:gd name="connsiteY39" fmla="*/ 102275 h 845356"/>
                  <a:gd name="connsiteX40" fmla="*/ 394573 w 728403"/>
                  <a:gd name="connsiteY40" fmla="*/ 263247 h 845356"/>
                  <a:gd name="connsiteX41" fmla="*/ 377428 w 728403"/>
                  <a:gd name="connsiteY41" fmla="*/ 296585 h 845356"/>
                  <a:gd name="connsiteX42" fmla="*/ 373618 w 728403"/>
                  <a:gd name="connsiteY42" fmla="*/ 328017 h 845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28403" h="845356">
                    <a:moveTo>
                      <a:pt x="466963" y="136565"/>
                    </a:moveTo>
                    <a:cubicBezTo>
                      <a:pt x="506968" y="98465"/>
                      <a:pt x="548878" y="61317"/>
                      <a:pt x="596503" y="32742"/>
                    </a:cubicBezTo>
                    <a:cubicBezTo>
                      <a:pt x="614600" y="20360"/>
                      <a:pt x="634603" y="9882"/>
                      <a:pt x="654605" y="3215"/>
                    </a:cubicBezTo>
                    <a:cubicBezTo>
                      <a:pt x="667940" y="-595"/>
                      <a:pt x="679370" y="-595"/>
                      <a:pt x="688895" y="7025"/>
                    </a:cubicBezTo>
                    <a:cubicBezTo>
                      <a:pt x="696515" y="10835"/>
                      <a:pt x="703183" y="15597"/>
                      <a:pt x="711755" y="19407"/>
                    </a:cubicBezTo>
                    <a:cubicBezTo>
                      <a:pt x="726043" y="27980"/>
                      <a:pt x="729853" y="42267"/>
                      <a:pt x="727948" y="61317"/>
                    </a:cubicBezTo>
                    <a:cubicBezTo>
                      <a:pt x="722233" y="94655"/>
                      <a:pt x="711755" y="127040"/>
                      <a:pt x="694610" y="158472"/>
                    </a:cubicBezTo>
                    <a:cubicBezTo>
                      <a:pt x="649843" y="246102"/>
                      <a:pt x="593645" y="327065"/>
                      <a:pt x="524113" y="401360"/>
                    </a:cubicBezTo>
                    <a:cubicBezTo>
                      <a:pt x="514588" y="410885"/>
                      <a:pt x="505063" y="419457"/>
                      <a:pt x="494585" y="428030"/>
                    </a:cubicBezTo>
                    <a:cubicBezTo>
                      <a:pt x="473630" y="445175"/>
                      <a:pt x="452675" y="454700"/>
                      <a:pt x="430768" y="448985"/>
                    </a:cubicBezTo>
                    <a:cubicBezTo>
                      <a:pt x="419338" y="446127"/>
                      <a:pt x="407908" y="445175"/>
                      <a:pt x="395525" y="444222"/>
                    </a:cubicBezTo>
                    <a:cubicBezTo>
                      <a:pt x="379333" y="441365"/>
                      <a:pt x="367903" y="434697"/>
                      <a:pt x="360283" y="421362"/>
                    </a:cubicBezTo>
                    <a:cubicBezTo>
                      <a:pt x="347900" y="402312"/>
                      <a:pt x="341233" y="379452"/>
                      <a:pt x="333613" y="356592"/>
                    </a:cubicBezTo>
                    <a:cubicBezTo>
                      <a:pt x="325040" y="361355"/>
                      <a:pt x="322183" y="369927"/>
                      <a:pt x="319325" y="375642"/>
                    </a:cubicBezTo>
                    <a:cubicBezTo>
                      <a:pt x="261223" y="480417"/>
                      <a:pt x="201215" y="585192"/>
                      <a:pt x="141208" y="689967"/>
                    </a:cubicBezTo>
                    <a:cubicBezTo>
                      <a:pt x="115490" y="734735"/>
                      <a:pt x="87868" y="780455"/>
                      <a:pt x="60245" y="824270"/>
                    </a:cubicBezTo>
                    <a:cubicBezTo>
                      <a:pt x="55483" y="831890"/>
                      <a:pt x="51673" y="842367"/>
                      <a:pt x="42148" y="843320"/>
                    </a:cubicBezTo>
                    <a:cubicBezTo>
                      <a:pt x="28813" y="846177"/>
                      <a:pt x="16430" y="846177"/>
                      <a:pt x="4048" y="842367"/>
                    </a:cubicBezTo>
                    <a:cubicBezTo>
                      <a:pt x="-715" y="841415"/>
                      <a:pt x="-715" y="836652"/>
                      <a:pt x="1190" y="829985"/>
                    </a:cubicBezTo>
                    <a:cubicBezTo>
                      <a:pt x="4048" y="824270"/>
                      <a:pt x="6905" y="817602"/>
                      <a:pt x="9763" y="811887"/>
                    </a:cubicBezTo>
                    <a:cubicBezTo>
                      <a:pt x="57388" y="716637"/>
                      <a:pt x="110728" y="624245"/>
                      <a:pt x="162163" y="529947"/>
                    </a:cubicBezTo>
                    <a:cubicBezTo>
                      <a:pt x="236458" y="398502"/>
                      <a:pt x="309800" y="266105"/>
                      <a:pt x="383143" y="134660"/>
                    </a:cubicBezTo>
                    <a:cubicBezTo>
                      <a:pt x="402193" y="98465"/>
                      <a:pt x="425053" y="62270"/>
                      <a:pt x="444103" y="27027"/>
                    </a:cubicBezTo>
                    <a:cubicBezTo>
                      <a:pt x="447913" y="19407"/>
                      <a:pt x="452675" y="13692"/>
                      <a:pt x="456485" y="8930"/>
                    </a:cubicBezTo>
                    <a:cubicBezTo>
                      <a:pt x="464105" y="-595"/>
                      <a:pt x="468868" y="-2500"/>
                      <a:pt x="477440" y="3215"/>
                    </a:cubicBezTo>
                    <a:cubicBezTo>
                      <a:pt x="486013" y="7977"/>
                      <a:pt x="493633" y="14645"/>
                      <a:pt x="502205" y="19407"/>
                    </a:cubicBezTo>
                    <a:cubicBezTo>
                      <a:pt x="507920" y="24170"/>
                      <a:pt x="507920" y="30837"/>
                      <a:pt x="506015" y="37505"/>
                    </a:cubicBezTo>
                    <a:cubicBezTo>
                      <a:pt x="502205" y="46077"/>
                      <a:pt x="498395" y="53697"/>
                      <a:pt x="494585" y="60365"/>
                    </a:cubicBezTo>
                    <a:cubicBezTo>
                      <a:pt x="480298" y="86082"/>
                      <a:pt x="466963" y="111800"/>
                      <a:pt x="452675" y="135612"/>
                    </a:cubicBezTo>
                    <a:cubicBezTo>
                      <a:pt x="449818" y="139422"/>
                      <a:pt x="446960" y="144185"/>
                      <a:pt x="447913" y="148947"/>
                    </a:cubicBezTo>
                    <a:cubicBezTo>
                      <a:pt x="455533" y="147042"/>
                      <a:pt x="460295" y="140375"/>
                      <a:pt x="466963" y="136565"/>
                    </a:cubicBezTo>
                    <a:close/>
                    <a:moveTo>
                      <a:pt x="373618" y="328017"/>
                    </a:moveTo>
                    <a:cubicBezTo>
                      <a:pt x="377428" y="354687"/>
                      <a:pt x="389810" y="377547"/>
                      <a:pt x="403145" y="400407"/>
                    </a:cubicBezTo>
                    <a:cubicBezTo>
                      <a:pt x="416480" y="422315"/>
                      <a:pt x="421243" y="422315"/>
                      <a:pt x="446008" y="399455"/>
                    </a:cubicBezTo>
                    <a:cubicBezTo>
                      <a:pt x="492680" y="356592"/>
                      <a:pt x="529828" y="307062"/>
                      <a:pt x="564118" y="255627"/>
                    </a:cubicBezTo>
                    <a:cubicBezTo>
                      <a:pt x="602218" y="197525"/>
                      <a:pt x="639365" y="138470"/>
                      <a:pt x="663178" y="75605"/>
                    </a:cubicBezTo>
                    <a:cubicBezTo>
                      <a:pt x="666035" y="67032"/>
                      <a:pt x="668893" y="59412"/>
                      <a:pt x="670798" y="52745"/>
                    </a:cubicBezTo>
                    <a:cubicBezTo>
                      <a:pt x="673655" y="43220"/>
                      <a:pt x="670798" y="41315"/>
                      <a:pt x="661273" y="45125"/>
                    </a:cubicBezTo>
                    <a:cubicBezTo>
                      <a:pt x="656510" y="46077"/>
                      <a:pt x="651748" y="48935"/>
                      <a:pt x="646985" y="50840"/>
                    </a:cubicBezTo>
                    <a:cubicBezTo>
                      <a:pt x="620315" y="65127"/>
                      <a:pt x="594598" y="82272"/>
                      <a:pt x="569833" y="102275"/>
                    </a:cubicBezTo>
                    <a:cubicBezTo>
                      <a:pt x="507920" y="150852"/>
                      <a:pt x="448865" y="206097"/>
                      <a:pt x="394573" y="263247"/>
                    </a:cubicBezTo>
                    <a:cubicBezTo>
                      <a:pt x="385048" y="274677"/>
                      <a:pt x="378380" y="285155"/>
                      <a:pt x="377428" y="296585"/>
                    </a:cubicBezTo>
                    <a:cubicBezTo>
                      <a:pt x="372665" y="308015"/>
                      <a:pt x="372665" y="318492"/>
                      <a:pt x="373618" y="328017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88764C1-A35F-408D-B966-DA0C05A650AE}"/>
                  </a:ext>
                </a:extLst>
              </p:cNvPr>
              <p:cNvSpPr/>
              <p:nvPr/>
            </p:nvSpPr>
            <p:spPr>
              <a:xfrm>
                <a:off x="-265898" y="3029140"/>
                <a:ext cx="536505" cy="758322"/>
              </a:xfrm>
              <a:custGeom>
                <a:avLst/>
                <a:gdLst>
                  <a:gd name="connsiteX0" fmla="*/ 340646 w 536505"/>
                  <a:gd name="connsiteY0" fmla="*/ 595122 h 758322"/>
                  <a:gd name="connsiteX1" fmla="*/ 428276 w 536505"/>
                  <a:gd name="connsiteY1" fmla="*/ 550354 h 758322"/>
                  <a:gd name="connsiteX2" fmla="*/ 458756 w 536505"/>
                  <a:gd name="connsiteY2" fmla="*/ 528447 h 758322"/>
                  <a:gd name="connsiteX3" fmla="*/ 472091 w 536505"/>
                  <a:gd name="connsiteY3" fmla="*/ 520827 h 758322"/>
                  <a:gd name="connsiteX4" fmla="*/ 488283 w 536505"/>
                  <a:gd name="connsiteY4" fmla="*/ 523684 h 758322"/>
                  <a:gd name="connsiteX5" fmla="*/ 480663 w 536505"/>
                  <a:gd name="connsiteY5" fmla="*/ 536067 h 758322"/>
                  <a:gd name="connsiteX6" fmla="*/ 457803 w 536505"/>
                  <a:gd name="connsiteY6" fmla="*/ 555117 h 758322"/>
                  <a:gd name="connsiteX7" fmla="*/ 367316 w 536505"/>
                  <a:gd name="connsiteY7" fmla="*/ 607504 h 758322"/>
                  <a:gd name="connsiteX8" fmla="*/ 293973 w 536505"/>
                  <a:gd name="connsiteY8" fmla="*/ 628459 h 758322"/>
                  <a:gd name="connsiteX9" fmla="*/ 264446 w 536505"/>
                  <a:gd name="connsiteY9" fmla="*/ 645604 h 758322"/>
                  <a:gd name="connsiteX10" fmla="*/ 204438 w 536505"/>
                  <a:gd name="connsiteY10" fmla="*/ 710375 h 758322"/>
                  <a:gd name="connsiteX11" fmla="*/ 164433 w 536505"/>
                  <a:gd name="connsiteY11" fmla="*/ 741807 h 758322"/>
                  <a:gd name="connsiteX12" fmla="*/ 103473 w 536505"/>
                  <a:gd name="connsiteY12" fmla="*/ 758000 h 758322"/>
                  <a:gd name="connsiteX13" fmla="*/ 73946 w 536505"/>
                  <a:gd name="connsiteY13" fmla="*/ 757047 h 758322"/>
                  <a:gd name="connsiteX14" fmla="*/ 4413 w 536505"/>
                  <a:gd name="connsiteY14" fmla="*/ 704659 h 758322"/>
                  <a:gd name="connsiteX15" fmla="*/ 3461 w 536505"/>
                  <a:gd name="connsiteY15" fmla="*/ 646557 h 758322"/>
                  <a:gd name="connsiteX16" fmla="*/ 51086 w 536505"/>
                  <a:gd name="connsiteY16" fmla="*/ 528447 h 758322"/>
                  <a:gd name="connsiteX17" fmla="*/ 86328 w 536505"/>
                  <a:gd name="connsiteY17" fmla="*/ 473202 h 758322"/>
                  <a:gd name="connsiteX18" fmla="*/ 109188 w 536505"/>
                  <a:gd name="connsiteY18" fmla="*/ 448437 h 758322"/>
                  <a:gd name="connsiteX19" fmla="*/ 121571 w 536505"/>
                  <a:gd name="connsiteY19" fmla="*/ 431292 h 758322"/>
                  <a:gd name="connsiteX20" fmla="*/ 185388 w 536505"/>
                  <a:gd name="connsiteY20" fmla="*/ 344615 h 758322"/>
                  <a:gd name="connsiteX21" fmla="*/ 279686 w 536505"/>
                  <a:gd name="connsiteY21" fmla="*/ 300800 h 758322"/>
                  <a:gd name="connsiteX22" fmla="*/ 297783 w 536505"/>
                  <a:gd name="connsiteY22" fmla="*/ 301752 h 758322"/>
                  <a:gd name="connsiteX23" fmla="*/ 341598 w 536505"/>
                  <a:gd name="connsiteY23" fmla="*/ 314134 h 758322"/>
                  <a:gd name="connsiteX24" fmla="*/ 384461 w 536505"/>
                  <a:gd name="connsiteY24" fmla="*/ 378904 h 758322"/>
                  <a:gd name="connsiteX25" fmla="*/ 362553 w 536505"/>
                  <a:gd name="connsiteY25" fmla="*/ 483679 h 758322"/>
                  <a:gd name="connsiteX26" fmla="*/ 304451 w 536505"/>
                  <a:gd name="connsiteY26" fmla="*/ 591312 h 758322"/>
                  <a:gd name="connsiteX27" fmla="*/ 296831 w 536505"/>
                  <a:gd name="connsiteY27" fmla="*/ 609409 h 758322"/>
                  <a:gd name="connsiteX28" fmla="*/ 340646 w 536505"/>
                  <a:gd name="connsiteY28" fmla="*/ 595122 h 758322"/>
                  <a:gd name="connsiteX29" fmla="*/ 72041 w 536505"/>
                  <a:gd name="connsiteY29" fmla="*/ 671322 h 758322"/>
                  <a:gd name="connsiteX30" fmla="*/ 83471 w 536505"/>
                  <a:gd name="connsiteY30" fmla="*/ 718947 h 758322"/>
                  <a:gd name="connsiteX31" fmla="*/ 114903 w 536505"/>
                  <a:gd name="connsiteY31" fmla="*/ 723709 h 758322"/>
                  <a:gd name="connsiteX32" fmla="*/ 151098 w 536505"/>
                  <a:gd name="connsiteY32" fmla="*/ 694182 h 758322"/>
                  <a:gd name="connsiteX33" fmla="*/ 206343 w 536505"/>
                  <a:gd name="connsiteY33" fmla="*/ 640842 h 758322"/>
                  <a:gd name="connsiteX34" fmla="*/ 203486 w 536505"/>
                  <a:gd name="connsiteY34" fmla="*/ 617982 h 758322"/>
                  <a:gd name="connsiteX35" fmla="*/ 170148 w 536505"/>
                  <a:gd name="connsiteY35" fmla="*/ 600837 h 758322"/>
                  <a:gd name="connsiteX36" fmla="*/ 116808 w 536505"/>
                  <a:gd name="connsiteY36" fmla="*/ 542734 h 758322"/>
                  <a:gd name="connsiteX37" fmla="*/ 72041 w 536505"/>
                  <a:gd name="connsiteY37" fmla="*/ 671322 h 758322"/>
                  <a:gd name="connsiteX38" fmla="*/ 172053 w 536505"/>
                  <a:gd name="connsiteY38" fmla="*/ 512254 h 758322"/>
                  <a:gd name="connsiteX39" fmla="*/ 225393 w 536505"/>
                  <a:gd name="connsiteY39" fmla="*/ 595122 h 758322"/>
                  <a:gd name="connsiteX40" fmla="*/ 247301 w 536505"/>
                  <a:gd name="connsiteY40" fmla="*/ 586550 h 758322"/>
                  <a:gd name="connsiteX41" fmla="*/ 328263 w 536505"/>
                  <a:gd name="connsiteY41" fmla="*/ 429387 h 758322"/>
                  <a:gd name="connsiteX42" fmla="*/ 335883 w 536505"/>
                  <a:gd name="connsiteY42" fmla="*/ 363665 h 758322"/>
                  <a:gd name="connsiteX43" fmla="*/ 273971 w 536505"/>
                  <a:gd name="connsiteY43" fmla="*/ 340804 h 758322"/>
                  <a:gd name="connsiteX44" fmla="*/ 176816 w 536505"/>
                  <a:gd name="connsiteY44" fmla="*/ 467487 h 758322"/>
                  <a:gd name="connsiteX45" fmla="*/ 172053 w 536505"/>
                  <a:gd name="connsiteY45" fmla="*/ 512254 h 758322"/>
                  <a:gd name="connsiteX46" fmla="*/ 256826 w 536505"/>
                  <a:gd name="connsiteY46" fmla="*/ 209359 h 758322"/>
                  <a:gd name="connsiteX47" fmla="*/ 260636 w 536505"/>
                  <a:gd name="connsiteY47" fmla="*/ 196025 h 758322"/>
                  <a:gd name="connsiteX48" fmla="*/ 279686 w 536505"/>
                  <a:gd name="connsiteY48" fmla="*/ 187452 h 758322"/>
                  <a:gd name="connsiteX49" fmla="*/ 465423 w 536505"/>
                  <a:gd name="connsiteY49" fmla="*/ 39815 h 758322"/>
                  <a:gd name="connsiteX50" fmla="*/ 479711 w 536505"/>
                  <a:gd name="connsiteY50" fmla="*/ 10287 h 758322"/>
                  <a:gd name="connsiteX51" fmla="*/ 498761 w 536505"/>
                  <a:gd name="connsiteY51" fmla="*/ 4572 h 758322"/>
                  <a:gd name="connsiteX52" fmla="*/ 530193 w 536505"/>
                  <a:gd name="connsiteY52" fmla="*/ 36004 h 758322"/>
                  <a:gd name="connsiteX53" fmla="*/ 534003 w 536505"/>
                  <a:gd name="connsiteY53" fmla="*/ 65532 h 758322"/>
                  <a:gd name="connsiteX54" fmla="*/ 521621 w 536505"/>
                  <a:gd name="connsiteY54" fmla="*/ 90297 h 758322"/>
                  <a:gd name="connsiteX55" fmla="*/ 307308 w 536505"/>
                  <a:gd name="connsiteY55" fmla="*/ 232219 h 758322"/>
                  <a:gd name="connsiteX56" fmla="*/ 298736 w 536505"/>
                  <a:gd name="connsiteY56" fmla="*/ 232219 h 758322"/>
                  <a:gd name="connsiteX57" fmla="*/ 256826 w 536505"/>
                  <a:gd name="connsiteY57" fmla="*/ 209359 h 75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36505" h="758322">
                    <a:moveTo>
                      <a:pt x="340646" y="595122"/>
                    </a:moveTo>
                    <a:cubicBezTo>
                      <a:pt x="371126" y="581787"/>
                      <a:pt x="398748" y="567500"/>
                      <a:pt x="428276" y="550354"/>
                    </a:cubicBezTo>
                    <a:cubicBezTo>
                      <a:pt x="437801" y="544640"/>
                      <a:pt x="449231" y="537019"/>
                      <a:pt x="458756" y="528447"/>
                    </a:cubicBezTo>
                    <a:cubicBezTo>
                      <a:pt x="463518" y="525590"/>
                      <a:pt x="467328" y="520827"/>
                      <a:pt x="472091" y="520827"/>
                    </a:cubicBezTo>
                    <a:cubicBezTo>
                      <a:pt x="477806" y="519875"/>
                      <a:pt x="485426" y="517017"/>
                      <a:pt x="488283" y="523684"/>
                    </a:cubicBezTo>
                    <a:cubicBezTo>
                      <a:pt x="491141" y="528447"/>
                      <a:pt x="484473" y="532257"/>
                      <a:pt x="480663" y="536067"/>
                    </a:cubicBezTo>
                    <a:cubicBezTo>
                      <a:pt x="473043" y="543687"/>
                      <a:pt x="466376" y="549402"/>
                      <a:pt x="457803" y="555117"/>
                    </a:cubicBezTo>
                    <a:cubicBezTo>
                      <a:pt x="428276" y="574167"/>
                      <a:pt x="397796" y="590359"/>
                      <a:pt x="367316" y="607504"/>
                    </a:cubicBezTo>
                    <a:cubicBezTo>
                      <a:pt x="342551" y="619887"/>
                      <a:pt x="318738" y="626554"/>
                      <a:pt x="293973" y="628459"/>
                    </a:cubicBezTo>
                    <a:cubicBezTo>
                      <a:pt x="280638" y="629412"/>
                      <a:pt x="273018" y="634175"/>
                      <a:pt x="264446" y="645604"/>
                    </a:cubicBezTo>
                    <a:cubicBezTo>
                      <a:pt x="247301" y="668465"/>
                      <a:pt x="226346" y="690372"/>
                      <a:pt x="204438" y="710375"/>
                    </a:cubicBezTo>
                    <a:cubicBezTo>
                      <a:pt x="192056" y="722757"/>
                      <a:pt x="178721" y="733234"/>
                      <a:pt x="164433" y="741807"/>
                    </a:cubicBezTo>
                    <a:cubicBezTo>
                      <a:pt x="145383" y="753237"/>
                      <a:pt x="124428" y="759904"/>
                      <a:pt x="103473" y="758000"/>
                    </a:cubicBezTo>
                    <a:cubicBezTo>
                      <a:pt x="93948" y="757047"/>
                      <a:pt x="84423" y="757047"/>
                      <a:pt x="73946" y="757047"/>
                    </a:cubicBezTo>
                    <a:cubicBezTo>
                      <a:pt x="34893" y="757047"/>
                      <a:pt x="13938" y="736092"/>
                      <a:pt x="4413" y="704659"/>
                    </a:cubicBezTo>
                    <a:cubicBezTo>
                      <a:pt x="-1302" y="686562"/>
                      <a:pt x="-1302" y="666559"/>
                      <a:pt x="3461" y="646557"/>
                    </a:cubicBezTo>
                    <a:cubicBezTo>
                      <a:pt x="11081" y="604647"/>
                      <a:pt x="28226" y="565594"/>
                      <a:pt x="51086" y="528447"/>
                    </a:cubicBezTo>
                    <a:cubicBezTo>
                      <a:pt x="62516" y="509397"/>
                      <a:pt x="73946" y="490347"/>
                      <a:pt x="86328" y="473202"/>
                    </a:cubicBezTo>
                    <a:cubicBezTo>
                      <a:pt x="92043" y="463677"/>
                      <a:pt x="98711" y="454152"/>
                      <a:pt x="109188" y="448437"/>
                    </a:cubicBezTo>
                    <a:cubicBezTo>
                      <a:pt x="116808" y="444627"/>
                      <a:pt x="118713" y="437007"/>
                      <a:pt x="121571" y="431292"/>
                    </a:cubicBezTo>
                    <a:cubicBezTo>
                      <a:pt x="135858" y="397954"/>
                      <a:pt x="156813" y="369379"/>
                      <a:pt x="185388" y="344615"/>
                    </a:cubicBezTo>
                    <a:cubicBezTo>
                      <a:pt x="213011" y="318897"/>
                      <a:pt x="245396" y="304609"/>
                      <a:pt x="279686" y="300800"/>
                    </a:cubicBezTo>
                    <a:cubicBezTo>
                      <a:pt x="285401" y="299847"/>
                      <a:pt x="292068" y="300800"/>
                      <a:pt x="297783" y="301752"/>
                    </a:cubicBezTo>
                    <a:cubicBezTo>
                      <a:pt x="312071" y="304609"/>
                      <a:pt x="327311" y="309372"/>
                      <a:pt x="341598" y="314134"/>
                    </a:cubicBezTo>
                    <a:cubicBezTo>
                      <a:pt x="369221" y="325565"/>
                      <a:pt x="384461" y="347472"/>
                      <a:pt x="384461" y="378904"/>
                    </a:cubicBezTo>
                    <a:cubicBezTo>
                      <a:pt x="385413" y="413194"/>
                      <a:pt x="378746" y="448437"/>
                      <a:pt x="362553" y="483679"/>
                    </a:cubicBezTo>
                    <a:cubicBezTo>
                      <a:pt x="345408" y="519875"/>
                      <a:pt x="326358" y="556069"/>
                      <a:pt x="304451" y="591312"/>
                    </a:cubicBezTo>
                    <a:cubicBezTo>
                      <a:pt x="301593" y="596075"/>
                      <a:pt x="295878" y="600837"/>
                      <a:pt x="296831" y="609409"/>
                    </a:cubicBezTo>
                    <a:cubicBezTo>
                      <a:pt x="312071" y="606552"/>
                      <a:pt x="327311" y="600837"/>
                      <a:pt x="340646" y="595122"/>
                    </a:cubicBezTo>
                    <a:close/>
                    <a:moveTo>
                      <a:pt x="72041" y="671322"/>
                    </a:moveTo>
                    <a:cubicBezTo>
                      <a:pt x="71088" y="688467"/>
                      <a:pt x="74898" y="705612"/>
                      <a:pt x="83471" y="718947"/>
                    </a:cubicBezTo>
                    <a:cubicBezTo>
                      <a:pt x="92043" y="732282"/>
                      <a:pt x="97758" y="733234"/>
                      <a:pt x="114903" y="723709"/>
                    </a:cubicBezTo>
                    <a:cubicBezTo>
                      <a:pt x="128238" y="715137"/>
                      <a:pt x="140621" y="704659"/>
                      <a:pt x="151098" y="694182"/>
                    </a:cubicBezTo>
                    <a:cubicBezTo>
                      <a:pt x="170148" y="677037"/>
                      <a:pt x="189198" y="659892"/>
                      <a:pt x="206343" y="640842"/>
                    </a:cubicBezTo>
                    <a:cubicBezTo>
                      <a:pt x="219678" y="624650"/>
                      <a:pt x="219678" y="623697"/>
                      <a:pt x="203486" y="617982"/>
                    </a:cubicBezTo>
                    <a:cubicBezTo>
                      <a:pt x="191103" y="613219"/>
                      <a:pt x="180626" y="608457"/>
                      <a:pt x="170148" y="600837"/>
                    </a:cubicBezTo>
                    <a:cubicBezTo>
                      <a:pt x="149193" y="584644"/>
                      <a:pt x="131096" y="567500"/>
                      <a:pt x="116808" y="542734"/>
                    </a:cubicBezTo>
                    <a:cubicBezTo>
                      <a:pt x="92996" y="587502"/>
                      <a:pt x="76803" y="628459"/>
                      <a:pt x="72041" y="671322"/>
                    </a:cubicBezTo>
                    <a:close/>
                    <a:moveTo>
                      <a:pt x="172053" y="512254"/>
                    </a:moveTo>
                    <a:cubicBezTo>
                      <a:pt x="177768" y="548450"/>
                      <a:pt x="198723" y="574167"/>
                      <a:pt x="225393" y="595122"/>
                    </a:cubicBezTo>
                    <a:cubicBezTo>
                      <a:pt x="233966" y="600837"/>
                      <a:pt x="238728" y="599884"/>
                      <a:pt x="247301" y="586550"/>
                    </a:cubicBezTo>
                    <a:cubicBezTo>
                      <a:pt x="281591" y="537019"/>
                      <a:pt x="311118" y="483679"/>
                      <a:pt x="328263" y="429387"/>
                    </a:cubicBezTo>
                    <a:cubicBezTo>
                      <a:pt x="333978" y="406527"/>
                      <a:pt x="339693" y="384619"/>
                      <a:pt x="335883" y="363665"/>
                    </a:cubicBezTo>
                    <a:cubicBezTo>
                      <a:pt x="327311" y="323659"/>
                      <a:pt x="316833" y="316992"/>
                      <a:pt x="273971" y="340804"/>
                    </a:cubicBezTo>
                    <a:cubicBezTo>
                      <a:pt x="221583" y="370332"/>
                      <a:pt x="191103" y="414147"/>
                      <a:pt x="176816" y="467487"/>
                    </a:cubicBezTo>
                    <a:cubicBezTo>
                      <a:pt x="172053" y="482727"/>
                      <a:pt x="170148" y="497015"/>
                      <a:pt x="172053" y="512254"/>
                    </a:cubicBezTo>
                    <a:close/>
                    <a:moveTo>
                      <a:pt x="256826" y="209359"/>
                    </a:moveTo>
                    <a:cubicBezTo>
                      <a:pt x="252063" y="205550"/>
                      <a:pt x="255873" y="200787"/>
                      <a:pt x="260636" y="196025"/>
                    </a:cubicBezTo>
                    <a:cubicBezTo>
                      <a:pt x="266351" y="191262"/>
                      <a:pt x="273971" y="190309"/>
                      <a:pt x="279686" y="187452"/>
                    </a:cubicBezTo>
                    <a:cubicBezTo>
                      <a:pt x="360648" y="164592"/>
                      <a:pt x="418751" y="110300"/>
                      <a:pt x="465423" y="39815"/>
                    </a:cubicBezTo>
                    <a:cubicBezTo>
                      <a:pt x="471138" y="31242"/>
                      <a:pt x="476853" y="20765"/>
                      <a:pt x="479711" y="10287"/>
                    </a:cubicBezTo>
                    <a:cubicBezTo>
                      <a:pt x="484473" y="-1143"/>
                      <a:pt x="492093" y="-3048"/>
                      <a:pt x="498761" y="4572"/>
                    </a:cubicBezTo>
                    <a:cubicBezTo>
                      <a:pt x="510191" y="14097"/>
                      <a:pt x="519716" y="25527"/>
                      <a:pt x="530193" y="36004"/>
                    </a:cubicBezTo>
                    <a:cubicBezTo>
                      <a:pt x="537813" y="43625"/>
                      <a:pt x="537813" y="54102"/>
                      <a:pt x="534003" y="65532"/>
                    </a:cubicBezTo>
                    <a:cubicBezTo>
                      <a:pt x="530193" y="74104"/>
                      <a:pt x="526383" y="82677"/>
                      <a:pt x="521621" y="90297"/>
                    </a:cubicBezTo>
                    <a:cubicBezTo>
                      <a:pt x="468281" y="169354"/>
                      <a:pt x="394938" y="215075"/>
                      <a:pt x="307308" y="232219"/>
                    </a:cubicBezTo>
                    <a:cubicBezTo>
                      <a:pt x="304451" y="232219"/>
                      <a:pt x="302546" y="232219"/>
                      <a:pt x="298736" y="232219"/>
                    </a:cubicBezTo>
                    <a:cubicBezTo>
                      <a:pt x="280638" y="230315"/>
                      <a:pt x="268256" y="218884"/>
                      <a:pt x="256826" y="20935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6AB5734-51DA-4A96-AD44-926A6CB47FFB}"/>
                  </a:ext>
                </a:extLst>
              </p:cNvPr>
              <p:cNvSpPr/>
              <p:nvPr/>
            </p:nvSpPr>
            <p:spPr>
              <a:xfrm>
                <a:off x="57601" y="3327110"/>
                <a:ext cx="425518" cy="447646"/>
              </a:xfrm>
              <a:custGeom>
                <a:avLst/>
                <a:gdLst>
                  <a:gd name="connsiteX0" fmla="*/ 185738 w 425518"/>
                  <a:gd name="connsiteY0" fmla="*/ 199997 h 447646"/>
                  <a:gd name="connsiteX1" fmla="*/ 202883 w 425518"/>
                  <a:gd name="connsiteY1" fmla="*/ 249527 h 447646"/>
                  <a:gd name="connsiteX2" fmla="*/ 224790 w 425518"/>
                  <a:gd name="connsiteY2" fmla="*/ 259052 h 447646"/>
                  <a:gd name="connsiteX3" fmla="*/ 324803 w 425518"/>
                  <a:gd name="connsiteY3" fmla="*/ 240002 h 447646"/>
                  <a:gd name="connsiteX4" fmla="*/ 401955 w 425518"/>
                  <a:gd name="connsiteY4" fmla="*/ 223809 h 447646"/>
                  <a:gd name="connsiteX5" fmla="*/ 423863 w 425518"/>
                  <a:gd name="connsiteY5" fmla="*/ 231429 h 447646"/>
                  <a:gd name="connsiteX6" fmla="*/ 416243 w 425518"/>
                  <a:gd name="connsiteY6" fmla="*/ 245717 h 447646"/>
                  <a:gd name="connsiteX7" fmla="*/ 400050 w 425518"/>
                  <a:gd name="connsiteY7" fmla="*/ 249527 h 447646"/>
                  <a:gd name="connsiteX8" fmla="*/ 238125 w 425518"/>
                  <a:gd name="connsiteY8" fmla="*/ 283817 h 447646"/>
                  <a:gd name="connsiteX9" fmla="*/ 230505 w 425518"/>
                  <a:gd name="connsiteY9" fmla="*/ 284770 h 447646"/>
                  <a:gd name="connsiteX10" fmla="*/ 221933 w 425518"/>
                  <a:gd name="connsiteY10" fmla="*/ 297152 h 447646"/>
                  <a:gd name="connsiteX11" fmla="*/ 227648 w 425518"/>
                  <a:gd name="connsiteY11" fmla="*/ 316202 h 447646"/>
                  <a:gd name="connsiteX12" fmla="*/ 221933 w 425518"/>
                  <a:gd name="connsiteY12" fmla="*/ 393354 h 447646"/>
                  <a:gd name="connsiteX13" fmla="*/ 158115 w 425518"/>
                  <a:gd name="connsiteY13" fmla="*/ 441932 h 447646"/>
                  <a:gd name="connsiteX14" fmla="*/ 92393 w 425518"/>
                  <a:gd name="connsiteY14" fmla="*/ 447647 h 447646"/>
                  <a:gd name="connsiteX15" fmla="*/ 53340 w 425518"/>
                  <a:gd name="connsiteY15" fmla="*/ 433359 h 447646"/>
                  <a:gd name="connsiteX16" fmla="*/ 3810 w 425518"/>
                  <a:gd name="connsiteY16" fmla="*/ 352397 h 447646"/>
                  <a:gd name="connsiteX17" fmla="*/ 0 w 425518"/>
                  <a:gd name="connsiteY17" fmla="*/ 336204 h 447646"/>
                  <a:gd name="connsiteX18" fmla="*/ 29528 w 425518"/>
                  <a:gd name="connsiteY18" fmla="*/ 300009 h 447646"/>
                  <a:gd name="connsiteX19" fmla="*/ 120968 w 425518"/>
                  <a:gd name="connsiteY19" fmla="*/ 280959 h 447646"/>
                  <a:gd name="connsiteX20" fmla="*/ 135255 w 425518"/>
                  <a:gd name="connsiteY20" fmla="*/ 277149 h 447646"/>
                  <a:gd name="connsiteX21" fmla="*/ 140970 w 425518"/>
                  <a:gd name="connsiteY21" fmla="*/ 268577 h 447646"/>
                  <a:gd name="connsiteX22" fmla="*/ 136208 w 425518"/>
                  <a:gd name="connsiteY22" fmla="*/ 256195 h 447646"/>
                  <a:gd name="connsiteX23" fmla="*/ 117158 w 425518"/>
                  <a:gd name="connsiteY23" fmla="*/ 199997 h 447646"/>
                  <a:gd name="connsiteX24" fmla="*/ 189548 w 425518"/>
                  <a:gd name="connsiteY24" fmla="*/ 46645 h 447646"/>
                  <a:gd name="connsiteX25" fmla="*/ 281940 w 425518"/>
                  <a:gd name="connsiteY25" fmla="*/ 1877 h 447646"/>
                  <a:gd name="connsiteX26" fmla="*/ 325755 w 425518"/>
                  <a:gd name="connsiteY26" fmla="*/ 4734 h 447646"/>
                  <a:gd name="connsiteX27" fmla="*/ 377190 w 425518"/>
                  <a:gd name="connsiteY27" fmla="*/ 25689 h 447646"/>
                  <a:gd name="connsiteX28" fmla="*/ 395288 w 425518"/>
                  <a:gd name="connsiteY28" fmla="*/ 106652 h 447646"/>
                  <a:gd name="connsiteX29" fmla="*/ 343853 w 425518"/>
                  <a:gd name="connsiteY29" fmla="*/ 167612 h 447646"/>
                  <a:gd name="connsiteX30" fmla="*/ 299085 w 425518"/>
                  <a:gd name="connsiteY30" fmla="*/ 176184 h 447646"/>
                  <a:gd name="connsiteX31" fmla="*/ 296228 w 425518"/>
                  <a:gd name="connsiteY31" fmla="*/ 161897 h 447646"/>
                  <a:gd name="connsiteX32" fmla="*/ 307658 w 425518"/>
                  <a:gd name="connsiteY32" fmla="*/ 147609 h 447646"/>
                  <a:gd name="connsiteX33" fmla="*/ 340995 w 425518"/>
                  <a:gd name="connsiteY33" fmla="*/ 89507 h 447646"/>
                  <a:gd name="connsiteX34" fmla="*/ 344805 w 425518"/>
                  <a:gd name="connsiteY34" fmla="*/ 53312 h 447646"/>
                  <a:gd name="connsiteX35" fmla="*/ 323850 w 425518"/>
                  <a:gd name="connsiteY35" fmla="*/ 39977 h 447646"/>
                  <a:gd name="connsiteX36" fmla="*/ 288608 w 425518"/>
                  <a:gd name="connsiteY36" fmla="*/ 52359 h 447646"/>
                  <a:gd name="connsiteX37" fmla="*/ 221933 w 425518"/>
                  <a:gd name="connsiteY37" fmla="*/ 99984 h 447646"/>
                  <a:gd name="connsiteX38" fmla="*/ 186690 w 425518"/>
                  <a:gd name="connsiteY38" fmla="*/ 157134 h 447646"/>
                  <a:gd name="connsiteX39" fmla="*/ 185738 w 425518"/>
                  <a:gd name="connsiteY39" fmla="*/ 199997 h 447646"/>
                  <a:gd name="connsiteX40" fmla="*/ 157163 w 425518"/>
                  <a:gd name="connsiteY40" fmla="*/ 312392 h 447646"/>
                  <a:gd name="connsiteX41" fmla="*/ 139065 w 425518"/>
                  <a:gd name="connsiteY41" fmla="*/ 303820 h 447646"/>
                  <a:gd name="connsiteX42" fmla="*/ 57150 w 425518"/>
                  <a:gd name="connsiteY42" fmla="*/ 320012 h 447646"/>
                  <a:gd name="connsiteX43" fmla="*/ 44768 w 425518"/>
                  <a:gd name="connsiteY43" fmla="*/ 338109 h 447646"/>
                  <a:gd name="connsiteX44" fmla="*/ 63818 w 425518"/>
                  <a:gd name="connsiteY44" fmla="*/ 374304 h 447646"/>
                  <a:gd name="connsiteX45" fmla="*/ 111443 w 425518"/>
                  <a:gd name="connsiteY45" fmla="*/ 418120 h 447646"/>
                  <a:gd name="connsiteX46" fmla="*/ 142875 w 425518"/>
                  <a:gd name="connsiteY46" fmla="*/ 409547 h 447646"/>
                  <a:gd name="connsiteX47" fmla="*/ 160973 w 425518"/>
                  <a:gd name="connsiteY47" fmla="*/ 374304 h 447646"/>
                  <a:gd name="connsiteX48" fmla="*/ 157163 w 425518"/>
                  <a:gd name="connsiteY48" fmla="*/ 312392 h 4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425518" h="447646">
                    <a:moveTo>
                      <a:pt x="185738" y="199997"/>
                    </a:moveTo>
                    <a:cubicBezTo>
                      <a:pt x="189548" y="218095"/>
                      <a:pt x="197168" y="234287"/>
                      <a:pt x="202883" y="249527"/>
                    </a:cubicBezTo>
                    <a:cubicBezTo>
                      <a:pt x="206693" y="260957"/>
                      <a:pt x="214313" y="261909"/>
                      <a:pt x="224790" y="259052"/>
                    </a:cubicBezTo>
                    <a:cubicBezTo>
                      <a:pt x="259080" y="251432"/>
                      <a:pt x="291465" y="245717"/>
                      <a:pt x="324803" y="240002"/>
                    </a:cubicBezTo>
                    <a:cubicBezTo>
                      <a:pt x="350520" y="235239"/>
                      <a:pt x="376238" y="228572"/>
                      <a:pt x="401955" y="223809"/>
                    </a:cubicBezTo>
                    <a:cubicBezTo>
                      <a:pt x="411480" y="222857"/>
                      <a:pt x="420053" y="220952"/>
                      <a:pt x="423863" y="231429"/>
                    </a:cubicBezTo>
                    <a:cubicBezTo>
                      <a:pt x="427673" y="239049"/>
                      <a:pt x="424815" y="242859"/>
                      <a:pt x="416243" y="245717"/>
                    </a:cubicBezTo>
                    <a:cubicBezTo>
                      <a:pt x="411480" y="246670"/>
                      <a:pt x="404813" y="248574"/>
                      <a:pt x="400050" y="249527"/>
                    </a:cubicBezTo>
                    <a:cubicBezTo>
                      <a:pt x="346710" y="260957"/>
                      <a:pt x="291465" y="272387"/>
                      <a:pt x="238125" y="283817"/>
                    </a:cubicBezTo>
                    <a:cubicBezTo>
                      <a:pt x="235268" y="283817"/>
                      <a:pt x="233363" y="284770"/>
                      <a:pt x="230505" y="284770"/>
                    </a:cubicBezTo>
                    <a:cubicBezTo>
                      <a:pt x="224790" y="287627"/>
                      <a:pt x="220980" y="289532"/>
                      <a:pt x="221933" y="297152"/>
                    </a:cubicBezTo>
                    <a:cubicBezTo>
                      <a:pt x="224790" y="302867"/>
                      <a:pt x="225743" y="309534"/>
                      <a:pt x="227648" y="316202"/>
                    </a:cubicBezTo>
                    <a:cubicBezTo>
                      <a:pt x="233363" y="340967"/>
                      <a:pt x="235268" y="364779"/>
                      <a:pt x="221933" y="393354"/>
                    </a:cubicBezTo>
                    <a:cubicBezTo>
                      <a:pt x="208598" y="420024"/>
                      <a:pt x="187643" y="437170"/>
                      <a:pt x="158115" y="441932"/>
                    </a:cubicBezTo>
                    <a:cubicBezTo>
                      <a:pt x="136208" y="446695"/>
                      <a:pt x="114300" y="446695"/>
                      <a:pt x="92393" y="447647"/>
                    </a:cubicBezTo>
                    <a:cubicBezTo>
                      <a:pt x="76200" y="447647"/>
                      <a:pt x="62865" y="442884"/>
                      <a:pt x="53340" y="433359"/>
                    </a:cubicBezTo>
                    <a:cubicBezTo>
                      <a:pt x="30480" y="411452"/>
                      <a:pt x="14288" y="384782"/>
                      <a:pt x="3810" y="352397"/>
                    </a:cubicBezTo>
                    <a:cubicBezTo>
                      <a:pt x="953" y="347634"/>
                      <a:pt x="0" y="340967"/>
                      <a:pt x="0" y="336204"/>
                    </a:cubicBezTo>
                    <a:cubicBezTo>
                      <a:pt x="0" y="317154"/>
                      <a:pt x="8573" y="304772"/>
                      <a:pt x="29528" y="300009"/>
                    </a:cubicBezTo>
                    <a:cubicBezTo>
                      <a:pt x="60008" y="292389"/>
                      <a:pt x="90488" y="286674"/>
                      <a:pt x="120968" y="280959"/>
                    </a:cubicBezTo>
                    <a:cubicBezTo>
                      <a:pt x="125730" y="280007"/>
                      <a:pt x="130493" y="278102"/>
                      <a:pt x="135255" y="277149"/>
                    </a:cubicBezTo>
                    <a:cubicBezTo>
                      <a:pt x="140018" y="276197"/>
                      <a:pt x="142875" y="272387"/>
                      <a:pt x="140970" y="268577"/>
                    </a:cubicBezTo>
                    <a:cubicBezTo>
                      <a:pt x="140018" y="264767"/>
                      <a:pt x="137160" y="260004"/>
                      <a:pt x="136208" y="256195"/>
                    </a:cubicBezTo>
                    <a:cubicBezTo>
                      <a:pt x="127635" y="238097"/>
                      <a:pt x="121920" y="219999"/>
                      <a:pt x="117158" y="199997"/>
                    </a:cubicBezTo>
                    <a:cubicBezTo>
                      <a:pt x="105728" y="142847"/>
                      <a:pt x="133350" y="86649"/>
                      <a:pt x="189548" y="46645"/>
                    </a:cubicBezTo>
                    <a:cubicBezTo>
                      <a:pt x="219075" y="27595"/>
                      <a:pt x="247650" y="8545"/>
                      <a:pt x="281940" y="1877"/>
                    </a:cubicBezTo>
                    <a:cubicBezTo>
                      <a:pt x="298133" y="-980"/>
                      <a:pt x="312420" y="-980"/>
                      <a:pt x="325755" y="4734"/>
                    </a:cubicBezTo>
                    <a:cubicBezTo>
                      <a:pt x="342900" y="10449"/>
                      <a:pt x="360045" y="17117"/>
                      <a:pt x="377190" y="25689"/>
                    </a:cubicBezTo>
                    <a:cubicBezTo>
                      <a:pt x="407670" y="39977"/>
                      <a:pt x="413385" y="69504"/>
                      <a:pt x="395288" y="106652"/>
                    </a:cubicBezTo>
                    <a:cubicBezTo>
                      <a:pt x="381953" y="129512"/>
                      <a:pt x="365760" y="150467"/>
                      <a:pt x="343853" y="167612"/>
                    </a:cubicBezTo>
                    <a:cubicBezTo>
                      <a:pt x="327660" y="180947"/>
                      <a:pt x="313373" y="183804"/>
                      <a:pt x="299085" y="176184"/>
                    </a:cubicBezTo>
                    <a:cubicBezTo>
                      <a:pt x="293370" y="172374"/>
                      <a:pt x="291465" y="167612"/>
                      <a:pt x="296228" y="161897"/>
                    </a:cubicBezTo>
                    <a:cubicBezTo>
                      <a:pt x="299085" y="156182"/>
                      <a:pt x="301943" y="152372"/>
                      <a:pt x="307658" y="147609"/>
                    </a:cubicBezTo>
                    <a:cubicBezTo>
                      <a:pt x="320993" y="129512"/>
                      <a:pt x="332423" y="109509"/>
                      <a:pt x="340995" y="89507"/>
                    </a:cubicBezTo>
                    <a:cubicBezTo>
                      <a:pt x="345758" y="77124"/>
                      <a:pt x="346710" y="64742"/>
                      <a:pt x="344805" y="53312"/>
                    </a:cubicBezTo>
                    <a:cubicBezTo>
                      <a:pt x="341948" y="40929"/>
                      <a:pt x="337185" y="37120"/>
                      <a:pt x="323850" y="39977"/>
                    </a:cubicBezTo>
                    <a:cubicBezTo>
                      <a:pt x="311468" y="42834"/>
                      <a:pt x="300990" y="47597"/>
                      <a:pt x="288608" y="52359"/>
                    </a:cubicBezTo>
                    <a:cubicBezTo>
                      <a:pt x="263843" y="65695"/>
                      <a:pt x="241935" y="79982"/>
                      <a:pt x="221933" y="99984"/>
                    </a:cubicBezTo>
                    <a:cubicBezTo>
                      <a:pt x="203835" y="116177"/>
                      <a:pt x="190500" y="135227"/>
                      <a:pt x="186690" y="157134"/>
                    </a:cubicBezTo>
                    <a:cubicBezTo>
                      <a:pt x="181928" y="171422"/>
                      <a:pt x="181928" y="186662"/>
                      <a:pt x="185738" y="199997"/>
                    </a:cubicBezTo>
                    <a:close/>
                    <a:moveTo>
                      <a:pt x="157163" y="312392"/>
                    </a:moveTo>
                    <a:cubicBezTo>
                      <a:pt x="154305" y="303820"/>
                      <a:pt x="148590" y="300962"/>
                      <a:pt x="139065" y="303820"/>
                    </a:cubicBezTo>
                    <a:cubicBezTo>
                      <a:pt x="112395" y="308582"/>
                      <a:pt x="85725" y="315249"/>
                      <a:pt x="57150" y="320012"/>
                    </a:cubicBezTo>
                    <a:cubicBezTo>
                      <a:pt x="43815" y="322870"/>
                      <a:pt x="40958" y="324774"/>
                      <a:pt x="44768" y="338109"/>
                    </a:cubicBezTo>
                    <a:cubicBezTo>
                      <a:pt x="48578" y="351445"/>
                      <a:pt x="57150" y="363827"/>
                      <a:pt x="63818" y="374304"/>
                    </a:cubicBezTo>
                    <a:cubicBezTo>
                      <a:pt x="77153" y="392402"/>
                      <a:pt x="90488" y="408595"/>
                      <a:pt x="111443" y="418120"/>
                    </a:cubicBezTo>
                    <a:cubicBezTo>
                      <a:pt x="124778" y="425739"/>
                      <a:pt x="130493" y="422882"/>
                      <a:pt x="142875" y="409547"/>
                    </a:cubicBezTo>
                    <a:cubicBezTo>
                      <a:pt x="152400" y="398117"/>
                      <a:pt x="157163" y="386687"/>
                      <a:pt x="160973" y="374304"/>
                    </a:cubicBezTo>
                    <a:cubicBezTo>
                      <a:pt x="165735" y="351445"/>
                      <a:pt x="163830" y="332395"/>
                      <a:pt x="157163" y="312392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F48CAF3-34EE-4D45-A2E6-B1673F2F1AE7}"/>
                  </a:ext>
                </a:extLst>
              </p:cNvPr>
              <p:cNvSpPr/>
              <p:nvPr/>
            </p:nvSpPr>
            <p:spPr>
              <a:xfrm>
                <a:off x="400113" y="3159562"/>
                <a:ext cx="354314" cy="620258"/>
              </a:xfrm>
              <a:custGeom>
                <a:avLst/>
                <a:gdLst>
                  <a:gd name="connsiteX0" fmla="*/ 66111 w 354314"/>
                  <a:gd name="connsiteY0" fmla="*/ 379928 h 620258"/>
                  <a:gd name="connsiteX1" fmla="*/ 170886 w 354314"/>
                  <a:gd name="connsiteY1" fmla="*/ 199905 h 620258"/>
                  <a:gd name="connsiteX2" fmla="*/ 215653 w 354314"/>
                  <a:gd name="connsiteY2" fmla="*/ 182760 h 620258"/>
                  <a:gd name="connsiteX3" fmla="*/ 233751 w 354314"/>
                  <a:gd name="connsiteY3" fmla="*/ 192285 h 620258"/>
                  <a:gd name="connsiteX4" fmla="*/ 239466 w 354314"/>
                  <a:gd name="connsiteY4" fmla="*/ 217050 h 620258"/>
                  <a:gd name="connsiteX5" fmla="*/ 214701 w 354314"/>
                  <a:gd name="connsiteY5" fmla="*/ 263723 h 620258"/>
                  <a:gd name="connsiteX6" fmla="*/ 110878 w 354314"/>
                  <a:gd name="connsiteY6" fmla="*/ 443745 h 620258"/>
                  <a:gd name="connsiteX7" fmla="*/ 63253 w 354314"/>
                  <a:gd name="connsiteY7" fmla="*/ 573285 h 620258"/>
                  <a:gd name="connsiteX8" fmla="*/ 63253 w 354314"/>
                  <a:gd name="connsiteY8" fmla="*/ 591383 h 620258"/>
                  <a:gd name="connsiteX9" fmla="*/ 82303 w 354314"/>
                  <a:gd name="connsiteY9" fmla="*/ 579953 h 620258"/>
                  <a:gd name="connsiteX10" fmla="*/ 174696 w 354314"/>
                  <a:gd name="connsiteY10" fmla="*/ 487560 h 620258"/>
                  <a:gd name="connsiteX11" fmla="*/ 255659 w 354314"/>
                  <a:gd name="connsiteY11" fmla="*/ 400883 h 620258"/>
                  <a:gd name="connsiteX12" fmla="*/ 261374 w 354314"/>
                  <a:gd name="connsiteY12" fmla="*/ 393263 h 620258"/>
                  <a:gd name="connsiteX13" fmla="*/ 278518 w 354314"/>
                  <a:gd name="connsiteY13" fmla="*/ 392310 h 620258"/>
                  <a:gd name="connsiteX14" fmla="*/ 274709 w 354314"/>
                  <a:gd name="connsiteY14" fmla="*/ 405645 h 620258"/>
                  <a:gd name="connsiteX15" fmla="*/ 225178 w 354314"/>
                  <a:gd name="connsiteY15" fmla="*/ 465653 h 620258"/>
                  <a:gd name="connsiteX16" fmla="*/ 141359 w 354314"/>
                  <a:gd name="connsiteY16" fmla="*/ 561855 h 620258"/>
                  <a:gd name="connsiteX17" fmla="*/ 98496 w 354314"/>
                  <a:gd name="connsiteY17" fmla="*/ 601860 h 620258"/>
                  <a:gd name="connsiteX18" fmla="*/ 20391 w 354314"/>
                  <a:gd name="connsiteY18" fmla="*/ 618053 h 620258"/>
                  <a:gd name="connsiteX19" fmla="*/ 1341 w 354314"/>
                  <a:gd name="connsiteY19" fmla="*/ 591383 h 620258"/>
                  <a:gd name="connsiteX20" fmla="*/ 9913 w 354314"/>
                  <a:gd name="connsiteY20" fmla="*/ 516135 h 620258"/>
                  <a:gd name="connsiteX21" fmla="*/ 66111 w 354314"/>
                  <a:gd name="connsiteY21" fmla="*/ 379928 h 620258"/>
                  <a:gd name="connsiteX22" fmla="*/ 284234 w 354314"/>
                  <a:gd name="connsiteY22" fmla="*/ 13215 h 620258"/>
                  <a:gd name="connsiteX23" fmla="*/ 315666 w 354314"/>
                  <a:gd name="connsiteY23" fmla="*/ 3690 h 620258"/>
                  <a:gd name="connsiteX24" fmla="*/ 345193 w 354314"/>
                  <a:gd name="connsiteY24" fmla="*/ 16073 h 620258"/>
                  <a:gd name="connsiteX25" fmla="*/ 349003 w 354314"/>
                  <a:gd name="connsiteY25" fmla="*/ 37980 h 620258"/>
                  <a:gd name="connsiteX26" fmla="*/ 314713 w 354314"/>
                  <a:gd name="connsiteY26" fmla="*/ 81795 h 620258"/>
                  <a:gd name="connsiteX27" fmla="*/ 289949 w 354314"/>
                  <a:gd name="connsiteY27" fmla="*/ 117038 h 620258"/>
                  <a:gd name="connsiteX28" fmla="*/ 275661 w 354314"/>
                  <a:gd name="connsiteY28" fmla="*/ 125610 h 620258"/>
                  <a:gd name="connsiteX29" fmla="*/ 248991 w 354314"/>
                  <a:gd name="connsiteY29" fmla="*/ 116085 h 620258"/>
                  <a:gd name="connsiteX30" fmla="*/ 244228 w 354314"/>
                  <a:gd name="connsiteY30" fmla="*/ 91320 h 620258"/>
                  <a:gd name="connsiteX31" fmla="*/ 284234 w 354314"/>
                  <a:gd name="connsiteY31" fmla="*/ 13215 h 620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54314" h="620258">
                    <a:moveTo>
                      <a:pt x="66111" y="379928"/>
                    </a:moveTo>
                    <a:cubicBezTo>
                      <a:pt x="97543" y="318968"/>
                      <a:pt x="131834" y="258008"/>
                      <a:pt x="170886" y="199905"/>
                    </a:cubicBezTo>
                    <a:cubicBezTo>
                      <a:pt x="188984" y="170378"/>
                      <a:pt x="191841" y="169425"/>
                      <a:pt x="215653" y="182760"/>
                    </a:cubicBezTo>
                    <a:cubicBezTo>
                      <a:pt x="221368" y="186570"/>
                      <a:pt x="228036" y="188475"/>
                      <a:pt x="233751" y="192285"/>
                    </a:cubicBezTo>
                    <a:cubicBezTo>
                      <a:pt x="245181" y="198000"/>
                      <a:pt x="246134" y="203715"/>
                      <a:pt x="239466" y="217050"/>
                    </a:cubicBezTo>
                    <a:cubicBezTo>
                      <a:pt x="233751" y="233243"/>
                      <a:pt x="223274" y="247530"/>
                      <a:pt x="214701" y="263723"/>
                    </a:cubicBezTo>
                    <a:cubicBezTo>
                      <a:pt x="178506" y="323730"/>
                      <a:pt x="140406" y="382785"/>
                      <a:pt x="110878" y="443745"/>
                    </a:cubicBezTo>
                    <a:cubicBezTo>
                      <a:pt x="89924" y="486608"/>
                      <a:pt x="70874" y="529470"/>
                      <a:pt x="63253" y="573285"/>
                    </a:cubicBezTo>
                    <a:cubicBezTo>
                      <a:pt x="62301" y="579000"/>
                      <a:pt x="57538" y="587573"/>
                      <a:pt x="63253" y="591383"/>
                    </a:cubicBezTo>
                    <a:cubicBezTo>
                      <a:pt x="70874" y="595193"/>
                      <a:pt x="77541" y="585668"/>
                      <a:pt x="82303" y="579953"/>
                    </a:cubicBezTo>
                    <a:cubicBezTo>
                      <a:pt x="115641" y="550425"/>
                      <a:pt x="146121" y="518993"/>
                      <a:pt x="174696" y="487560"/>
                    </a:cubicBezTo>
                    <a:cubicBezTo>
                      <a:pt x="201366" y="458033"/>
                      <a:pt x="228036" y="430410"/>
                      <a:pt x="255659" y="400883"/>
                    </a:cubicBezTo>
                    <a:cubicBezTo>
                      <a:pt x="258516" y="398025"/>
                      <a:pt x="259468" y="396120"/>
                      <a:pt x="261374" y="393263"/>
                    </a:cubicBezTo>
                    <a:cubicBezTo>
                      <a:pt x="267088" y="389453"/>
                      <a:pt x="274709" y="387548"/>
                      <a:pt x="278518" y="392310"/>
                    </a:cubicBezTo>
                    <a:cubicBezTo>
                      <a:pt x="282328" y="396120"/>
                      <a:pt x="278518" y="401835"/>
                      <a:pt x="274709" y="405645"/>
                    </a:cubicBezTo>
                    <a:cubicBezTo>
                      <a:pt x="257563" y="424695"/>
                      <a:pt x="241371" y="445650"/>
                      <a:pt x="225178" y="465653"/>
                    </a:cubicBezTo>
                    <a:cubicBezTo>
                      <a:pt x="197556" y="497085"/>
                      <a:pt x="168981" y="530423"/>
                      <a:pt x="141359" y="561855"/>
                    </a:cubicBezTo>
                    <a:cubicBezTo>
                      <a:pt x="128976" y="576143"/>
                      <a:pt x="114688" y="589478"/>
                      <a:pt x="98496" y="601860"/>
                    </a:cubicBezTo>
                    <a:cubicBezTo>
                      <a:pt x="72778" y="620910"/>
                      <a:pt x="46109" y="622815"/>
                      <a:pt x="20391" y="618053"/>
                    </a:cubicBezTo>
                    <a:cubicBezTo>
                      <a:pt x="8009" y="615195"/>
                      <a:pt x="3246" y="603765"/>
                      <a:pt x="1341" y="591383"/>
                    </a:cubicBezTo>
                    <a:cubicBezTo>
                      <a:pt x="-2469" y="568523"/>
                      <a:pt x="2293" y="542805"/>
                      <a:pt x="9913" y="516135"/>
                    </a:cubicBezTo>
                    <a:cubicBezTo>
                      <a:pt x="23249" y="470415"/>
                      <a:pt x="43251" y="425648"/>
                      <a:pt x="66111" y="379928"/>
                    </a:cubicBezTo>
                    <a:close/>
                    <a:moveTo>
                      <a:pt x="284234" y="13215"/>
                    </a:moveTo>
                    <a:cubicBezTo>
                      <a:pt x="296616" y="-1072"/>
                      <a:pt x="301378" y="-2977"/>
                      <a:pt x="315666" y="3690"/>
                    </a:cubicBezTo>
                    <a:cubicBezTo>
                      <a:pt x="325191" y="7500"/>
                      <a:pt x="334716" y="12263"/>
                      <a:pt x="345193" y="16073"/>
                    </a:cubicBezTo>
                    <a:cubicBezTo>
                      <a:pt x="356624" y="21788"/>
                      <a:pt x="356624" y="24645"/>
                      <a:pt x="349003" y="37980"/>
                    </a:cubicBezTo>
                    <a:cubicBezTo>
                      <a:pt x="339478" y="54173"/>
                      <a:pt x="328049" y="68460"/>
                      <a:pt x="314713" y="81795"/>
                    </a:cubicBezTo>
                    <a:cubicBezTo>
                      <a:pt x="303284" y="91320"/>
                      <a:pt x="292806" y="100845"/>
                      <a:pt x="289949" y="117038"/>
                    </a:cubicBezTo>
                    <a:cubicBezTo>
                      <a:pt x="288996" y="124658"/>
                      <a:pt x="281376" y="126563"/>
                      <a:pt x="275661" y="125610"/>
                    </a:cubicBezTo>
                    <a:cubicBezTo>
                      <a:pt x="266136" y="122753"/>
                      <a:pt x="257563" y="120848"/>
                      <a:pt x="248991" y="116085"/>
                    </a:cubicBezTo>
                    <a:cubicBezTo>
                      <a:pt x="240418" y="111323"/>
                      <a:pt x="243276" y="101798"/>
                      <a:pt x="244228" y="91320"/>
                    </a:cubicBezTo>
                    <a:cubicBezTo>
                      <a:pt x="252801" y="62745"/>
                      <a:pt x="262326" y="36075"/>
                      <a:pt x="284234" y="1321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B62E0C2-87E2-45FB-AB10-96ADAC44D961}"/>
                  </a:ext>
                </a:extLst>
              </p:cNvPr>
              <p:cNvSpPr/>
              <p:nvPr/>
            </p:nvSpPr>
            <p:spPr>
              <a:xfrm>
                <a:off x="580004" y="2986581"/>
                <a:ext cx="514991" cy="795019"/>
              </a:xfrm>
              <a:custGeom>
                <a:avLst/>
                <a:gdLst>
                  <a:gd name="connsiteX0" fmla="*/ 47193 w 514991"/>
                  <a:gd name="connsiteY0" fmla="*/ 613868 h 795019"/>
                  <a:gd name="connsiteX1" fmla="*/ 181496 w 514991"/>
                  <a:gd name="connsiteY1" fmla="*/ 358599 h 795019"/>
                  <a:gd name="connsiteX2" fmla="*/ 232930 w 514991"/>
                  <a:gd name="connsiteY2" fmla="*/ 263349 h 795019"/>
                  <a:gd name="connsiteX3" fmla="*/ 224358 w 514991"/>
                  <a:gd name="connsiteY3" fmla="*/ 249061 h 795019"/>
                  <a:gd name="connsiteX4" fmla="*/ 147206 w 514991"/>
                  <a:gd name="connsiteY4" fmla="*/ 254776 h 795019"/>
                  <a:gd name="connsiteX5" fmla="*/ 120535 w 514991"/>
                  <a:gd name="connsiteY5" fmla="*/ 251918 h 795019"/>
                  <a:gd name="connsiteX6" fmla="*/ 55765 w 514991"/>
                  <a:gd name="connsiteY6" fmla="*/ 202388 h 795019"/>
                  <a:gd name="connsiteX7" fmla="*/ 52908 w 514991"/>
                  <a:gd name="connsiteY7" fmla="*/ 196674 h 795019"/>
                  <a:gd name="connsiteX8" fmla="*/ 61480 w 514991"/>
                  <a:gd name="connsiteY8" fmla="*/ 189053 h 795019"/>
                  <a:gd name="connsiteX9" fmla="*/ 65290 w 514991"/>
                  <a:gd name="connsiteY9" fmla="*/ 191911 h 795019"/>
                  <a:gd name="connsiteX10" fmla="*/ 162446 w 514991"/>
                  <a:gd name="connsiteY10" fmla="*/ 209056 h 795019"/>
                  <a:gd name="connsiteX11" fmla="*/ 259601 w 514991"/>
                  <a:gd name="connsiteY11" fmla="*/ 195721 h 795019"/>
                  <a:gd name="connsiteX12" fmla="*/ 278651 w 514991"/>
                  <a:gd name="connsiteY12" fmla="*/ 181433 h 795019"/>
                  <a:gd name="connsiteX13" fmla="*/ 357708 w 514991"/>
                  <a:gd name="connsiteY13" fmla="*/ 47131 h 795019"/>
                  <a:gd name="connsiteX14" fmla="*/ 380568 w 514991"/>
                  <a:gd name="connsiteY14" fmla="*/ 11888 h 795019"/>
                  <a:gd name="connsiteX15" fmla="*/ 405333 w 514991"/>
                  <a:gd name="connsiteY15" fmla="*/ 3316 h 795019"/>
                  <a:gd name="connsiteX16" fmla="*/ 417715 w 514991"/>
                  <a:gd name="connsiteY16" fmla="*/ 58561 h 795019"/>
                  <a:gd name="connsiteX17" fmla="*/ 360565 w 514991"/>
                  <a:gd name="connsiteY17" fmla="*/ 162383 h 795019"/>
                  <a:gd name="connsiteX18" fmla="*/ 354851 w 514991"/>
                  <a:gd name="connsiteY18" fmla="*/ 171908 h 795019"/>
                  <a:gd name="connsiteX19" fmla="*/ 363423 w 514991"/>
                  <a:gd name="connsiteY19" fmla="*/ 192863 h 795019"/>
                  <a:gd name="connsiteX20" fmla="*/ 418668 w 514991"/>
                  <a:gd name="connsiteY20" fmla="*/ 196674 h 795019"/>
                  <a:gd name="connsiteX21" fmla="*/ 479628 w 514991"/>
                  <a:gd name="connsiteY21" fmla="*/ 210008 h 795019"/>
                  <a:gd name="connsiteX22" fmla="*/ 513918 w 514991"/>
                  <a:gd name="connsiteY22" fmla="*/ 245251 h 795019"/>
                  <a:gd name="connsiteX23" fmla="*/ 514871 w 514991"/>
                  <a:gd name="connsiteY23" fmla="*/ 250013 h 795019"/>
                  <a:gd name="connsiteX24" fmla="*/ 503440 w 514991"/>
                  <a:gd name="connsiteY24" fmla="*/ 271921 h 795019"/>
                  <a:gd name="connsiteX25" fmla="*/ 491058 w 514991"/>
                  <a:gd name="connsiteY25" fmla="*/ 258586 h 795019"/>
                  <a:gd name="connsiteX26" fmla="*/ 472960 w 514991"/>
                  <a:gd name="connsiteY26" fmla="*/ 239536 h 795019"/>
                  <a:gd name="connsiteX27" fmla="*/ 334848 w 514991"/>
                  <a:gd name="connsiteY27" fmla="*/ 235726 h 795019"/>
                  <a:gd name="connsiteX28" fmla="*/ 309130 w 514991"/>
                  <a:gd name="connsiteY28" fmla="*/ 252871 h 795019"/>
                  <a:gd name="connsiteX29" fmla="*/ 118630 w 514991"/>
                  <a:gd name="connsiteY29" fmla="*/ 589103 h 795019"/>
                  <a:gd name="connsiteX30" fmla="*/ 66243 w 514991"/>
                  <a:gd name="connsiteY30" fmla="*/ 701499 h 795019"/>
                  <a:gd name="connsiteX31" fmla="*/ 52908 w 514991"/>
                  <a:gd name="connsiteY31" fmla="*/ 752934 h 795019"/>
                  <a:gd name="connsiteX32" fmla="*/ 55765 w 514991"/>
                  <a:gd name="connsiteY32" fmla="*/ 761506 h 795019"/>
                  <a:gd name="connsiteX33" fmla="*/ 65290 w 514991"/>
                  <a:gd name="connsiteY33" fmla="*/ 756743 h 795019"/>
                  <a:gd name="connsiteX34" fmla="*/ 114821 w 514991"/>
                  <a:gd name="connsiteY34" fmla="*/ 705309 h 795019"/>
                  <a:gd name="connsiteX35" fmla="*/ 239598 w 514991"/>
                  <a:gd name="connsiteY35" fmla="*/ 571006 h 795019"/>
                  <a:gd name="connsiteX36" fmla="*/ 256743 w 514991"/>
                  <a:gd name="connsiteY36" fmla="*/ 556718 h 795019"/>
                  <a:gd name="connsiteX37" fmla="*/ 271030 w 514991"/>
                  <a:gd name="connsiteY37" fmla="*/ 559576 h 795019"/>
                  <a:gd name="connsiteX38" fmla="*/ 266268 w 514991"/>
                  <a:gd name="connsiteY38" fmla="*/ 571006 h 795019"/>
                  <a:gd name="connsiteX39" fmla="*/ 221501 w 514991"/>
                  <a:gd name="connsiteY39" fmla="*/ 624346 h 795019"/>
                  <a:gd name="connsiteX40" fmla="*/ 138633 w 514991"/>
                  <a:gd name="connsiteY40" fmla="*/ 723406 h 795019"/>
                  <a:gd name="connsiteX41" fmla="*/ 94818 w 514991"/>
                  <a:gd name="connsiteY41" fmla="*/ 771031 h 795019"/>
                  <a:gd name="connsiteX42" fmla="*/ 20523 w 514991"/>
                  <a:gd name="connsiteY42" fmla="*/ 792938 h 795019"/>
                  <a:gd name="connsiteX43" fmla="*/ 2425 w 514991"/>
                  <a:gd name="connsiteY43" fmla="*/ 771984 h 795019"/>
                  <a:gd name="connsiteX44" fmla="*/ 3378 w 514991"/>
                  <a:gd name="connsiteY44" fmla="*/ 724359 h 795019"/>
                  <a:gd name="connsiteX45" fmla="*/ 47193 w 514991"/>
                  <a:gd name="connsiteY45" fmla="*/ 613868 h 795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14991" h="795019">
                    <a:moveTo>
                      <a:pt x="47193" y="613868"/>
                    </a:moveTo>
                    <a:cubicBezTo>
                      <a:pt x="87198" y="527191"/>
                      <a:pt x="133871" y="443371"/>
                      <a:pt x="181496" y="358599"/>
                    </a:cubicBezTo>
                    <a:cubicBezTo>
                      <a:pt x="198640" y="327166"/>
                      <a:pt x="215785" y="294781"/>
                      <a:pt x="232930" y="263349"/>
                    </a:cubicBezTo>
                    <a:cubicBezTo>
                      <a:pt x="241503" y="249061"/>
                      <a:pt x="240551" y="246203"/>
                      <a:pt x="224358" y="249061"/>
                    </a:cubicBezTo>
                    <a:cubicBezTo>
                      <a:pt x="198640" y="251918"/>
                      <a:pt x="171971" y="254776"/>
                      <a:pt x="147206" y="254776"/>
                    </a:cubicBezTo>
                    <a:cubicBezTo>
                      <a:pt x="137681" y="254776"/>
                      <a:pt x="129108" y="253824"/>
                      <a:pt x="120535" y="251918"/>
                    </a:cubicBezTo>
                    <a:cubicBezTo>
                      <a:pt x="86246" y="248108"/>
                      <a:pt x="69100" y="227153"/>
                      <a:pt x="55765" y="202388"/>
                    </a:cubicBezTo>
                    <a:cubicBezTo>
                      <a:pt x="54813" y="201436"/>
                      <a:pt x="52908" y="198578"/>
                      <a:pt x="52908" y="196674"/>
                    </a:cubicBezTo>
                    <a:cubicBezTo>
                      <a:pt x="52908" y="191911"/>
                      <a:pt x="57671" y="188101"/>
                      <a:pt x="61480" y="189053"/>
                    </a:cubicBezTo>
                    <a:cubicBezTo>
                      <a:pt x="62433" y="190006"/>
                      <a:pt x="64338" y="190006"/>
                      <a:pt x="65290" y="191911"/>
                    </a:cubicBezTo>
                    <a:cubicBezTo>
                      <a:pt x="90055" y="217628"/>
                      <a:pt x="127203" y="210961"/>
                      <a:pt x="162446" y="209056"/>
                    </a:cubicBezTo>
                    <a:cubicBezTo>
                      <a:pt x="195783" y="206199"/>
                      <a:pt x="228168" y="200483"/>
                      <a:pt x="259601" y="195721"/>
                    </a:cubicBezTo>
                    <a:cubicBezTo>
                      <a:pt x="271030" y="194768"/>
                      <a:pt x="273888" y="188101"/>
                      <a:pt x="278651" y="181433"/>
                    </a:cubicBezTo>
                    <a:cubicBezTo>
                      <a:pt x="303415" y="136666"/>
                      <a:pt x="331038" y="90946"/>
                      <a:pt x="357708" y="47131"/>
                    </a:cubicBezTo>
                    <a:cubicBezTo>
                      <a:pt x="365328" y="34749"/>
                      <a:pt x="371996" y="22366"/>
                      <a:pt x="380568" y="11888"/>
                    </a:cubicBezTo>
                    <a:cubicBezTo>
                      <a:pt x="389140" y="-1447"/>
                      <a:pt x="393903" y="-2399"/>
                      <a:pt x="405333" y="3316"/>
                    </a:cubicBezTo>
                    <a:cubicBezTo>
                      <a:pt x="439623" y="25224"/>
                      <a:pt x="439623" y="17603"/>
                      <a:pt x="417715" y="58561"/>
                    </a:cubicBezTo>
                    <a:cubicBezTo>
                      <a:pt x="398665" y="93803"/>
                      <a:pt x="378663" y="128093"/>
                      <a:pt x="360565" y="162383"/>
                    </a:cubicBezTo>
                    <a:cubicBezTo>
                      <a:pt x="357708" y="166193"/>
                      <a:pt x="356755" y="170003"/>
                      <a:pt x="354851" y="171908"/>
                    </a:cubicBezTo>
                    <a:cubicBezTo>
                      <a:pt x="345326" y="189053"/>
                      <a:pt x="346278" y="190958"/>
                      <a:pt x="363423" y="192863"/>
                    </a:cubicBezTo>
                    <a:cubicBezTo>
                      <a:pt x="381521" y="192863"/>
                      <a:pt x="399618" y="193816"/>
                      <a:pt x="418668" y="196674"/>
                    </a:cubicBezTo>
                    <a:cubicBezTo>
                      <a:pt x="439623" y="199531"/>
                      <a:pt x="460578" y="202388"/>
                      <a:pt x="479628" y="210008"/>
                    </a:cubicBezTo>
                    <a:cubicBezTo>
                      <a:pt x="496773" y="215724"/>
                      <a:pt x="506298" y="229058"/>
                      <a:pt x="513918" y="245251"/>
                    </a:cubicBezTo>
                    <a:cubicBezTo>
                      <a:pt x="513918" y="246203"/>
                      <a:pt x="513918" y="248108"/>
                      <a:pt x="514871" y="250013"/>
                    </a:cubicBezTo>
                    <a:cubicBezTo>
                      <a:pt x="515823" y="258586"/>
                      <a:pt x="511060" y="270968"/>
                      <a:pt x="503440" y="271921"/>
                    </a:cubicBezTo>
                    <a:cubicBezTo>
                      <a:pt x="498678" y="274778"/>
                      <a:pt x="490105" y="266206"/>
                      <a:pt x="491058" y="258586"/>
                    </a:cubicBezTo>
                    <a:cubicBezTo>
                      <a:pt x="493915" y="241441"/>
                      <a:pt x="483438" y="240488"/>
                      <a:pt x="472960" y="239536"/>
                    </a:cubicBezTo>
                    <a:cubicBezTo>
                      <a:pt x="429146" y="230963"/>
                      <a:pt x="381521" y="233821"/>
                      <a:pt x="334848" y="235726"/>
                    </a:cubicBezTo>
                    <a:cubicBezTo>
                      <a:pt x="322465" y="235726"/>
                      <a:pt x="315798" y="241441"/>
                      <a:pt x="309130" y="252871"/>
                    </a:cubicBezTo>
                    <a:cubicBezTo>
                      <a:pt x="245313" y="365266"/>
                      <a:pt x="179590" y="475756"/>
                      <a:pt x="118630" y="589103"/>
                    </a:cubicBezTo>
                    <a:cubicBezTo>
                      <a:pt x="99580" y="625299"/>
                      <a:pt x="80530" y="663399"/>
                      <a:pt x="66243" y="701499"/>
                    </a:cubicBezTo>
                    <a:cubicBezTo>
                      <a:pt x="58623" y="718643"/>
                      <a:pt x="54813" y="735788"/>
                      <a:pt x="52908" y="752934"/>
                    </a:cubicBezTo>
                    <a:cubicBezTo>
                      <a:pt x="51955" y="755791"/>
                      <a:pt x="51955" y="760553"/>
                      <a:pt x="55765" y="761506"/>
                    </a:cubicBezTo>
                    <a:cubicBezTo>
                      <a:pt x="59575" y="762459"/>
                      <a:pt x="63385" y="758649"/>
                      <a:pt x="65290" y="756743"/>
                    </a:cubicBezTo>
                    <a:cubicBezTo>
                      <a:pt x="82435" y="739599"/>
                      <a:pt x="99580" y="723406"/>
                      <a:pt x="114821" y="705309"/>
                    </a:cubicBezTo>
                    <a:cubicBezTo>
                      <a:pt x="156731" y="661493"/>
                      <a:pt x="197688" y="616726"/>
                      <a:pt x="239598" y="571006"/>
                    </a:cubicBezTo>
                    <a:cubicBezTo>
                      <a:pt x="245313" y="565291"/>
                      <a:pt x="249123" y="558624"/>
                      <a:pt x="256743" y="556718"/>
                    </a:cubicBezTo>
                    <a:cubicBezTo>
                      <a:pt x="262458" y="553861"/>
                      <a:pt x="269126" y="553861"/>
                      <a:pt x="271030" y="559576"/>
                    </a:cubicBezTo>
                    <a:cubicBezTo>
                      <a:pt x="273888" y="563386"/>
                      <a:pt x="270078" y="567196"/>
                      <a:pt x="266268" y="571006"/>
                    </a:cubicBezTo>
                    <a:cubicBezTo>
                      <a:pt x="251980" y="589103"/>
                      <a:pt x="236740" y="607201"/>
                      <a:pt x="221501" y="624346"/>
                    </a:cubicBezTo>
                    <a:cubicBezTo>
                      <a:pt x="193878" y="657684"/>
                      <a:pt x="165303" y="690068"/>
                      <a:pt x="138633" y="723406"/>
                    </a:cubicBezTo>
                    <a:cubicBezTo>
                      <a:pt x="125298" y="740551"/>
                      <a:pt x="109105" y="756743"/>
                      <a:pt x="94818" y="771031"/>
                    </a:cubicBezTo>
                    <a:cubicBezTo>
                      <a:pt x="70053" y="795796"/>
                      <a:pt x="46240" y="797701"/>
                      <a:pt x="20523" y="792938"/>
                    </a:cubicBezTo>
                    <a:cubicBezTo>
                      <a:pt x="8140" y="791986"/>
                      <a:pt x="4330" y="781509"/>
                      <a:pt x="2425" y="771984"/>
                    </a:cubicBezTo>
                    <a:cubicBezTo>
                      <a:pt x="-1385" y="754838"/>
                      <a:pt x="-432" y="736741"/>
                      <a:pt x="3378" y="724359"/>
                    </a:cubicBezTo>
                    <a:cubicBezTo>
                      <a:pt x="13855" y="681496"/>
                      <a:pt x="31000" y="647206"/>
                      <a:pt x="47193" y="613868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2A453C9-BB07-4667-B874-DC357D5E8991}"/>
                  </a:ext>
                </a:extLst>
              </p:cNvPr>
              <p:cNvSpPr/>
              <p:nvPr/>
            </p:nvSpPr>
            <p:spPr>
              <a:xfrm>
                <a:off x="759943" y="3329545"/>
                <a:ext cx="488975" cy="457917"/>
              </a:xfrm>
              <a:custGeom>
                <a:avLst/>
                <a:gdLst>
                  <a:gd name="connsiteX0" fmla="*/ 340646 w 488975"/>
                  <a:gd name="connsiteY0" fmla="*/ 294717 h 457917"/>
                  <a:gd name="connsiteX1" fmla="*/ 428276 w 488975"/>
                  <a:gd name="connsiteY1" fmla="*/ 249949 h 457917"/>
                  <a:gd name="connsiteX2" fmla="*/ 458756 w 488975"/>
                  <a:gd name="connsiteY2" fmla="*/ 228042 h 457917"/>
                  <a:gd name="connsiteX3" fmla="*/ 472091 w 488975"/>
                  <a:gd name="connsiteY3" fmla="*/ 220422 h 457917"/>
                  <a:gd name="connsiteX4" fmla="*/ 488283 w 488975"/>
                  <a:gd name="connsiteY4" fmla="*/ 223280 h 457917"/>
                  <a:gd name="connsiteX5" fmla="*/ 480663 w 488975"/>
                  <a:gd name="connsiteY5" fmla="*/ 235662 h 457917"/>
                  <a:gd name="connsiteX6" fmla="*/ 457803 w 488975"/>
                  <a:gd name="connsiteY6" fmla="*/ 254712 h 457917"/>
                  <a:gd name="connsiteX7" fmla="*/ 367316 w 488975"/>
                  <a:gd name="connsiteY7" fmla="*/ 307099 h 457917"/>
                  <a:gd name="connsiteX8" fmla="*/ 293973 w 488975"/>
                  <a:gd name="connsiteY8" fmla="*/ 328055 h 457917"/>
                  <a:gd name="connsiteX9" fmla="*/ 264446 w 488975"/>
                  <a:gd name="connsiteY9" fmla="*/ 345199 h 457917"/>
                  <a:gd name="connsiteX10" fmla="*/ 204438 w 488975"/>
                  <a:gd name="connsiteY10" fmla="*/ 409970 h 457917"/>
                  <a:gd name="connsiteX11" fmla="*/ 164433 w 488975"/>
                  <a:gd name="connsiteY11" fmla="*/ 441402 h 457917"/>
                  <a:gd name="connsiteX12" fmla="*/ 103473 w 488975"/>
                  <a:gd name="connsiteY12" fmla="*/ 457595 h 457917"/>
                  <a:gd name="connsiteX13" fmla="*/ 73946 w 488975"/>
                  <a:gd name="connsiteY13" fmla="*/ 456642 h 457917"/>
                  <a:gd name="connsiteX14" fmla="*/ 4413 w 488975"/>
                  <a:gd name="connsiteY14" fmla="*/ 404255 h 457917"/>
                  <a:gd name="connsiteX15" fmla="*/ 3461 w 488975"/>
                  <a:gd name="connsiteY15" fmla="*/ 346152 h 457917"/>
                  <a:gd name="connsiteX16" fmla="*/ 51086 w 488975"/>
                  <a:gd name="connsiteY16" fmla="*/ 228042 h 457917"/>
                  <a:gd name="connsiteX17" fmla="*/ 86328 w 488975"/>
                  <a:gd name="connsiteY17" fmla="*/ 172797 h 457917"/>
                  <a:gd name="connsiteX18" fmla="*/ 109188 w 488975"/>
                  <a:gd name="connsiteY18" fmla="*/ 148032 h 457917"/>
                  <a:gd name="connsiteX19" fmla="*/ 121571 w 488975"/>
                  <a:gd name="connsiteY19" fmla="*/ 130887 h 457917"/>
                  <a:gd name="connsiteX20" fmla="*/ 185388 w 488975"/>
                  <a:gd name="connsiteY20" fmla="*/ 44210 h 457917"/>
                  <a:gd name="connsiteX21" fmla="*/ 279686 w 488975"/>
                  <a:gd name="connsiteY21" fmla="*/ 395 h 457917"/>
                  <a:gd name="connsiteX22" fmla="*/ 297783 w 488975"/>
                  <a:gd name="connsiteY22" fmla="*/ 1347 h 457917"/>
                  <a:gd name="connsiteX23" fmla="*/ 341598 w 488975"/>
                  <a:gd name="connsiteY23" fmla="*/ 13730 h 457917"/>
                  <a:gd name="connsiteX24" fmla="*/ 384461 w 488975"/>
                  <a:gd name="connsiteY24" fmla="*/ 78499 h 457917"/>
                  <a:gd name="connsiteX25" fmla="*/ 362553 w 488975"/>
                  <a:gd name="connsiteY25" fmla="*/ 183274 h 457917"/>
                  <a:gd name="connsiteX26" fmla="*/ 304451 w 488975"/>
                  <a:gd name="connsiteY26" fmla="*/ 290907 h 457917"/>
                  <a:gd name="connsiteX27" fmla="*/ 296831 w 488975"/>
                  <a:gd name="connsiteY27" fmla="*/ 309005 h 457917"/>
                  <a:gd name="connsiteX28" fmla="*/ 340646 w 488975"/>
                  <a:gd name="connsiteY28" fmla="*/ 294717 h 457917"/>
                  <a:gd name="connsiteX29" fmla="*/ 72041 w 488975"/>
                  <a:gd name="connsiteY29" fmla="*/ 370917 h 457917"/>
                  <a:gd name="connsiteX30" fmla="*/ 83471 w 488975"/>
                  <a:gd name="connsiteY30" fmla="*/ 418542 h 457917"/>
                  <a:gd name="connsiteX31" fmla="*/ 114903 w 488975"/>
                  <a:gd name="connsiteY31" fmla="*/ 423305 h 457917"/>
                  <a:gd name="connsiteX32" fmla="*/ 151098 w 488975"/>
                  <a:gd name="connsiteY32" fmla="*/ 393777 h 457917"/>
                  <a:gd name="connsiteX33" fmla="*/ 206343 w 488975"/>
                  <a:gd name="connsiteY33" fmla="*/ 340437 h 457917"/>
                  <a:gd name="connsiteX34" fmla="*/ 203486 w 488975"/>
                  <a:gd name="connsiteY34" fmla="*/ 317577 h 457917"/>
                  <a:gd name="connsiteX35" fmla="*/ 170148 w 488975"/>
                  <a:gd name="connsiteY35" fmla="*/ 300432 h 457917"/>
                  <a:gd name="connsiteX36" fmla="*/ 116808 w 488975"/>
                  <a:gd name="connsiteY36" fmla="*/ 242330 h 457917"/>
                  <a:gd name="connsiteX37" fmla="*/ 72041 w 488975"/>
                  <a:gd name="connsiteY37" fmla="*/ 370917 h 457917"/>
                  <a:gd name="connsiteX38" fmla="*/ 172053 w 488975"/>
                  <a:gd name="connsiteY38" fmla="*/ 211849 h 457917"/>
                  <a:gd name="connsiteX39" fmla="*/ 225393 w 488975"/>
                  <a:gd name="connsiteY39" fmla="*/ 294717 h 457917"/>
                  <a:gd name="connsiteX40" fmla="*/ 247301 w 488975"/>
                  <a:gd name="connsiteY40" fmla="*/ 286145 h 457917"/>
                  <a:gd name="connsiteX41" fmla="*/ 328263 w 488975"/>
                  <a:gd name="connsiteY41" fmla="*/ 128982 h 457917"/>
                  <a:gd name="connsiteX42" fmla="*/ 335883 w 488975"/>
                  <a:gd name="connsiteY42" fmla="*/ 63260 h 457917"/>
                  <a:gd name="connsiteX43" fmla="*/ 273971 w 488975"/>
                  <a:gd name="connsiteY43" fmla="*/ 40399 h 457917"/>
                  <a:gd name="connsiteX44" fmla="*/ 176816 w 488975"/>
                  <a:gd name="connsiteY44" fmla="*/ 167082 h 457917"/>
                  <a:gd name="connsiteX45" fmla="*/ 172053 w 488975"/>
                  <a:gd name="connsiteY45" fmla="*/ 211849 h 45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88975" h="457917">
                    <a:moveTo>
                      <a:pt x="340646" y="294717"/>
                    </a:moveTo>
                    <a:cubicBezTo>
                      <a:pt x="371126" y="281382"/>
                      <a:pt x="398748" y="267095"/>
                      <a:pt x="428276" y="249949"/>
                    </a:cubicBezTo>
                    <a:cubicBezTo>
                      <a:pt x="437801" y="244235"/>
                      <a:pt x="449231" y="236614"/>
                      <a:pt x="458756" y="228042"/>
                    </a:cubicBezTo>
                    <a:cubicBezTo>
                      <a:pt x="463518" y="225185"/>
                      <a:pt x="467328" y="220422"/>
                      <a:pt x="472091" y="220422"/>
                    </a:cubicBezTo>
                    <a:cubicBezTo>
                      <a:pt x="477806" y="219470"/>
                      <a:pt x="485426" y="216612"/>
                      <a:pt x="488283" y="223280"/>
                    </a:cubicBezTo>
                    <a:cubicBezTo>
                      <a:pt x="491141" y="228042"/>
                      <a:pt x="484473" y="231852"/>
                      <a:pt x="480663" y="235662"/>
                    </a:cubicBezTo>
                    <a:cubicBezTo>
                      <a:pt x="473043" y="243282"/>
                      <a:pt x="466376" y="248997"/>
                      <a:pt x="457803" y="254712"/>
                    </a:cubicBezTo>
                    <a:cubicBezTo>
                      <a:pt x="428276" y="273762"/>
                      <a:pt x="397796" y="289955"/>
                      <a:pt x="367316" y="307099"/>
                    </a:cubicBezTo>
                    <a:cubicBezTo>
                      <a:pt x="342551" y="319482"/>
                      <a:pt x="318738" y="326149"/>
                      <a:pt x="293973" y="328055"/>
                    </a:cubicBezTo>
                    <a:cubicBezTo>
                      <a:pt x="280638" y="329007"/>
                      <a:pt x="273018" y="333770"/>
                      <a:pt x="264446" y="345199"/>
                    </a:cubicBezTo>
                    <a:cubicBezTo>
                      <a:pt x="247301" y="368060"/>
                      <a:pt x="226346" y="389967"/>
                      <a:pt x="204438" y="409970"/>
                    </a:cubicBezTo>
                    <a:cubicBezTo>
                      <a:pt x="192056" y="422352"/>
                      <a:pt x="178721" y="432830"/>
                      <a:pt x="164433" y="441402"/>
                    </a:cubicBezTo>
                    <a:cubicBezTo>
                      <a:pt x="145383" y="452832"/>
                      <a:pt x="124428" y="459499"/>
                      <a:pt x="103473" y="457595"/>
                    </a:cubicBezTo>
                    <a:cubicBezTo>
                      <a:pt x="93948" y="456642"/>
                      <a:pt x="84423" y="456642"/>
                      <a:pt x="73946" y="456642"/>
                    </a:cubicBezTo>
                    <a:cubicBezTo>
                      <a:pt x="34893" y="456642"/>
                      <a:pt x="13938" y="435687"/>
                      <a:pt x="4413" y="404255"/>
                    </a:cubicBezTo>
                    <a:cubicBezTo>
                      <a:pt x="-1302" y="386157"/>
                      <a:pt x="-1302" y="366155"/>
                      <a:pt x="3461" y="346152"/>
                    </a:cubicBezTo>
                    <a:cubicBezTo>
                      <a:pt x="11081" y="304242"/>
                      <a:pt x="28226" y="265189"/>
                      <a:pt x="51086" y="228042"/>
                    </a:cubicBezTo>
                    <a:cubicBezTo>
                      <a:pt x="62516" y="208992"/>
                      <a:pt x="73946" y="189942"/>
                      <a:pt x="86328" y="172797"/>
                    </a:cubicBezTo>
                    <a:cubicBezTo>
                      <a:pt x="92043" y="163272"/>
                      <a:pt x="98711" y="153747"/>
                      <a:pt x="109188" y="148032"/>
                    </a:cubicBezTo>
                    <a:cubicBezTo>
                      <a:pt x="116808" y="144222"/>
                      <a:pt x="118713" y="136602"/>
                      <a:pt x="121571" y="130887"/>
                    </a:cubicBezTo>
                    <a:cubicBezTo>
                      <a:pt x="135858" y="97549"/>
                      <a:pt x="156813" y="68974"/>
                      <a:pt x="185388" y="44210"/>
                    </a:cubicBezTo>
                    <a:cubicBezTo>
                      <a:pt x="213011" y="18492"/>
                      <a:pt x="245396" y="4205"/>
                      <a:pt x="279686" y="395"/>
                    </a:cubicBezTo>
                    <a:cubicBezTo>
                      <a:pt x="285401" y="-558"/>
                      <a:pt x="292068" y="395"/>
                      <a:pt x="297783" y="1347"/>
                    </a:cubicBezTo>
                    <a:cubicBezTo>
                      <a:pt x="312071" y="4205"/>
                      <a:pt x="327311" y="8967"/>
                      <a:pt x="341598" y="13730"/>
                    </a:cubicBezTo>
                    <a:cubicBezTo>
                      <a:pt x="369221" y="25160"/>
                      <a:pt x="384461" y="47067"/>
                      <a:pt x="384461" y="78499"/>
                    </a:cubicBezTo>
                    <a:cubicBezTo>
                      <a:pt x="385413" y="112789"/>
                      <a:pt x="378746" y="148032"/>
                      <a:pt x="362553" y="183274"/>
                    </a:cubicBezTo>
                    <a:cubicBezTo>
                      <a:pt x="345408" y="219470"/>
                      <a:pt x="326358" y="255664"/>
                      <a:pt x="304451" y="290907"/>
                    </a:cubicBezTo>
                    <a:cubicBezTo>
                      <a:pt x="301593" y="295670"/>
                      <a:pt x="295878" y="300432"/>
                      <a:pt x="296831" y="309005"/>
                    </a:cubicBezTo>
                    <a:cubicBezTo>
                      <a:pt x="312071" y="306147"/>
                      <a:pt x="327311" y="300432"/>
                      <a:pt x="340646" y="294717"/>
                    </a:cubicBezTo>
                    <a:close/>
                    <a:moveTo>
                      <a:pt x="72041" y="370917"/>
                    </a:moveTo>
                    <a:cubicBezTo>
                      <a:pt x="71088" y="388062"/>
                      <a:pt x="74898" y="405207"/>
                      <a:pt x="83471" y="418542"/>
                    </a:cubicBezTo>
                    <a:cubicBezTo>
                      <a:pt x="92043" y="431877"/>
                      <a:pt x="97758" y="432830"/>
                      <a:pt x="114903" y="423305"/>
                    </a:cubicBezTo>
                    <a:cubicBezTo>
                      <a:pt x="128238" y="414732"/>
                      <a:pt x="140621" y="404255"/>
                      <a:pt x="151098" y="393777"/>
                    </a:cubicBezTo>
                    <a:cubicBezTo>
                      <a:pt x="170148" y="376632"/>
                      <a:pt x="189198" y="359487"/>
                      <a:pt x="206343" y="340437"/>
                    </a:cubicBezTo>
                    <a:cubicBezTo>
                      <a:pt x="219678" y="324245"/>
                      <a:pt x="219678" y="323292"/>
                      <a:pt x="203486" y="317577"/>
                    </a:cubicBezTo>
                    <a:cubicBezTo>
                      <a:pt x="191103" y="312814"/>
                      <a:pt x="180626" y="308052"/>
                      <a:pt x="170148" y="300432"/>
                    </a:cubicBezTo>
                    <a:cubicBezTo>
                      <a:pt x="149193" y="284239"/>
                      <a:pt x="131096" y="267095"/>
                      <a:pt x="116808" y="242330"/>
                    </a:cubicBezTo>
                    <a:cubicBezTo>
                      <a:pt x="92996" y="287097"/>
                      <a:pt x="76803" y="328055"/>
                      <a:pt x="72041" y="370917"/>
                    </a:cubicBezTo>
                    <a:close/>
                    <a:moveTo>
                      <a:pt x="172053" y="211849"/>
                    </a:moveTo>
                    <a:cubicBezTo>
                      <a:pt x="177768" y="248045"/>
                      <a:pt x="198723" y="273762"/>
                      <a:pt x="225393" y="294717"/>
                    </a:cubicBezTo>
                    <a:cubicBezTo>
                      <a:pt x="233966" y="300432"/>
                      <a:pt x="238728" y="299480"/>
                      <a:pt x="247301" y="286145"/>
                    </a:cubicBezTo>
                    <a:cubicBezTo>
                      <a:pt x="281591" y="236614"/>
                      <a:pt x="311118" y="183274"/>
                      <a:pt x="328263" y="128982"/>
                    </a:cubicBezTo>
                    <a:cubicBezTo>
                      <a:pt x="333978" y="106122"/>
                      <a:pt x="339693" y="84214"/>
                      <a:pt x="335883" y="63260"/>
                    </a:cubicBezTo>
                    <a:cubicBezTo>
                      <a:pt x="327311" y="23255"/>
                      <a:pt x="316833" y="16587"/>
                      <a:pt x="273971" y="40399"/>
                    </a:cubicBezTo>
                    <a:cubicBezTo>
                      <a:pt x="221583" y="69927"/>
                      <a:pt x="191103" y="113742"/>
                      <a:pt x="176816" y="167082"/>
                    </a:cubicBezTo>
                    <a:cubicBezTo>
                      <a:pt x="172053" y="182322"/>
                      <a:pt x="169196" y="196610"/>
                      <a:pt x="172053" y="211849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3D06459-8756-4CBF-8260-803931FE46D8}"/>
                  </a:ext>
                </a:extLst>
              </p:cNvPr>
              <p:cNvSpPr/>
              <p:nvPr/>
            </p:nvSpPr>
            <p:spPr>
              <a:xfrm>
                <a:off x="1136526" y="3729037"/>
                <a:ext cx="158975" cy="168857"/>
              </a:xfrm>
              <a:custGeom>
                <a:avLst/>
                <a:gdLst>
                  <a:gd name="connsiteX0" fmla="*/ 144086 w 158975"/>
                  <a:gd name="connsiteY0" fmla="*/ 78105 h 168857"/>
                  <a:gd name="connsiteX1" fmla="*/ 126941 w 158975"/>
                  <a:gd name="connsiteY1" fmla="*/ 100013 h 168857"/>
                  <a:gd name="connsiteX2" fmla="*/ 52645 w 158975"/>
                  <a:gd name="connsiteY2" fmla="*/ 160972 h 168857"/>
                  <a:gd name="connsiteX3" fmla="*/ 5973 w 158975"/>
                  <a:gd name="connsiteY3" fmla="*/ 166688 h 168857"/>
                  <a:gd name="connsiteX4" fmla="*/ 6925 w 158975"/>
                  <a:gd name="connsiteY4" fmla="*/ 149543 h 168857"/>
                  <a:gd name="connsiteX5" fmla="*/ 90745 w 158975"/>
                  <a:gd name="connsiteY5" fmla="*/ 38100 h 168857"/>
                  <a:gd name="connsiteX6" fmla="*/ 95508 w 158975"/>
                  <a:gd name="connsiteY6" fmla="*/ 15240 h 168857"/>
                  <a:gd name="connsiteX7" fmla="*/ 111700 w 158975"/>
                  <a:gd name="connsiteY7" fmla="*/ 953 h 168857"/>
                  <a:gd name="connsiteX8" fmla="*/ 138370 w 158975"/>
                  <a:gd name="connsiteY8" fmla="*/ 0 h 168857"/>
                  <a:gd name="connsiteX9" fmla="*/ 157420 w 158975"/>
                  <a:gd name="connsiteY9" fmla="*/ 16193 h 168857"/>
                  <a:gd name="connsiteX10" fmla="*/ 144086 w 158975"/>
                  <a:gd name="connsiteY10" fmla="*/ 78105 h 168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975" h="168857">
                    <a:moveTo>
                      <a:pt x="144086" y="78105"/>
                    </a:moveTo>
                    <a:cubicBezTo>
                      <a:pt x="139323" y="85725"/>
                      <a:pt x="134561" y="94297"/>
                      <a:pt x="126941" y="100013"/>
                    </a:cubicBezTo>
                    <a:cubicBezTo>
                      <a:pt x="104080" y="121920"/>
                      <a:pt x="79316" y="142875"/>
                      <a:pt x="52645" y="160972"/>
                    </a:cubicBezTo>
                    <a:cubicBezTo>
                      <a:pt x="35500" y="172403"/>
                      <a:pt x="21213" y="168593"/>
                      <a:pt x="5973" y="166688"/>
                    </a:cubicBezTo>
                    <a:cubicBezTo>
                      <a:pt x="-2600" y="165735"/>
                      <a:pt x="-1647" y="154305"/>
                      <a:pt x="6925" y="149543"/>
                    </a:cubicBezTo>
                    <a:cubicBezTo>
                      <a:pt x="51693" y="122872"/>
                      <a:pt x="68838" y="79057"/>
                      <a:pt x="90745" y="38100"/>
                    </a:cubicBezTo>
                    <a:cubicBezTo>
                      <a:pt x="94555" y="29528"/>
                      <a:pt x="94555" y="21907"/>
                      <a:pt x="95508" y="15240"/>
                    </a:cubicBezTo>
                    <a:cubicBezTo>
                      <a:pt x="96461" y="2857"/>
                      <a:pt x="99318" y="953"/>
                      <a:pt x="111700" y="953"/>
                    </a:cubicBezTo>
                    <a:cubicBezTo>
                      <a:pt x="120273" y="0"/>
                      <a:pt x="128845" y="0"/>
                      <a:pt x="138370" y="0"/>
                    </a:cubicBezTo>
                    <a:cubicBezTo>
                      <a:pt x="149800" y="0"/>
                      <a:pt x="156468" y="4763"/>
                      <a:pt x="157420" y="16193"/>
                    </a:cubicBezTo>
                    <a:cubicBezTo>
                      <a:pt x="162183" y="36195"/>
                      <a:pt x="155516" y="57150"/>
                      <a:pt x="144086" y="78105"/>
                    </a:cubicBezTo>
                    <a:close/>
                  </a:path>
                </a:pathLst>
              </a:custGeom>
              <a:solidFill>
                <a:srgbClr val="FFE5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0" name="Graphic 2">
              <a:extLst>
                <a:ext uri="{FF2B5EF4-FFF2-40B4-BE49-F238E27FC236}">
                  <a16:creationId xmlns:a16="http://schemas.microsoft.com/office/drawing/2014/main" id="{E5F7300A-1EE0-460C-8B7D-C46AC6F5A717}"/>
                </a:ext>
              </a:extLst>
            </p:cNvPr>
            <p:cNvGrpSpPr/>
            <p:nvPr/>
          </p:nvGrpSpPr>
          <p:grpSpPr>
            <a:xfrm>
              <a:off x="-1561753" y="2079273"/>
              <a:ext cx="2435984" cy="812434"/>
              <a:chOff x="-1561753" y="2079273"/>
              <a:chExt cx="2435984" cy="812434"/>
            </a:xfrm>
            <a:solidFill>
              <a:srgbClr val="FFFFFF"/>
            </a:solidFill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2B06456C-A563-4B05-B4ED-51FBEC6C6B78}"/>
                  </a:ext>
                </a:extLst>
              </p:cNvPr>
              <p:cNvSpPr/>
              <p:nvPr/>
            </p:nvSpPr>
            <p:spPr>
              <a:xfrm>
                <a:off x="-1561753" y="2485072"/>
                <a:ext cx="390630" cy="399843"/>
              </a:xfrm>
              <a:custGeom>
                <a:avLst/>
                <a:gdLst>
                  <a:gd name="connsiteX0" fmla="*/ 189653 w 390630"/>
                  <a:gd name="connsiteY0" fmla="*/ 56198 h 399843"/>
                  <a:gd name="connsiteX1" fmla="*/ 115358 w 390630"/>
                  <a:gd name="connsiteY1" fmla="*/ 102870 h 399843"/>
                  <a:gd name="connsiteX2" fmla="*/ 122026 w 390630"/>
                  <a:gd name="connsiteY2" fmla="*/ 273368 h 399843"/>
                  <a:gd name="connsiteX3" fmla="*/ 285856 w 390630"/>
                  <a:gd name="connsiteY3" fmla="*/ 288608 h 399843"/>
                  <a:gd name="connsiteX4" fmla="*/ 340148 w 390630"/>
                  <a:gd name="connsiteY4" fmla="*/ 203835 h 399843"/>
                  <a:gd name="connsiteX5" fmla="*/ 390631 w 390630"/>
                  <a:gd name="connsiteY5" fmla="*/ 240983 h 399843"/>
                  <a:gd name="connsiteX6" fmla="*/ 318241 w 390630"/>
                  <a:gd name="connsiteY6" fmla="*/ 351473 h 399843"/>
                  <a:gd name="connsiteX7" fmla="*/ 63923 w 390630"/>
                  <a:gd name="connsiteY7" fmla="*/ 329565 h 399843"/>
                  <a:gd name="connsiteX8" fmla="*/ 61066 w 390630"/>
                  <a:gd name="connsiteY8" fmla="*/ 64770 h 399843"/>
                  <a:gd name="connsiteX9" fmla="*/ 158221 w 390630"/>
                  <a:gd name="connsiteY9" fmla="*/ 0 h 399843"/>
                  <a:gd name="connsiteX10" fmla="*/ 189653 w 390630"/>
                  <a:gd name="connsiteY10" fmla="*/ 56198 h 39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0630" h="399843">
                    <a:moveTo>
                      <a:pt x="189653" y="56198"/>
                    </a:moveTo>
                    <a:cubicBezTo>
                      <a:pt x="167746" y="65723"/>
                      <a:pt x="141076" y="78105"/>
                      <a:pt x="115358" y="102870"/>
                    </a:cubicBezTo>
                    <a:cubicBezTo>
                      <a:pt x="58208" y="156210"/>
                      <a:pt x="60113" y="207645"/>
                      <a:pt x="122026" y="273368"/>
                    </a:cubicBezTo>
                    <a:cubicBezTo>
                      <a:pt x="178223" y="333375"/>
                      <a:pt x="224896" y="345758"/>
                      <a:pt x="285856" y="288608"/>
                    </a:cubicBezTo>
                    <a:cubicBezTo>
                      <a:pt x="312526" y="263843"/>
                      <a:pt x="328718" y="232410"/>
                      <a:pt x="340148" y="203835"/>
                    </a:cubicBezTo>
                    <a:lnTo>
                      <a:pt x="390631" y="240983"/>
                    </a:lnTo>
                    <a:cubicBezTo>
                      <a:pt x="380153" y="272415"/>
                      <a:pt x="356341" y="315278"/>
                      <a:pt x="318241" y="351473"/>
                    </a:cubicBezTo>
                    <a:cubicBezTo>
                      <a:pt x="232516" y="431483"/>
                      <a:pt x="133456" y="403860"/>
                      <a:pt x="63923" y="329565"/>
                    </a:cubicBezTo>
                    <a:cubicBezTo>
                      <a:pt x="-9420" y="251460"/>
                      <a:pt x="-31327" y="150495"/>
                      <a:pt x="61066" y="64770"/>
                    </a:cubicBezTo>
                    <a:cubicBezTo>
                      <a:pt x="87736" y="40005"/>
                      <a:pt x="127741" y="10478"/>
                      <a:pt x="158221" y="0"/>
                    </a:cubicBezTo>
                    <a:lnTo>
                      <a:pt x="189653" y="5619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94A53A1-0EF9-4F38-BCF7-5C195355CEA2}"/>
                  </a:ext>
                </a:extLst>
              </p:cNvPr>
              <p:cNvSpPr/>
              <p:nvPr/>
            </p:nvSpPr>
            <p:spPr>
              <a:xfrm>
                <a:off x="-1268277" y="2394584"/>
                <a:ext cx="215265" cy="331470"/>
              </a:xfrm>
              <a:custGeom>
                <a:avLst/>
                <a:gdLst>
                  <a:gd name="connsiteX0" fmla="*/ 174307 w 215265"/>
                  <a:gd name="connsiteY0" fmla="*/ 53340 h 331470"/>
                  <a:gd name="connsiteX1" fmla="*/ 102870 w 215265"/>
                  <a:gd name="connsiteY1" fmla="*/ 112395 h 331470"/>
                  <a:gd name="connsiteX2" fmla="*/ 215265 w 215265"/>
                  <a:gd name="connsiteY2" fmla="*/ 289560 h 331470"/>
                  <a:gd name="connsiteX3" fmla="*/ 149542 w 215265"/>
                  <a:gd name="connsiteY3" fmla="*/ 331470 h 331470"/>
                  <a:gd name="connsiteX4" fmla="*/ 0 w 215265"/>
                  <a:gd name="connsiteY4" fmla="*/ 95250 h 331470"/>
                  <a:gd name="connsiteX5" fmla="*/ 65722 w 215265"/>
                  <a:gd name="connsiteY5" fmla="*/ 53340 h 331470"/>
                  <a:gd name="connsiteX6" fmla="*/ 76200 w 215265"/>
                  <a:gd name="connsiteY6" fmla="*/ 69533 h 331470"/>
                  <a:gd name="connsiteX7" fmla="*/ 78105 w 215265"/>
                  <a:gd name="connsiteY7" fmla="*/ 68580 h 331470"/>
                  <a:gd name="connsiteX8" fmla="*/ 140970 w 215265"/>
                  <a:gd name="connsiteY8" fmla="*/ 0 h 331470"/>
                  <a:gd name="connsiteX9" fmla="*/ 174307 w 215265"/>
                  <a:gd name="connsiteY9" fmla="*/ 53340 h 33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265" h="331470">
                    <a:moveTo>
                      <a:pt x="174307" y="53340"/>
                    </a:moveTo>
                    <a:cubicBezTo>
                      <a:pt x="130492" y="78105"/>
                      <a:pt x="113347" y="98108"/>
                      <a:pt x="102870" y="112395"/>
                    </a:cubicBezTo>
                    <a:lnTo>
                      <a:pt x="215265" y="289560"/>
                    </a:lnTo>
                    <a:lnTo>
                      <a:pt x="149542" y="331470"/>
                    </a:lnTo>
                    <a:lnTo>
                      <a:pt x="0" y="95250"/>
                    </a:lnTo>
                    <a:lnTo>
                      <a:pt x="65722" y="53340"/>
                    </a:lnTo>
                    <a:lnTo>
                      <a:pt x="76200" y="69533"/>
                    </a:lnTo>
                    <a:lnTo>
                      <a:pt x="78105" y="68580"/>
                    </a:lnTo>
                    <a:cubicBezTo>
                      <a:pt x="87630" y="45720"/>
                      <a:pt x="103822" y="17145"/>
                      <a:pt x="140970" y="0"/>
                    </a:cubicBezTo>
                    <a:lnTo>
                      <a:pt x="174307" y="5334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E3073E2-0C22-4A7A-9E7A-8CFFDAE081D3}"/>
                  </a:ext>
                </a:extLst>
              </p:cNvPr>
              <p:cNvSpPr/>
              <p:nvPr/>
            </p:nvSpPr>
            <p:spPr>
              <a:xfrm>
                <a:off x="-1038116" y="2300778"/>
                <a:ext cx="287046" cy="296548"/>
              </a:xfrm>
              <a:custGeom>
                <a:avLst/>
                <a:gdLst>
                  <a:gd name="connsiteX0" fmla="*/ 287046 w 287046"/>
                  <a:gd name="connsiteY0" fmla="*/ 220489 h 296548"/>
                  <a:gd name="connsiteX1" fmla="*/ 201321 w 287046"/>
                  <a:gd name="connsiteY1" fmla="*/ 279544 h 296548"/>
                  <a:gd name="connsiteX2" fmla="*/ 16536 w 287046"/>
                  <a:gd name="connsiteY2" fmla="*/ 201439 h 296548"/>
                  <a:gd name="connsiteX3" fmla="*/ 84164 w 287046"/>
                  <a:gd name="connsiteY3" fmla="*/ 13796 h 296548"/>
                  <a:gd name="connsiteX4" fmla="*/ 247041 w 287046"/>
                  <a:gd name="connsiteY4" fmla="*/ 79519 h 296548"/>
                  <a:gd name="connsiteX5" fmla="*/ 259424 w 287046"/>
                  <a:gd name="connsiteY5" fmla="*/ 119524 h 296548"/>
                  <a:gd name="connsiteX6" fmla="*/ 94641 w 287046"/>
                  <a:gd name="connsiteY6" fmla="*/ 187151 h 296548"/>
                  <a:gd name="connsiteX7" fmla="*/ 187034 w 287046"/>
                  <a:gd name="connsiteY7" fmla="*/ 218584 h 296548"/>
                  <a:gd name="connsiteX8" fmla="*/ 253709 w 287046"/>
                  <a:gd name="connsiteY8" fmla="*/ 175721 h 296548"/>
                  <a:gd name="connsiteX9" fmla="*/ 287046 w 287046"/>
                  <a:gd name="connsiteY9" fmla="*/ 220489 h 296548"/>
                  <a:gd name="connsiteX10" fmla="*/ 77496 w 287046"/>
                  <a:gd name="connsiteY10" fmla="*/ 139526 h 296548"/>
                  <a:gd name="connsiteX11" fmla="*/ 171794 w 287046"/>
                  <a:gd name="connsiteY11" fmla="*/ 100474 h 296548"/>
                  <a:gd name="connsiteX12" fmla="*/ 106071 w 287046"/>
                  <a:gd name="connsiteY12" fmla="*/ 69994 h 296548"/>
                  <a:gd name="connsiteX13" fmla="*/ 77496 w 287046"/>
                  <a:gd name="connsiteY13" fmla="*/ 139526 h 29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7046" h="296548">
                    <a:moveTo>
                      <a:pt x="287046" y="220489"/>
                    </a:moveTo>
                    <a:cubicBezTo>
                      <a:pt x="263234" y="245254"/>
                      <a:pt x="235611" y="265256"/>
                      <a:pt x="201321" y="279544"/>
                    </a:cubicBezTo>
                    <a:cubicBezTo>
                      <a:pt x="125121" y="310976"/>
                      <a:pt x="60351" y="306214"/>
                      <a:pt x="16536" y="201439"/>
                    </a:cubicBezTo>
                    <a:cubicBezTo>
                      <a:pt x="-20611" y="111904"/>
                      <a:pt x="6059" y="45229"/>
                      <a:pt x="84164" y="13796"/>
                    </a:cubicBezTo>
                    <a:cubicBezTo>
                      <a:pt x="163221" y="-18589"/>
                      <a:pt x="217514" y="7129"/>
                      <a:pt x="247041" y="79519"/>
                    </a:cubicBezTo>
                    <a:cubicBezTo>
                      <a:pt x="248946" y="83329"/>
                      <a:pt x="257519" y="106189"/>
                      <a:pt x="259424" y="119524"/>
                    </a:cubicBezTo>
                    <a:lnTo>
                      <a:pt x="94641" y="187151"/>
                    </a:lnTo>
                    <a:cubicBezTo>
                      <a:pt x="121311" y="242396"/>
                      <a:pt x="150839" y="233824"/>
                      <a:pt x="187034" y="218584"/>
                    </a:cubicBezTo>
                    <a:cubicBezTo>
                      <a:pt x="207989" y="210011"/>
                      <a:pt x="238469" y="190009"/>
                      <a:pt x="253709" y="175721"/>
                    </a:cubicBezTo>
                    <a:lnTo>
                      <a:pt x="287046" y="220489"/>
                    </a:lnTo>
                    <a:close/>
                    <a:moveTo>
                      <a:pt x="77496" y="139526"/>
                    </a:moveTo>
                    <a:lnTo>
                      <a:pt x="171794" y="100474"/>
                    </a:lnTo>
                    <a:cubicBezTo>
                      <a:pt x="160364" y="66184"/>
                      <a:pt x="134646" y="58564"/>
                      <a:pt x="106071" y="69994"/>
                    </a:cubicBezTo>
                    <a:cubicBezTo>
                      <a:pt x="80354" y="80471"/>
                      <a:pt x="67971" y="101426"/>
                      <a:pt x="77496" y="13952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59D4DDB2-5DFA-469B-B037-9CCDBECE7264}"/>
                  </a:ext>
                </a:extLst>
              </p:cNvPr>
              <p:cNvSpPr/>
              <p:nvPr/>
            </p:nvSpPr>
            <p:spPr>
              <a:xfrm>
                <a:off x="-735032" y="2210665"/>
                <a:ext cx="264949" cy="296164"/>
              </a:xfrm>
              <a:custGeom>
                <a:avLst/>
                <a:gdLst>
                  <a:gd name="connsiteX0" fmla="*/ 221134 w 264949"/>
                  <a:gd name="connsiteY0" fmla="*/ 63904 h 296164"/>
                  <a:gd name="connsiteX1" fmla="*/ 135409 w 264949"/>
                  <a:gd name="connsiteY1" fmla="*/ 63904 h 296164"/>
                  <a:gd name="connsiteX2" fmla="*/ 81117 w 264949"/>
                  <a:gd name="connsiteY2" fmla="*/ 165822 h 296164"/>
                  <a:gd name="connsiteX3" fmla="*/ 167795 w 264949"/>
                  <a:gd name="connsiteY3" fmla="*/ 228687 h 296164"/>
                  <a:gd name="connsiteX4" fmla="*/ 244947 w 264949"/>
                  <a:gd name="connsiteY4" fmla="*/ 199159 h 296164"/>
                  <a:gd name="connsiteX5" fmla="*/ 264949 w 264949"/>
                  <a:gd name="connsiteY5" fmla="*/ 255357 h 296164"/>
                  <a:gd name="connsiteX6" fmla="*/ 161127 w 264949"/>
                  <a:gd name="connsiteY6" fmla="*/ 292504 h 296164"/>
                  <a:gd name="connsiteX7" fmla="*/ 4917 w 264949"/>
                  <a:gd name="connsiteY7" fmla="*/ 181062 h 296164"/>
                  <a:gd name="connsiteX8" fmla="*/ 115407 w 264949"/>
                  <a:gd name="connsiteY8" fmla="*/ 5802 h 296164"/>
                  <a:gd name="connsiteX9" fmla="*/ 218277 w 264949"/>
                  <a:gd name="connsiteY9" fmla="*/ 5802 h 296164"/>
                  <a:gd name="connsiteX10" fmla="*/ 221134 w 264949"/>
                  <a:gd name="connsiteY10" fmla="*/ 63904 h 296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64949" h="296164">
                    <a:moveTo>
                      <a:pt x="221134" y="63904"/>
                    </a:moveTo>
                    <a:cubicBezTo>
                      <a:pt x="200180" y="59142"/>
                      <a:pt x="165889" y="57237"/>
                      <a:pt x="135409" y="63904"/>
                    </a:cubicBezTo>
                    <a:cubicBezTo>
                      <a:pt x="83022" y="74382"/>
                      <a:pt x="69687" y="105814"/>
                      <a:pt x="81117" y="165822"/>
                    </a:cubicBezTo>
                    <a:cubicBezTo>
                      <a:pt x="91595" y="218209"/>
                      <a:pt x="112549" y="239164"/>
                      <a:pt x="167795" y="228687"/>
                    </a:cubicBezTo>
                    <a:cubicBezTo>
                      <a:pt x="195417" y="222972"/>
                      <a:pt x="223992" y="211542"/>
                      <a:pt x="244947" y="199159"/>
                    </a:cubicBezTo>
                    <a:lnTo>
                      <a:pt x="264949" y="255357"/>
                    </a:lnTo>
                    <a:cubicBezTo>
                      <a:pt x="244947" y="270597"/>
                      <a:pt x="197322" y="285837"/>
                      <a:pt x="161127" y="292504"/>
                    </a:cubicBezTo>
                    <a:cubicBezTo>
                      <a:pt x="83974" y="307744"/>
                      <a:pt x="23967" y="276312"/>
                      <a:pt x="4917" y="181062"/>
                    </a:cubicBezTo>
                    <a:cubicBezTo>
                      <a:pt x="-14133" y="84859"/>
                      <a:pt x="22062" y="23899"/>
                      <a:pt x="115407" y="5802"/>
                    </a:cubicBezTo>
                    <a:cubicBezTo>
                      <a:pt x="143030" y="87"/>
                      <a:pt x="193512" y="-3723"/>
                      <a:pt x="218277" y="5802"/>
                    </a:cubicBezTo>
                    <a:lnTo>
                      <a:pt x="221134" y="639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3662EBB-E00B-4DF3-ACB7-5F7448FE583A}"/>
                  </a:ext>
                </a:extLst>
              </p:cNvPr>
              <p:cNvSpPr/>
              <p:nvPr/>
            </p:nvSpPr>
            <p:spPr>
              <a:xfrm>
                <a:off x="-450080" y="2079273"/>
                <a:ext cx="101917" cy="398179"/>
              </a:xfrm>
              <a:custGeom>
                <a:avLst/>
                <a:gdLst>
                  <a:gd name="connsiteX0" fmla="*/ 42863 w 101917"/>
                  <a:gd name="connsiteY0" fmla="*/ 34 h 398179"/>
                  <a:gd name="connsiteX1" fmla="*/ 89535 w 101917"/>
                  <a:gd name="connsiteY1" fmla="*/ 42897 h 398179"/>
                  <a:gd name="connsiteX2" fmla="*/ 46672 w 101917"/>
                  <a:gd name="connsiteY2" fmla="*/ 89569 h 398179"/>
                  <a:gd name="connsiteX3" fmla="*/ 0 w 101917"/>
                  <a:gd name="connsiteY3" fmla="*/ 46707 h 398179"/>
                  <a:gd name="connsiteX4" fmla="*/ 42863 w 101917"/>
                  <a:gd name="connsiteY4" fmla="*/ 34 h 398179"/>
                  <a:gd name="connsiteX5" fmla="*/ 101918 w 101917"/>
                  <a:gd name="connsiteY5" fmla="*/ 394369 h 398179"/>
                  <a:gd name="connsiteX6" fmla="*/ 23813 w 101917"/>
                  <a:gd name="connsiteY6" fmla="*/ 398179 h 398179"/>
                  <a:gd name="connsiteX7" fmla="*/ 9525 w 101917"/>
                  <a:gd name="connsiteY7" fmla="*/ 119097 h 398179"/>
                  <a:gd name="connsiteX8" fmla="*/ 87630 w 101917"/>
                  <a:gd name="connsiteY8" fmla="*/ 115287 h 398179"/>
                  <a:gd name="connsiteX9" fmla="*/ 101918 w 101917"/>
                  <a:gd name="connsiteY9" fmla="*/ 394369 h 398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1917" h="398179">
                    <a:moveTo>
                      <a:pt x="42863" y="34"/>
                    </a:moveTo>
                    <a:cubicBezTo>
                      <a:pt x="67628" y="-918"/>
                      <a:pt x="88582" y="18132"/>
                      <a:pt x="89535" y="42897"/>
                    </a:cubicBezTo>
                    <a:cubicBezTo>
                      <a:pt x="90488" y="67662"/>
                      <a:pt x="71438" y="88617"/>
                      <a:pt x="46672" y="89569"/>
                    </a:cubicBezTo>
                    <a:cubicBezTo>
                      <a:pt x="21907" y="90522"/>
                      <a:pt x="953" y="71472"/>
                      <a:pt x="0" y="46707"/>
                    </a:cubicBezTo>
                    <a:cubicBezTo>
                      <a:pt x="0" y="21942"/>
                      <a:pt x="19050" y="987"/>
                      <a:pt x="42863" y="34"/>
                    </a:cubicBezTo>
                    <a:close/>
                    <a:moveTo>
                      <a:pt x="101918" y="394369"/>
                    </a:moveTo>
                    <a:lnTo>
                      <a:pt x="23813" y="398179"/>
                    </a:lnTo>
                    <a:lnTo>
                      <a:pt x="9525" y="119097"/>
                    </a:lnTo>
                    <a:lnTo>
                      <a:pt x="87630" y="115287"/>
                    </a:lnTo>
                    <a:lnTo>
                      <a:pt x="101918" y="39436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3597647-C72D-4E1F-918F-2EB0CE94500A}"/>
                  </a:ext>
                </a:extLst>
              </p:cNvPr>
              <p:cNvSpPr/>
              <p:nvPr/>
            </p:nvSpPr>
            <p:spPr>
              <a:xfrm>
                <a:off x="-289888" y="2197336"/>
                <a:ext cx="263729" cy="291897"/>
              </a:xfrm>
              <a:custGeom>
                <a:avLst/>
                <a:gdLst>
                  <a:gd name="connsiteX0" fmla="*/ 229381 w 263729"/>
                  <a:gd name="connsiteY0" fmla="*/ 279164 h 291897"/>
                  <a:gd name="connsiteX1" fmla="*/ 126511 w 263729"/>
                  <a:gd name="connsiteY1" fmla="*/ 290594 h 291897"/>
                  <a:gd name="connsiteX2" fmla="*/ 1733 w 263729"/>
                  <a:gd name="connsiteY2" fmla="*/ 134384 h 291897"/>
                  <a:gd name="connsiteX3" fmla="*/ 150323 w 263729"/>
                  <a:gd name="connsiteY3" fmla="*/ 1034 h 291897"/>
                  <a:gd name="connsiteX4" fmla="*/ 262718 w 263729"/>
                  <a:gd name="connsiteY4" fmla="*/ 136289 h 291897"/>
                  <a:gd name="connsiteX5" fmla="*/ 254146 w 263729"/>
                  <a:gd name="connsiteY5" fmla="*/ 177246 h 291897"/>
                  <a:gd name="connsiteX6" fmla="*/ 76981 w 263729"/>
                  <a:gd name="connsiteY6" fmla="*/ 159149 h 291897"/>
                  <a:gd name="connsiteX7" fmla="*/ 143656 w 263729"/>
                  <a:gd name="connsiteY7" fmla="*/ 230586 h 291897"/>
                  <a:gd name="connsiteX8" fmla="*/ 222713 w 263729"/>
                  <a:gd name="connsiteY8" fmla="*/ 224871 h 291897"/>
                  <a:gd name="connsiteX9" fmla="*/ 229381 w 263729"/>
                  <a:gd name="connsiteY9" fmla="*/ 279164 h 291897"/>
                  <a:gd name="connsiteX10" fmla="*/ 83648 w 263729"/>
                  <a:gd name="connsiteY10" fmla="*/ 108666 h 291897"/>
                  <a:gd name="connsiteX11" fmla="*/ 185566 w 263729"/>
                  <a:gd name="connsiteY11" fmla="*/ 119144 h 291897"/>
                  <a:gd name="connsiteX12" fmla="*/ 141751 w 263729"/>
                  <a:gd name="connsiteY12" fmla="*/ 61041 h 291897"/>
                  <a:gd name="connsiteX13" fmla="*/ 83648 w 263729"/>
                  <a:gd name="connsiteY13" fmla="*/ 108666 h 291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3729" h="291897">
                    <a:moveTo>
                      <a:pt x="229381" y="279164"/>
                    </a:moveTo>
                    <a:cubicBezTo>
                      <a:pt x="196043" y="289641"/>
                      <a:pt x="162706" y="294404"/>
                      <a:pt x="126511" y="290594"/>
                    </a:cubicBezTo>
                    <a:cubicBezTo>
                      <a:pt x="44596" y="282021"/>
                      <a:pt x="-10649" y="246779"/>
                      <a:pt x="1733" y="134384"/>
                    </a:cubicBezTo>
                    <a:cubicBezTo>
                      <a:pt x="12211" y="37229"/>
                      <a:pt x="66503" y="-7539"/>
                      <a:pt x="150323" y="1034"/>
                    </a:cubicBezTo>
                    <a:cubicBezTo>
                      <a:pt x="235096" y="9606"/>
                      <a:pt x="270338" y="58184"/>
                      <a:pt x="262718" y="136289"/>
                    </a:cubicBezTo>
                    <a:cubicBezTo>
                      <a:pt x="262718" y="141051"/>
                      <a:pt x="258908" y="164864"/>
                      <a:pt x="254146" y="177246"/>
                    </a:cubicBezTo>
                    <a:lnTo>
                      <a:pt x="76981" y="159149"/>
                    </a:lnTo>
                    <a:cubicBezTo>
                      <a:pt x="74123" y="220109"/>
                      <a:pt x="104603" y="226776"/>
                      <a:pt x="143656" y="230586"/>
                    </a:cubicBezTo>
                    <a:cubicBezTo>
                      <a:pt x="166516" y="233444"/>
                      <a:pt x="201758" y="229634"/>
                      <a:pt x="222713" y="224871"/>
                    </a:cubicBezTo>
                    <a:lnTo>
                      <a:pt x="229381" y="279164"/>
                    </a:lnTo>
                    <a:close/>
                    <a:moveTo>
                      <a:pt x="83648" y="108666"/>
                    </a:moveTo>
                    <a:lnTo>
                      <a:pt x="185566" y="119144"/>
                    </a:lnTo>
                    <a:cubicBezTo>
                      <a:pt x="192233" y="82949"/>
                      <a:pt x="173183" y="64851"/>
                      <a:pt x="141751" y="61041"/>
                    </a:cubicBezTo>
                    <a:cubicBezTo>
                      <a:pt x="113176" y="59136"/>
                      <a:pt x="93173" y="70566"/>
                      <a:pt x="83648" y="1086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D1A6C41-280C-4813-A2A8-7DC21A31F25D}"/>
                  </a:ext>
                </a:extLst>
              </p:cNvPr>
              <p:cNvSpPr/>
              <p:nvPr/>
            </p:nvSpPr>
            <p:spPr>
              <a:xfrm>
                <a:off x="-3358" y="2238375"/>
                <a:ext cx="308299" cy="344804"/>
              </a:xfrm>
              <a:custGeom>
                <a:avLst/>
                <a:gdLst>
                  <a:gd name="connsiteX0" fmla="*/ 74295 w 308299"/>
                  <a:gd name="connsiteY0" fmla="*/ 290513 h 344804"/>
                  <a:gd name="connsiteX1" fmla="*/ 0 w 308299"/>
                  <a:gd name="connsiteY1" fmla="*/ 265747 h 344804"/>
                  <a:gd name="connsiteX2" fmla="*/ 87630 w 308299"/>
                  <a:gd name="connsiteY2" fmla="*/ 0 h 344804"/>
                  <a:gd name="connsiteX3" fmla="*/ 161925 w 308299"/>
                  <a:gd name="connsiteY3" fmla="*/ 24765 h 344804"/>
                  <a:gd name="connsiteX4" fmla="*/ 156210 w 308299"/>
                  <a:gd name="connsiteY4" fmla="*/ 43815 h 344804"/>
                  <a:gd name="connsiteX5" fmla="*/ 159068 w 308299"/>
                  <a:gd name="connsiteY5" fmla="*/ 44767 h 344804"/>
                  <a:gd name="connsiteX6" fmla="*/ 246697 w 308299"/>
                  <a:gd name="connsiteY6" fmla="*/ 46672 h 344804"/>
                  <a:gd name="connsiteX7" fmla="*/ 302895 w 308299"/>
                  <a:gd name="connsiteY7" fmla="*/ 153353 h 344804"/>
                  <a:gd name="connsiteX8" fmla="*/ 240030 w 308299"/>
                  <a:gd name="connsiteY8" fmla="*/ 344805 h 344804"/>
                  <a:gd name="connsiteX9" fmla="*/ 165735 w 308299"/>
                  <a:gd name="connsiteY9" fmla="*/ 320040 h 344804"/>
                  <a:gd name="connsiteX10" fmla="*/ 223838 w 308299"/>
                  <a:gd name="connsiteY10" fmla="*/ 144780 h 344804"/>
                  <a:gd name="connsiteX11" fmla="*/ 199072 w 308299"/>
                  <a:gd name="connsiteY11" fmla="*/ 95250 h 344804"/>
                  <a:gd name="connsiteX12" fmla="*/ 142875 w 308299"/>
                  <a:gd name="connsiteY12" fmla="*/ 88583 h 344804"/>
                  <a:gd name="connsiteX13" fmla="*/ 74295 w 308299"/>
                  <a:gd name="connsiteY13" fmla="*/ 290513 h 34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8299" h="344804">
                    <a:moveTo>
                      <a:pt x="74295" y="290513"/>
                    </a:moveTo>
                    <a:lnTo>
                      <a:pt x="0" y="265747"/>
                    </a:lnTo>
                    <a:lnTo>
                      <a:pt x="87630" y="0"/>
                    </a:lnTo>
                    <a:lnTo>
                      <a:pt x="161925" y="24765"/>
                    </a:lnTo>
                    <a:lnTo>
                      <a:pt x="156210" y="43815"/>
                    </a:lnTo>
                    <a:lnTo>
                      <a:pt x="159068" y="44767"/>
                    </a:lnTo>
                    <a:cubicBezTo>
                      <a:pt x="188595" y="37147"/>
                      <a:pt x="216218" y="37147"/>
                      <a:pt x="246697" y="46672"/>
                    </a:cubicBezTo>
                    <a:cubicBezTo>
                      <a:pt x="291465" y="61913"/>
                      <a:pt x="320993" y="98108"/>
                      <a:pt x="302895" y="153353"/>
                    </a:cubicBezTo>
                    <a:lnTo>
                      <a:pt x="240030" y="344805"/>
                    </a:lnTo>
                    <a:lnTo>
                      <a:pt x="165735" y="320040"/>
                    </a:lnTo>
                    <a:lnTo>
                      <a:pt x="223838" y="144780"/>
                    </a:lnTo>
                    <a:cubicBezTo>
                      <a:pt x="234315" y="113347"/>
                      <a:pt x="215265" y="100965"/>
                      <a:pt x="199072" y="95250"/>
                    </a:cubicBezTo>
                    <a:cubicBezTo>
                      <a:pt x="178118" y="88583"/>
                      <a:pt x="160020" y="88583"/>
                      <a:pt x="142875" y="88583"/>
                    </a:cubicBezTo>
                    <a:lnTo>
                      <a:pt x="74295" y="2905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50BD6D2-647B-4E7E-BA9A-19EE837372CB}"/>
                  </a:ext>
                </a:extLst>
              </p:cNvPr>
              <p:cNvSpPr/>
              <p:nvPr/>
            </p:nvSpPr>
            <p:spPr>
              <a:xfrm>
                <a:off x="309422" y="2354579"/>
                <a:ext cx="389212" cy="376237"/>
              </a:xfrm>
              <a:custGeom>
                <a:avLst/>
                <a:gdLst>
                  <a:gd name="connsiteX0" fmla="*/ 256815 w 389212"/>
                  <a:gd name="connsiteY0" fmla="*/ 104775 h 376237"/>
                  <a:gd name="connsiteX1" fmla="*/ 318727 w 389212"/>
                  <a:gd name="connsiteY1" fmla="*/ 0 h 376237"/>
                  <a:gd name="connsiteX2" fmla="*/ 389212 w 389212"/>
                  <a:gd name="connsiteY2" fmla="*/ 35242 h 376237"/>
                  <a:gd name="connsiteX3" fmla="*/ 186330 w 389212"/>
                  <a:gd name="connsiteY3" fmla="*/ 376238 h 376237"/>
                  <a:gd name="connsiteX4" fmla="*/ 118702 w 389212"/>
                  <a:gd name="connsiteY4" fmla="*/ 336233 h 376237"/>
                  <a:gd name="connsiteX5" fmla="*/ 129180 w 389212"/>
                  <a:gd name="connsiteY5" fmla="*/ 319088 h 376237"/>
                  <a:gd name="connsiteX6" fmla="*/ 126322 w 389212"/>
                  <a:gd name="connsiteY6" fmla="*/ 317183 h 376237"/>
                  <a:gd name="connsiteX7" fmla="*/ 51075 w 389212"/>
                  <a:gd name="connsiteY7" fmla="*/ 301942 h 376237"/>
                  <a:gd name="connsiteX8" fmla="*/ 29167 w 389212"/>
                  <a:gd name="connsiteY8" fmla="*/ 125730 h 376237"/>
                  <a:gd name="connsiteX9" fmla="*/ 212047 w 389212"/>
                  <a:gd name="connsiteY9" fmla="*/ 59055 h 376237"/>
                  <a:gd name="connsiteX10" fmla="*/ 254910 w 389212"/>
                  <a:gd name="connsiteY10" fmla="*/ 103823 h 376237"/>
                  <a:gd name="connsiteX11" fmla="*/ 256815 w 389212"/>
                  <a:gd name="connsiteY11" fmla="*/ 104775 h 376237"/>
                  <a:gd name="connsiteX12" fmla="*/ 99652 w 389212"/>
                  <a:gd name="connsiteY12" fmla="*/ 260033 h 376237"/>
                  <a:gd name="connsiteX13" fmla="*/ 152992 w 389212"/>
                  <a:gd name="connsiteY13" fmla="*/ 279083 h 376237"/>
                  <a:gd name="connsiteX14" fmla="*/ 229192 w 389212"/>
                  <a:gd name="connsiteY14" fmla="*/ 151448 h 376237"/>
                  <a:gd name="connsiteX15" fmla="*/ 190140 w 389212"/>
                  <a:gd name="connsiteY15" fmla="*/ 118110 h 376237"/>
                  <a:gd name="connsiteX16" fmla="*/ 97747 w 389212"/>
                  <a:gd name="connsiteY16" fmla="*/ 163830 h 376237"/>
                  <a:gd name="connsiteX17" fmla="*/ 99652 w 389212"/>
                  <a:gd name="connsiteY17" fmla="*/ 260033 h 37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89212" h="376237">
                    <a:moveTo>
                      <a:pt x="256815" y="104775"/>
                    </a:moveTo>
                    <a:lnTo>
                      <a:pt x="318727" y="0"/>
                    </a:lnTo>
                    <a:lnTo>
                      <a:pt x="389212" y="35242"/>
                    </a:lnTo>
                    <a:lnTo>
                      <a:pt x="186330" y="376238"/>
                    </a:lnTo>
                    <a:lnTo>
                      <a:pt x="118702" y="336233"/>
                    </a:lnTo>
                    <a:lnTo>
                      <a:pt x="129180" y="319088"/>
                    </a:lnTo>
                    <a:lnTo>
                      <a:pt x="126322" y="317183"/>
                    </a:lnTo>
                    <a:cubicBezTo>
                      <a:pt x="99652" y="323850"/>
                      <a:pt x="76792" y="317183"/>
                      <a:pt x="51075" y="301942"/>
                    </a:cubicBezTo>
                    <a:cubicBezTo>
                      <a:pt x="-18458" y="260033"/>
                      <a:pt x="-7980" y="188595"/>
                      <a:pt x="29167" y="125730"/>
                    </a:cubicBezTo>
                    <a:cubicBezTo>
                      <a:pt x="72030" y="53340"/>
                      <a:pt x="135847" y="13335"/>
                      <a:pt x="212047" y="59055"/>
                    </a:cubicBezTo>
                    <a:cubicBezTo>
                      <a:pt x="232050" y="70485"/>
                      <a:pt x="245385" y="85725"/>
                      <a:pt x="254910" y="103823"/>
                    </a:cubicBezTo>
                    <a:lnTo>
                      <a:pt x="256815" y="104775"/>
                    </a:lnTo>
                    <a:close/>
                    <a:moveTo>
                      <a:pt x="99652" y="260033"/>
                    </a:moveTo>
                    <a:cubicBezTo>
                      <a:pt x="121560" y="273367"/>
                      <a:pt x="135847" y="275273"/>
                      <a:pt x="152992" y="279083"/>
                    </a:cubicBezTo>
                    <a:lnTo>
                      <a:pt x="229192" y="151448"/>
                    </a:lnTo>
                    <a:cubicBezTo>
                      <a:pt x="219667" y="139065"/>
                      <a:pt x="209190" y="129540"/>
                      <a:pt x="190140" y="118110"/>
                    </a:cubicBezTo>
                    <a:cubicBezTo>
                      <a:pt x="153945" y="96203"/>
                      <a:pt x="129180" y="111442"/>
                      <a:pt x="97747" y="163830"/>
                    </a:cubicBezTo>
                    <a:cubicBezTo>
                      <a:pt x="72030" y="207645"/>
                      <a:pt x="65362" y="240030"/>
                      <a:pt x="99652" y="2600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A8C29CE-A972-4C1F-9A97-1265BE2A6FB0}"/>
                  </a:ext>
                </a:extLst>
              </p:cNvPr>
              <p:cNvSpPr/>
              <p:nvPr/>
            </p:nvSpPr>
            <p:spPr>
              <a:xfrm>
                <a:off x="573520" y="2597549"/>
                <a:ext cx="300710" cy="294158"/>
              </a:xfrm>
              <a:custGeom>
                <a:avLst/>
                <a:gdLst>
                  <a:gd name="connsiteX0" fmla="*/ 253702 w 300710"/>
                  <a:gd name="connsiteY0" fmla="*/ 44685 h 294158"/>
                  <a:gd name="connsiteX1" fmla="*/ 254654 w 300710"/>
                  <a:gd name="connsiteY1" fmla="*/ 236138 h 294158"/>
                  <a:gd name="connsiteX2" fmla="*/ 47009 w 300710"/>
                  <a:gd name="connsiteY2" fmla="*/ 249473 h 294158"/>
                  <a:gd name="connsiteX3" fmla="*/ 46057 w 300710"/>
                  <a:gd name="connsiteY3" fmla="*/ 58020 h 294158"/>
                  <a:gd name="connsiteX4" fmla="*/ 253702 w 300710"/>
                  <a:gd name="connsiteY4" fmla="*/ 44685 h 294158"/>
                  <a:gd name="connsiteX5" fmla="*/ 88919 w 300710"/>
                  <a:gd name="connsiteY5" fmla="*/ 208515 h 294158"/>
                  <a:gd name="connsiteX6" fmla="*/ 196552 w 300710"/>
                  <a:gd name="connsiteY6" fmla="*/ 182798 h 294158"/>
                  <a:gd name="connsiteX7" fmla="*/ 210839 w 300710"/>
                  <a:gd name="connsiteY7" fmla="*/ 85643 h 294158"/>
                  <a:gd name="connsiteX8" fmla="*/ 103207 w 300710"/>
                  <a:gd name="connsiteY8" fmla="*/ 111360 h 294158"/>
                  <a:gd name="connsiteX9" fmla="*/ 88919 w 300710"/>
                  <a:gd name="connsiteY9" fmla="*/ 208515 h 294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710" h="294158">
                    <a:moveTo>
                      <a:pt x="253702" y="44685"/>
                    </a:moveTo>
                    <a:cubicBezTo>
                      <a:pt x="310852" y="98025"/>
                      <a:pt x="321329" y="164700"/>
                      <a:pt x="254654" y="236138"/>
                    </a:cubicBezTo>
                    <a:cubicBezTo>
                      <a:pt x="187979" y="307575"/>
                      <a:pt x="116542" y="314243"/>
                      <a:pt x="47009" y="249473"/>
                    </a:cubicBezTo>
                    <a:cubicBezTo>
                      <a:pt x="-10141" y="196133"/>
                      <a:pt x="-20618" y="129458"/>
                      <a:pt x="46057" y="58020"/>
                    </a:cubicBezTo>
                    <a:cubicBezTo>
                      <a:pt x="112732" y="-13417"/>
                      <a:pt x="184169" y="-20085"/>
                      <a:pt x="253702" y="44685"/>
                    </a:cubicBezTo>
                    <a:close/>
                    <a:moveTo>
                      <a:pt x="88919" y="208515"/>
                    </a:moveTo>
                    <a:cubicBezTo>
                      <a:pt x="117494" y="235185"/>
                      <a:pt x="150832" y="232328"/>
                      <a:pt x="196552" y="182798"/>
                    </a:cubicBezTo>
                    <a:cubicBezTo>
                      <a:pt x="236557" y="139935"/>
                      <a:pt x="239414" y="112313"/>
                      <a:pt x="210839" y="85643"/>
                    </a:cubicBezTo>
                    <a:cubicBezTo>
                      <a:pt x="182264" y="58973"/>
                      <a:pt x="148927" y="61830"/>
                      <a:pt x="103207" y="111360"/>
                    </a:cubicBezTo>
                    <a:cubicBezTo>
                      <a:pt x="63202" y="154223"/>
                      <a:pt x="60344" y="181845"/>
                      <a:pt x="88919" y="2085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C2FCE81E-0AA0-42ED-966F-4D7910B70D3C}"/>
                </a:ext>
              </a:extLst>
            </p:cNvPr>
            <p:cNvGrpSpPr/>
            <p:nvPr/>
          </p:nvGrpSpPr>
          <p:grpSpPr>
            <a:xfrm>
              <a:off x="-1806440" y="4011930"/>
              <a:ext cx="3013709" cy="409575"/>
              <a:chOff x="-1806440" y="4011930"/>
              <a:chExt cx="3013709" cy="409575"/>
            </a:xfrm>
            <a:solidFill>
              <a:srgbClr val="FFFFFF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BA67FC0-0A91-490D-8397-4390E94DBADA}"/>
                  </a:ext>
                </a:extLst>
              </p:cNvPr>
              <p:cNvSpPr/>
              <p:nvPr/>
            </p:nvSpPr>
            <p:spPr>
              <a:xfrm>
                <a:off x="-1806440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D6C5AABE-5489-40E3-9A57-BAE08520B7E6}"/>
                  </a:ext>
                </a:extLst>
              </p:cNvPr>
              <p:cNvSpPr/>
              <p:nvPr/>
            </p:nvSpPr>
            <p:spPr>
              <a:xfrm>
                <a:off x="-1567362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56549E1-59AA-49B4-BCFD-F25901A9C09B}"/>
                  </a:ext>
                </a:extLst>
              </p:cNvPr>
              <p:cNvSpPr/>
              <p:nvPr/>
            </p:nvSpPr>
            <p:spPr>
              <a:xfrm>
                <a:off x="-1409248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8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8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8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8" y="36195"/>
                      <a:pt x="208598" y="99060"/>
                    </a:cubicBezTo>
                    <a:cubicBezTo>
                      <a:pt x="208598" y="102870"/>
                      <a:pt x="208598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3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A5E7016D-426B-45A9-A5EF-363133702D84}"/>
                  </a:ext>
                </a:extLst>
              </p:cNvPr>
              <p:cNvSpPr/>
              <p:nvPr/>
            </p:nvSpPr>
            <p:spPr>
              <a:xfrm>
                <a:off x="-1167312" y="4103369"/>
                <a:ext cx="195262" cy="233362"/>
              </a:xfrm>
              <a:custGeom>
                <a:avLst/>
                <a:gdLst>
                  <a:gd name="connsiteX0" fmla="*/ 189547 w 195262"/>
                  <a:gd name="connsiteY0" fmla="*/ 61913 h 233362"/>
                  <a:gd name="connsiteX1" fmla="*/ 121920 w 195262"/>
                  <a:gd name="connsiteY1" fmla="*/ 48578 h 233362"/>
                  <a:gd name="connsiteX2" fmla="*/ 63817 w 195262"/>
                  <a:gd name="connsiteY2" fmla="*/ 120968 h 233362"/>
                  <a:gd name="connsiteX3" fmla="*/ 121920 w 195262"/>
                  <a:gd name="connsiteY3" fmla="*/ 183833 h 233362"/>
                  <a:gd name="connsiteX4" fmla="*/ 186690 w 195262"/>
                  <a:gd name="connsiteY4" fmla="*/ 172403 h 233362"/>
                  <a:gd name="connsiteX5" fmla="*/ 193357 w 195262"/>
                  <a:gd name="connsiteY5" fmla="*/ 220028 h 233362"/>
                  <a:gd name="connsiteX6" fmla="*/ 105727 w 195262"/>
                  <a:gd name="connsiteY6" fmla="*/ 233363 h 233362"/>
                  <a:gd name="connsiteX7" fmla="*/ 0 w 195262"/>
                  <a:gd name="connsiteY7" fmla="*/ 120968 h 233362"/>
                  <a:gd name="connsiteX8" fmla="*/ 114300 w 195262"/>
                  <a:gd name="connsiteY8" fmla="*/ 0 h 233362"/>
                  <a:gd name="connsiteX9" fmla="*/ 195263 w 195262"/>
                  <a:gd name="connsiteY9" fmla="*/ 16193 h 233362"/>
                  <a:gd name="connsiteX10" fmla="*/ 189547 w 195262"/>
                  <a:gd name="connsiteY10" fmla="*/ 61913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5262" h="233362">
                    <a:moveTo>
                      <a:pt x="189547" y="61913"/>
                    </a:moveTo>
                    <a:cubicBezTo>
                      <a:pt x="173355" y="55245"/>
                      <a:pt x="146685" y="48578"/>
                      <a:pt x="121920" y="48578"/>
                    </a:cubicBezTo>
                    <a:cubicBezTo>
                      <a:pt x="79057" y="48578"/>
                      <a:pt x="63817" y="71438"/>
                      <a:pt x="63817" y="120968"/>
                    </a:cubicBezTo>
                    <a:cubicBezTo>
                      <a:pt x="63817" y="163830"/>
                      <a:pt x="77152" y="183833"/>
                      <a:pt x="121920" y="183833"/>
                    </a:cubicBezTo>
                    <a:cubicBezTo>
                      <a:pt x="144780" y="183833"/>
                      <a:pt x="169545" y="179070"/>
                      <a:pt x="186690" y="172403"/>
                    </a:cubicBezTo>
                    <a:lnTo>
                      <a:pt x="193357" y="220028"/>
                    </a:lnTo>
                    <a:cubicBezTo>
                      <a:pt x="175260" y="228600"/>
                      <a:pt x="135255" y="233363"/>
                      <a:pt x="105727" y="233363"/>
                    </a:cubicBezTo>
                    <a:cubicBezTo>
                      <a:pt x="42863" y="233363"/>
                      <a:pt x="0" y="200025"/>
                      <a:pt x="0" y="120968"/>
                    </a:cubicBezTo>
                    <a:cubicBezTo>
                      <a:pt x="0" y="41910"/>
                      <a:pt x="38100" y="0"/>
                      <a:pt x="114300" y="0"/>
                    </a:cubicBezTo>
                    <a:cubicBezTo>
                      <a:pt x="137160" y="0"/>
                      <a:pt x="177165" y="4763"/>
                      <a:pt x="195263" y="16193"/>
                    </a:cubicBezTo>
                    <a:lnTo>
                      <a:pt x="189547" y="6191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74F0A84-1979-4BB7-8B4F-3ECD6B47911E}"/>
                  </a:ext>
                </a:extLst>
              </p:cNvPr>
              <p:cNvSpPr/>
              <p:nvPr/>
            </p:nvSpPr>
            <p:spPr>
              <a:xfrm>
                <a:off x="-932998" y="4012882"/>
                <a:ext cx="72390" cy="319087"/>
              </a:xfrm>
              <a:custGeom>
                <a:avLst/>
                <a:gdLst>
                  <a:gd name="connsiteX0" fmla="*/ 36195 w 72390"/>
                  <a:gd name="connsiteY0" fmla="*/ 0 h 319087"/>
                  <a:gd name="connsiteX1" fmla="*/ 72390 w 72390"/>
                  <a:gd name="connsiteY1" fmla="*/ 36195 h 319087"/>
                  <a:gd name="connsiteX2" fmla="*/ 36195 w 72390"/>
                  <a:gd name="connsiteY2" fmla="*/ 72390 h 319087"/>
                  <a:gd name="connsiteX3" fmla="*/ 0 w 72390"/>
                  <a:gd name="connsiteY3" fmla="*/ 36195 h 319087"/>
                  <a:gd name="connsiteX4" fmla="*/ 36195 w 72390"/>
                  <a:gd name="connsiteY4" fmla="*/ 0 h 319087"/>
                  <a:gd name="connsiteX5" fmla="*/ 67628 w 72390"/>
                  <a:gd name="connsiteY5" fmla="*/ 319088 h 319087"/>
                  <a:gd name="connsiteX6" fmla="*/ 4763 w 72390"/>
                  <a:gd name="connsiteY6" fmla="*/ 319088 h 319087"/>
                  <a:gd name="connsiteX7" fmla="*/ 4763 w 72390"/>
                  <a:gd name="connsiteY7" fmla="*/ 94298 h 319087"/>
                  <a:gd name="connsiteX8" fmla="*/ 67628 w 72390"/>
                  <a:gd name="connsiteY8" fmla="*/ 94298 h 319087"/>
                  <a:gd name="connsiteX9" fmla="*/ 67628 w 72390"/>
                  <a:gd name="connsiteY9" fmla="*/ 319088 h 319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" h="319087">
                    <a:moveTo>
                      <a:pt x="36195" y="0"/>
                    </a:moveTo>
                    <a:cubicBezTo>
                      <a:pt x="56198" y="0"/>
                      <a:pt x="72390" y="16193"/>
                      <a:pt x="72390" y="36195"/>
                    </a:cubicBezTo>
                    <a:cubicBezTo>
                      <a:pt x="72390" y="56198"/>
                      <a:pt x="56198" y="72390"/>
                      <a:pt x="36195" y="72390"/>
                    </a:cubicBezTo>
                    <a:cubicBezTo>
                      <a:pt x="16193" y="72390"/>
                      <a:pt x="0" y="56198"/>
                      <a:pt x="0" y="36195"/>
                    </a:cubicBezTo>
                    <a:cubicBezTo>
                      <a:pt x="0" y="16193"/>
                      <a:pt x="16193" y="0"/>
                      <a:pt x="36195" y="0"/>
                    </a:cubicBezTo>
                    <a:close/>
                    <a:moveTo>
                      <a:pt x="67628" y="319088"/>
                    </a:moveTo>
                    <a:lnTo>
                      <a:pt x="4763" y="319088"/>
                    </a:lnTo>
                    <a:lnTo>
                      <a:pt x="4763" y="94298"/>
                    </a:lnTo>
                    <a:lnTo>
                      <a:pt x="67628" y="94298"/>
                    </a:lnTo>
                    <a:lnTo>
                      <a:pt x="67628" y="31908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5A98DA5-25CF-4B27-8772-40F4D5E2CE80}"/>
                  </a:ext>
                </a:extLst>
              </p:cNvPr>
              <p:cNvSpPr/>
              <p:nvPr/>
            </p:nvSpPr>
            <p:spPr>
              <a:xfrm>
                <a:off x="-817745" y="4102417"/>
                <a:ext cx="208597" cy="233362"/>
              </a:xfrm>
              <a:custGeom>
                <a:avLst/>
                <a:gdLst>
                  <a:gd name="connsiteX0" fmla="*/ 194310 w 208597"/>
                  <a:gd name="connsiteY0" fmla="*/ 216217 h 233362"/>
                  <a:gd name="connsiteX1" fmla="*/ 113347 w 208597"/>
                  <a:gd name="connsiteY1" fmla="*/ 233363 h 233362"/>
                  <a:gd name="connsiteX2" fmla="*/ 0 w 208597"/>
                  <a:gd name="connsiteY2" fmla="*/ 119063 h 233362"/>
                  <a:gd name="connsiteX3" fmla="*/ 107633 w 208597"/>
                  <a:gd name="connsiteY3" fmla="*/ 0 h 233362"/>
                  <a:gd name="connsiteX4" fmla="*/ 208597 w 208597"/>
                  <a:gd name="connsiteY4" fmla="*/ 99060 h 233362"/>
                  <a:gd name="connsiteX5" fmla="*/ 205740 w 208597"/>
                  <a:gd name="connsiteY5" fmla="*/ 132397 h 233362"/>
                  <a:gd name="connsiteX6" fmla="*/ 62865 w 208597"/>
                  <a:gd name="connsiteY6" fmla="*/ 132397 h 233362"/>
                  <a:gd name="connsiteX7" fmla="*/ 121920 w 208597"/>
                  <a:gd name="connsiteY7" fmla="*/ 183832 h 233362"/>
                  <a:gd name="connsiteX8" fmla="*/ 184785 w 208597"/>
                  <a:gd name="connsiteY8" fmla="*/ 172402 h 233362"/>
                  <a:gd name="connsiteX9" fmla="*/ 194310 w 208597"/>
                  <a:gd name="connsiteY9" fmla="*/ 216217 h 233362"/>
                  <a:gd name="connsiteX10" fmla="*/ 62865 w 208597"/>
                  <a:gd name="connsiteY10" fmla="*/ 92392 h 233362"/>
                  <a:gd name="connsiteX11" fmla="*/ 144780 w 208597"/>
                  <a:gd name="connsiteY11" fmla="*/ 92392 h 233362"/>
                  <a:gd name="connsiteX12" fmla="*/ 104775 w 208597"/>
                  <a:gd name="connsiteY12" fmla="*/ 49530 h 233362"/>
                  <a:gd name="connsiteX13" fmla="*/ 62865 w 208597"/>
                  <a:gd name="connsiteY13" fmla="*/ 92392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97" h="233362">
                    <a:moveTo>
                      <a:pt x="194310" y="216217"/>
                    </a:moveTo>
                    <a:cubicBezTo>
                      <a:pt x="168593" y="227647"/>
                      <a:pt x="142875" y="233363"/>
                      <a:pt x="113347" y="233363"/>
                    </a:cubicBezTo>
                    <a:cubicBezTo>
                      <a:pt x="47625" y="233363"/>
                      <a:pt x="0" y="209550"/>
                      <a:pt x="0" y="119063"/>
                    </a:cubicBezTo>
                    <a:cubicBezTo>
                      <a:pt x="0" y="40957"/>
                      <a:pt x="40005" y="0"/>
                      <a:pt x="107633" y="0"/>
                    </a:cubicBezTo>
                    <a:cubicBezTo>
                      <a:pt x="176213" y="0"/>
                      <a:pt x="208597" y="36195"/>
                      <a:pt x="208597" y="99060"/>
                    </a:cubicBezTo>
                    <a:cubicBezTo>
                      <a:pt x="208597" y="102870"/>
                      <a:pt x="208597" y="121920"/>
                      <a:pt x="205740" y="132397"/>
                    </a:cubicBezTo>
                    <a:lnTo>
                      <a:pt x="62865" y="132397"/>
                    </a:lnTo>
                    <a:cubicBezTo>
                      <a:pt x="65722" y="180975"/>
                      <a:pt x="90488" y="183832"/>
                      <a:pt x="121920" y="183832"/>
                    </a:cubicBezTo>
                    <a:cubicBezTo>
                      <a:pt x="140018" y="183832"/>
                      <a:pt x="168593" y="178117"/>
                      <a:pt x="184785" y="172402"/>
                    </a:cubicBezTo>
                    <a:lnTo>
                      <a:pt x="194310" y="216217"/>
                    </a:lnTo>
                    <a:close/>
                    <a:moveTo>
                      <a:pt x="62865" y="92392"/>
                    </a:moveTo>
                    <a:lnTo>
                      <a:pt x="144780" y="92392"/>
                    </a:lnTo>
                    <a:cubicBezTo>
                      <a:pt x="146685" y="62865"/>
                      <a:pt x="129540" y="49530"/>
                      <a:pt x="104775" y="49530"/>
                    </a:cubicBezTo>
                    <a:cubicBezTo>
                      <a:pt x="82868" y="49530"/>
                      <a:pt x="67628" y="60960"/>
                      <a:pt x="62865" y="923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A900810-4BB5-4299-B549-3372FC9EB5B7}"/>
                  </a:ext>
                </a:extLst>
              </p:cNvPr>
              <p:cNvSpPr/>
              <p:nvPr/>
            </p:nvSpPr>
            <p:spPr>
              <a:xfrm>
                <a:off x="-559618" y="4103369"/>
                <a:ext cx="201930" cy="228600"/>
              </a:xfrm>
              <a:custGeom>
                <a:avLst/>
                <a:gdLst>
                  <a:gd name="connsiteX0" fmla="*/ 62865 w 201930"/>
                  <a:gd name="connsiteY0" fmla="*/ 228600 h 228600"/>
                  <a:gd name="connsiteX1" fmla="*/ 0 w 201930"/>
                  <a:gd name="connsiteY1" fmla="*/ 228600 h 228600"/>
                  <a:gd name="connsiteX2" fmla="*/ 0 w 201930"/>
                  <a:gd name="connsiteY2" fmla="*/ 3810 h 228600"/>
                  <a:gd name="connsiteX3" fmla="*/ 62865 w 201930"/>
                  <a:gd name="connsiteY3" fmla="*/ 3810 h 228600"/>
                  <a:gd name="connsiteX4" fmla="*/ 62865 w 201930"/>
                  <a:gd name="connsiteY4" fmla="*/ 20003 h 228600"/>
                  <a:gd name="connsiteX5" fmla="*/ 64770 w 201930"/>
                  <a:gd name="connsiteY5" fmla="*/ 20003 h 228600"/>
                  <a:gd name="connsiteX6" fmla="*/ 132397 w 201930"/>
                  <a:gd name="connsiteY6" fmla="*/ 0 h 228600"/>
                  <a:gd name="connsiteX7" fmla="*/ 201930 w 201930"/>
                  <a:gd name="connsiteY7" fmla="*/ 66675 h 228600"/>
                  <a:gd name="connsiteX8" fmla="*/ 201930 w 201930"/>
                  <a:gd name="connsiteY8" fmla="*/ 228600 h 228600"/>
                  <a:gd name="connsiteX9" fmla="*/ 139065 w 201930"/>
                  <a:gd name="connsiteY9" fmla="*/ 228600 h 228600"/>
                  <a:gd name="connsiteX10" fmla="*/ 139065 w 201930"/>
                  <a:gd name="connsiteY10" fmla="*/ 80010 h 228600"/>
                  <a:gd name="connsiteX11" fmla="*/ 107632 w 201930"/>
                  <a:gd name="connsiteY11" fmla="*/ 48578 h 228600"/>
                  <a:gd name="connsiteX12" fmla="*/ 62865 w 201930"/>
                  <a:gd name="connsiteY12" fmla="*/ 57150 h 228600"/>
                  <a:gd name="connsiteX13" fmla="*/ 62865 w 201930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930" h="228600">
                    <a:moveTo>
                      <a:pt x="62865" y="228600"/>
                    </a:moveTo>
                    <a:lnTo>
                      <a:pt x="0" y="228600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4772" y="6668"/>
                      <a:pt x="106680" y="0"/>
                      <a:pt x="132397" y="0"/>
                    </a:cubicBezTo>
                    <a:cubicBezTo>
                      <a:pt x="170497" y="0"/>
                      <a:pt x="201930" y="20955"/>
                      <a:pt x="201930" y="66675"/>
                    </a:cubicBezTo>
                    <a:lnTo>
                      <a:pt x="201930" y="228600"/>
                    </a:lnTo>
                    <a:lnTo>
                      <a:pt x="139065" y="228600"/>
                    </a:lnTo>
                    <a:lnTo>
                      <a:pt x="139065" y="80010"/>
                    </a:lnTo>
                    <a:cubicBezTo>
                      <a:pt x="139065" y="53340"/>
                      <a:pt x="120968" y="48578"/>
                      <a:pt x="107632" y="48578"/>
                    </a:cubicBezTo>
                    <a:cubicBezTo>
                      <a:pt x="89535" y="48578"/>
                      <a:pt x="76200" y="53340"/>
                      <a:pt x="62865" y="57150"/>
                    </a:cubicBezTo>
                    <a:lnTo>
                      <a:pt x="6286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680C4F9-3EA1-41A9-812A-F5E19D4A4FC5}"/>
                  </a:ext>
                </a:extLst>
              </p:cNvPr>
              <p:cNvSpPr/>
              <p:nvPr/>
            </p:nvSpPr>
            <p:spPr>
              <a:xfrm>
                <a:off x="-311968" y="4011930"/>
                <a:ext cx="210502" cy="322897"/>
              </a:xfrm>
              <a:custGeom>
                <a:avLst/>
                <a:gdLst>
                  <a:gd name="connsiteX0" fmla="*/ 147638 w 210502"/>
                  <a:gd name="connsiteY0" fmla="*/ 102870 h 322897"/>
                  <a:gd name="connsiteX1" fmla="*/ 147638 w 210502"/>
                  <a:gd name="connsiteY1" fmla="*/ 4763 h 322897"/>
                  <a:gd name="connsiteX2" fmla="*/ 210503 w 210502"/>
                  <a:gd name="connsiteY2" fmla="*/ 0 h 322897"/>
                  <a:gd name="connsiteX3" fmla="*/ 210503 w 210502"/>
                  <a:gd name="connsiteY3" fmla="*/ 319088 h 322897"/>
                  <a:gd name="connsiteX4" fmla="*/ 147638 w 210502"/>
                  <a:gd name="connsiteY4" fmla="*/ 319088 h 322897"/>
                  <a:gd name="connsiteX5" fmla="*/ 147638 w 210502"/>
                  <a:gd name="connsiteY5" fmla="*/ 302895 h 322897"/>
                  <a:gd name="connsiteX6" fmla="*/ 145732 w 210502"/>
                  <a:gd name="connsiteY6" fmla="*/ 302895 h 322897"/>
                  <a:gd name="connsiteX7" fmla="*/ 87630 w 210502"/>
                  <a:gd name="connsiteY7" fmla="*/ 322897 h 322897"/>
                  <a:gd name="connsiteX8" fmla="*/ 0 w 210502"/>
                  <a:gd name="connsiteY8" fmla="*/ 210502 h 322897"/>
                  <a:gd name="connsiteX9" fmla="*/ 99060 w 210502"/>
                  <a:gd name="connsiteY9" fmla="*/ 89535 h 322897"/>
                  <a:gd name="connsiteX10" fmla="*/ 147638 w 210502"/>
                  <a:gd name="connsiteY10" fmla="*/ 102870 h 322897"/>
                  <a:gd name="connsiteX11" fmla="*/ 147638 w 210502"/>
                  <a:gd name="connsiteY11" fmla="*/ 102870 h 322897"/>
                  <a:gd name="connsiteX12" fmla="*/ 102870 w 210502"/>
                  <a:gd name="connsiteY12" fmla="*/ 275272 h 322897"/>
                  <a:gd name="connsiteX13" fmla="*/ 147638 w 210502"/>
                  <a:gd name="connsiteY13" fmla="*/ 266700 h 322897"/>
                  <a:gd name="connsiteX14" fmla="*/ 147638 w 210502"/>
                  <a:gd name="connsiteY14" fmla="*/ 147638 h 322897"/>
                  <a:gd name="connsiteX15" fmla="*/ 107632 w 210502"/>
                  <a:gd name="connsiteY15" fmla="*/ 140970 h 322897"/>
                  <a:gd name="connsiteX16" fmla="*/ 62865 w 210502"/>
                  <a:gd name="connsiteY16" fmla="*/ 210502 h 322897"/>
                  <a:gd name="connsiteX17" fmla="*/ 102870 w 210502"/>
                  <a:gd name="connsiteY17" fmla="*/ 275272 h 32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22897">
                    <a:moveTo>
                      <a:pt x="147638" y="102870"/>
                    </a:moveTo>
                    <a:lnTo>
                      <a:pt x="147638" y="4763"/>
                    </a:lnTo>
                    <a:lnTo>
                      <a:pt x="210503" y="0"/>
                    </a:lnTo>
                    <a:lnTo>
                      <a:pt x="210503" y="319088"/>
                    </a:lnTo>
                    <a:lnTo>
                      <a:pt x="147638" y="319088"/>
                    </a:lnTo>
                    <a:lnTo>
                      <a:pt x="147638" y="302895"/>
                    </a:lnTo>
                    <a:lnTo>
                      <a:pt x="145732" y="302895"/>
                    </a:lnTo>
                    <a:cubicBezTo>
                      <a:pt x="129540" y="319088"/>
                      <a:pt x="111443" y="322897"/>
                      <a:pt x="87630" y="322897"/>
                    </a:cubicBezTo>
                    <a:cubicBezTo>
                      <a:pt x="22860" y="322897"/>
                      <a:pt x="0" y="268605"/>
                      <a:pt x="0" y="210502"/>
                    </a:cubicBezTo>
                    <a:cubicBezTo>
                      <a:pt x="0" y="142875"/>
                      <a:pt x="27622" y="89535"/>
                      <a:pt x="99060" y="89535"/>
                    </a:cubicBezTo>
                    <a:cubicBezTo>
                      <a:pt x="117157" y="89535"/>
                      <a:pt x="132397" y="94297"/>
                      <a:pt x="147638" y="102870"/>
                    </a:cubicBezTo>
                    <a:lnTo>
                      <a:pt x="147638" y="102870"/>
                    </a:lnTo>
                    <a:close/>
                    <a:moveTo>
                      <a:pt x="102870" y="275272"/>
                    </a:moveTo>
                    <a:cubicBezTo>
                      <a:pt x="122872" y="275272"/>
                      <a:pt x="134303" y="270510"/>
                      <a:pt x="147638" y="266700"/>
                    </a:cubicBezTo>
                    <a:lnTo>
                      <a:pt x="147638" y="147638"/>
                    </a:lnTo>
                    <a:cubicBezTo>
                      <a:pt x="136207" y="142875"/>
                      <a:pt x="124778" y="140970"/>
                      <a:pt x="107632" y="140970"/>
                    </a:cubicBezTo>
                    <a:cubicBezTo>
                      <a:pt x="74295" y="140970"/>
                      <a:pt x="62865" y="160972"/>
                      <a:pt x="62865" y="210502"/>
                    </a:cubicBezTo>
                    <a:cubicBezTo>
                      <a:pt x="61913" y="250507"/>
                      <a:pt x="71438" y="275272"/>
                      <a:pt x="102870" y="2752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037EE71-011E-4D54-A8ED-B71BC3035FE3}"/>
                  </a:ext>
                </a:extLst>
              </p:cNvPr>
              <p:cNvSpPr/>
              <p:nvPr/>
            </p:nvSpPr>
            <p:spPr>
              <a:xfrm>
                <a:off x="-53840" y="4102417"/>
                <a:ext cx="220027" cy="233362"/>
              </a:xfrm>
              <a:custGeom>
                <a:avLst/>
                <a:gdLst>
                  <a:gd name="connsiteX0" fmla="*/ 114300 w 220027"/>
                  <a:gd name="connsiteY0" fmla="*/ 0 h 233362"/>
                  <a:gd name="connsiteX1" fmla="*/ 220028 w 220027"/>
                  <a:gd name="connsiteY1" fmla="*/ 112395 h 233362"/>
                  <a:gd name="connsiteX2" fmla="*/ 105728 w 220027"/>
                  <a:gd name="connsiteY2" fmla="*/ 233363 h 233362"/>
                  <a:gd name="connsiteX3" fmla="*/ 0 w 220027"/>
                  <a:gd name="connsiteY3" fmla="*/ 120967 h 233362"/>
                  <a:gd name="connsiteX4" fmla="*/ 114300 w 220027"/>
                  <a:gd name="connsiteY4" fmla="*/ 0 h 233362"/>
                  <a:gd name="connsiteX5" fmla="*/ 107632 w 220027"/>
                  <a:gd name="connsiteY5" fmla="*/ 186690 h 233362"/>
                  <a:gd name="connsiteX6" fmla="*/ 157163 w 220027"/>
                  <a:gd name="connsiteY6" fmla="*/ 112395 h 233362"/>
                  <a:gd name="connsiteX7" fmla="*/ 112395 w 220027"/>
                  <a:gd name="connsiteY7" fmla="*/ 47625 h 233362"/>
                  <a:gd name="connsiteX8" fmla="*/ 62865 w 220027"/>
                  <a:gd name="connsiteY8" fmla="*/ 121920 h 233362"/>
                  <a:gd name="connsiteX9" fmla="*/ 107632 w 220027"/>
                  <a:gd name="connsiteY9" fmla="*/ 18669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0027" h="233362">
                    <a:moveTo>
                      <a:pt x="114300" y="0"/>
                    </a:moveTo>
                    <a:cubicBezTo>
                      <a:pt x="177165" y="0"/>
                      <a:pt x="220028" y="33338"/>
                      <a:pt x="220028" y="112395"/>
                    </a:cubicBezTo>
                    <a:cubicBezTo>
                      <a:pt x="220028" y="191452"/>
                      <a:pt x="181928" y="233363"/>
                      <a:pt x="105728" y="233363"/>
                    </a:cubicBezTo>
                    <a:cubicBezTo>
                      <a:pt x="42863" y="233363"/>
                      <a:pt x="0" y="200025"/>
                      <a:pt x="0" y="120967"/>
                    </a:cubicBezTo>
                    <a:cubicBezTo>
                      <a:pt x="0" y="42863"/>
                      <a:pt x="38100" y="0"/>
                      <a:pt x="114300" y="0"/>
                    </a:cubicBezTo>
                    <a:close/>
                    <a:moveTo>
                      <a:pt x="107632" y="186690"/>
                    </a:moveTo>
                    <a:cubicBezTo>
                      <a:pt x="139065" y="186690"/>
                      <a:pt x="157163" y="166688"/>
                      <a:pt x="157163" y="112395"/>
                    </a:cubicBezTo>
                    <a:cubicBezTo>
                      <a:pt x="157163" y="64770"/>
                      <a:pt x="143828" y="47625"/>
                      <a:pt x="112395" y="47625"/>
                    </a:cubicBezTo>
                    <a:cubicBezTo>
                      <a:pt x="80963" y="47625"/>
                      <a:pt x="62865" y="67627"/>
                      <a:pt x="62865" y="121920"/>
                    </a:cubicBezTo>
                    <a:cubicBezTo>
                      <a:pt x="62865" y="168592"/>
                      <a:pt x="76200" y="186690"/>
                      <a:pt x="107632" y="1866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BE83CE7-B014-44AD-A212-C7B924E0314F}"/>
                  </a:ext>
                </a:extLst>
              </p:cNvPr>
              <p:cNvSpPr/>
              <p:nvPr/>
            </p:nvSpPr>
            <p:spPr>
              <a:xfrm>
                <a:off x="321444" y="4103369"/>
                <a:ext cx="210502" cy="318135"/>
              </a:xfrm>
              <a:custGeom>
                <a:avLst/>
                <a:gdLst>
                  <a:gd name="connsiteX0" fmla="*/ 62865 w 210502"/>
                  <a:gd name="connsiteY0" fmla="*/ 220028 h 318135"/>
                  <a:gd name="connsiteX1" fmla="*/ 62865 w 210502"/>
                  <a:gd name="connsiteY1" fmla="*/ 318135 h 318135"/>
                  <a:gd name="connsiteX2" fmla="*/ 0 w 210502"/>
                  <a:gd name="connsiteY2" fmla="*/ 318135 h 318135"/>
                  <a:gd name="connsiteX3" fmla="*/ 0 w 210502"/>
                  <a:gd name="connsiteY3" fmla="*/ 3810 h 318135"/>
                  <a:gd name="connsiteX4" fmla="*/ 62865 w 210502"/>
                  <a:gd name="connsiteY4" fmla="*/ 3810 h 318135"/>
                  <a:gd name="connsiteX5" fmla="*/ 62865 w 210502"/>
                  <a:gd name="connsiteY5" fmla="*/ 20003 h 318135"/>
                  <a:gd name="connsiteX6" fmla="*/ 64770 w 210502"/>
                  <a:gd name="connsiteY6" fmla="*/ 20003 h 318135"/>
                  <a:gd name="connsiteX7" fmla="*/ 122872 w 210502"/>
                  <a:gd name="connsiteY7" fmla="*/ 0 h 318135"/>
                  <a:gd name="connsiteX8" fmla="*/ 210503 w 210502"/>
                  <a:gd name="connsiteY8" fmla="*/ 112395 h 318135"/>
                  <a:gd name="connsiteX9" fmla="*/ 111443 w 210502"/>
                  <a:gd name="connsiteY9" fmla="*/ 233363 h 318135"/>
                  <a:gd name="connsiteX10" fmla="*/ 62865 w 210502"/>
                  <a:gd name="connsiteY10" fmla="*/ 220028 h 318135"/>
                  <a:gd name="connsiteX11" fmla="*/ 62865 w 210502"/>
                  <a:gd name="connsiteY11" fmla="*/ 220028 h 318135"/>
                  <a:gd name="connsiteX12" fmla="*/ 107632 w 210502"/>
                  <a:gd name="connsiteY12" fmla="*/ 48578 h 318135"/>
                  <a:gd name="connsiteX13" fmla="*/ 62865 w 210502"/>
                  <a:gd name="connsiteY13" fmla="*/ 57150 h 318135"/>
                  <a:gd name="connsiteX14" fmla="*/ 62865 w 210502"/>
                  <a:gd name="connsiteY14" fmla="*/ 176213 h 318135"/>
                  <a:gd name="connsiteX15" fmla="*/ 102870 w 210502"/>
                  <a:gd name="connsiteY15" fmla="*/ 182880 h 318135"/>
                  <a:gd name="connsiteX16" fmla="*/ 147638 w 210502"/>
                  <a:gd name="connsiteY16" fmla="*/ 113348 h 318135"/>
                  <a:gd name="connsiteX17" fmla="*/ 107632 w 210502"/>
                  <a:gd name="connsiteY17" fmla="*/ 48578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0502" h="318135">
                    <a:moveTo>
                      <a:pt x="62865" y="220028"/>
                    </a:moveTo>
                    <a:lnTo>
                      <a:pt x="62865" y="318135"/>
                    </a:lnTo>
                    <a:lnTo>
                      <a:pt x="0" y="318135"/>
                    </a:lnTo>
                    <a:lnTo>
                      <a:pt x="0" y="3810"/>
                    </a:lnTo>
                    <a:lnTo>
                      <a:pt x="62865" y="3810"/>
                    </a:lnTo>
                    <a:lnTo>
                      <a:pt x="62865" y="20003"/>
                    </a:lnTo>
                    <a:lnTo>
                      <a:pt x="64770" y="20003"/>
                    </a:lnTo>
                    <a:cubicBezTo>
                      <a:pt x="80963" y="3810"/>
                      <a:pt x="99060" y="0"/>
                      <a:pt x="122872" y="0"/>
                    </a:cubicBezTo>
                    <a:cubicBezTo>
                      <a:pt x="187643" y="0"/>
                      <a:pt x="210503" y="54293"/>
                      <a:pt x="210503" y="112395"/>
                    </a:cubicBezTo>
                    <a:cubicBezTo>
                      <a:pt x="210503" y="180023"/>
                      <a:pt x="182880" y="233363"/>
                      <a:pt x="111443" y="233363"/>
                    </a:cubicBezTo>
                    <a:cubicBezTo>
                      <a:pt x="93345" y="233363"/>
                      <a:pt x="78105" y="228600"/>
                      <a:pt x="62865" y="220028"/>
                    </a:cubicBezTo>
                    <a:lnTo>
                      <a:pt x="62865" y="220028"/>
                    </a:lnTo>
                    <a:close/>
                    <a:moveTo>
                      <a:pt x="107632" y="48578"/>
                    </a:moveTo>
                    <a:cubicBezTo>
                      <a:pt x="87630" y="48578"/>
                      <a:pt x="76200" y="53340"/>
                      <a:pt x="62865" y="57150"/>
                    </a:cubicBezTo>
                    <a:lnTo>
                      <a:pt x="62865" y="176213"/>
                    </a:lnTo>
                    <a:cubicBezTo>
                      <a:pt x="74295" y="180975"/>
                      <a:pt x="85725" y="182880"/>
                      <a:pt x="102870" y="182880"/>
                    </a:cubicBezTo>
                    <a:cubicBezTo>
                      <a:pt x="136207" y="182880"/>
                      <a:pt x="147638" y="162878"/>
                      <a:pt x="147638" y="113348"/>
                    </a:cubicBezTo>
                    <a:cubicBezTo>
                      <a:pt x="148590" y="73343"/>
                      <a:pt x="139065" y="48578"/>
                      <a:pt x="107632" y="4857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02245CB-1DF8-4E69-9368-343F820C7E8B}"/>
                  </a:ext>
                </a:extLst>
              </p:cNvPr>
              <p:cNvSpPr/>
              <p:nvPr/>
            </p:nvSpPr>
            <p:spPr>
              <a:xfrm>
                <a:off x="560500" y="4102417"/>
                <a:ext cx="228620" cy="233362"/>
              </a:xfrm>
              <a:custGeom>
                <a:avLst/>
                <a:gdLst>
                  <a:gd name="connsiteX0" fmla="*/ 80031 w 228620"/>
                  <a:gd name="connsiteY0" fmla="*/ 94297 h 233362"/>
                  <a:gd name="connsiteX1" fmla="*/ 132419 w 228620"/>
                  <a:gd name="connsiteY1" fmla="*/ 100965 h 233362"/>
                  <a:gd name="connsiteX2" fmla="*/ 133371 w 228620"/>
                  <a:gd name="connsiteY2" fmla="*/ 100965 h 233362"/>
                  <a:gd name="connsiteX3" fmla="*/ 133371 w 228620"/>
                  <a:gd name="connsiteY3" fmla="*/ 89535 h 233362"/>
                  <a:gd name="connsiteX4" fmla="*/ 88603 w 228620"/>
                  <a:gd name="connsiteY4" fmla="*/ 49530 h 233362"/>
                  <a:gd name="connsiteX5" fmla="*/ 23834 w 228620"/>
                  <a:gd name="connsiteY5" fmla="*/ 60960 h 233362"/>
                  <a:gd name="connsiteX6" fmla="*/ 17166 w 228620"/>
                  <a:gd name="connsiteY6" fmla="*/ 13335 h 233362"/>
                  <a:gd name="connsiteX7" fmla="*/ 96224 w 228620"/>
                  <a:gd name="connsiteY7" fmla="*/ 0 h 233362"/>
                  <a:gd name="connsiteX8" fmla="*/ 197188 w 228620"/>
                  <a:gd name="connsiteY8" fmla="*/ 76200 h 233362"/>
                  <a:gd name="connsiteX9" fmla="*/ 197188 w 228620"/>
                  <a:gd name="connsiteY9" fmla="*/ 183832 h 233362"/>
                  <a:gd name="connsiteX10" fmla="*/ 228621 w 228620"/>
                  <a:gd name="connsiteY10" fmla="*/ 183832 h 233362"/>
                  <a:gd name="connsiteX11" fmla="*/ 228621 w 228620"/>
                  <a:gd name="connsiteY11" fmla="*/ 220027 h 233362"/>
                  <a:gd name="connsiteX12" fmla="*/ 165756 w 228620"/>
                  <a:gd name="connsiteY12" fmla="*/ 233363 h 233362"/>
                  <a:gd name="connsiteX13" fmla="*/ 134324 w 228620"/>
                  <a:gd name="connsiteY13" fmla="*/ 213360 h 233362"/>
                  <a:gd name="connsiteX14" fmla="*/ 132419 w 228620"/>
                  <a:gd name="connsiteY14" fmla="*/ 213360 h 233362"/>
                  <a:gd name="connsiteX15" fmla="*/ 67649 w 228620"/>
                  <a:gd name="connsiteY15" fmla="*/ 233363 h 233362"/>
                  <a:gd name="connsiteX16" fmla="*/ 21 w 228620"/>
                  <a:gd name="connsiteY16" fmla="*/ 163830 h 233362"/>
                  <a:gd name="connsiteX17" fmla="*/ 80031 w 228620"/>
                  <a:gd name="connsiteY17" fmla="*/ 94297 h 233362"/>
                  <a:gd name="connsiteX18" fmla="*/ 134324 w 228620"/>
                  <a:gd name="connsiteY18" fmla="*/ 143827 h 233362"/>
                  <a:gd name="connsiteX19" fmla="*/ 84794 w 228620"/>
                  <a:gd name="connsiteY19" fmla="*/ 143827 h 233362"/>
                  <a:gd name="connsiteX20" fmla="*/ 61934 w 228620"/>
                  <a:gd name="connsiteY20" fmla="*/ 163830 h 233362"/>
                  <a:gd name="connsiteX21" fmla="*/ 88603 w 228620"/>
                  <a:gd name="connsiteY21" fmla="*/ 183832 h 233362"/>
                  <a:gd name="connsiteX22" fmla="*/ 133371 w 228620"/>
                  <a:gd name="connsiteY22" fmla="*/ 175260 h 233362"/>
                  <a:gd name="connsiteX23" fmla="*/ 133371 w 228620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0" h="233362">
                    <a:moveTo>
                      <a:pt x="80031" y="94297"/>
                    </a:moveTo>
                    <a:cubicBezTo>
                      <a:pt x="98128" y="94297"/>
                      <a:pt x="111463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9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4" y="0"/>
                    </a:cubicBezTo>
                    <a:cubicBezTo>
                      <a:pt x="143849" y="0"/>
                      <a:pt x="197188" y="8572"/>
                      <a:pt x="197188" y="76200"/>
                    </a:cubicBezTo>
                    <a:lnTo>
                      <a:pt x="197188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9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4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3" y="233363"/>
                      <a:pt x="67649" y="233363"/>
                    </a:cubicBezTo>
                    <a:cubicBezTo>
                      <a:pt x="29549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4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E323510-0987-4B46-912C-434EF1CB7C0F}"/>
                  </a:ext>
                </a:extLst>
              </p:cNvPr>
              <p:cNvSpPr/>
              <p:nvPr/>
            </p:nvSpPr>
            <p:spPr>
              <a:xfrm>
                <a:off x="825317" y="4102322"/>
                <a:ext cx="137159" cy="228694"/>
              </a:xfrm>
              <a:custGeom>
                <a:avLst/>
                <a:gdLst>
                  <a:gd name="connsiteX0" fmla="*/ 137160 w 137159"/>
                  <a:gd name="connsiteY0" fmla="*/ 51530 h 228694"/>
                  <a:gd name="connsiteX1" fmla="*/ 62865 w 137159"/>
                  <a:gd name="connsiteY1" fmla="*/ 60102 h 228694"/>
                  <a:gd name="connsiteX2" fmla="*/ 62865 w 137159"/>
                  <a:gd name="connsiteY2" fmla="*/ 228695 h 228694"/>
                  <a:gd name="connsiteX3" fmla="*/ 0 w 137159"/>
                  <a:gd name="connsiteY3" fmla="*/ 228695 h 228694"/>
                  <a:gd name="connsiteX4" fmla="*/ 0 w 137159"/>
                  <a:gd name="connsiteY4" fmla="*/ 3905 h 228694"/>
                  <a:gd name="connsiteX5" fmla="*/ 62865 w 137159"/>
                  <a:gd name="connsiteY5" fmla="*/ 3905 h 228694"/>
                  <a:gd name="connsiteX6" fmla="*/ 62865 w 137159"/>
                  <a:gd name="connsiteY6" fmla="*/ 20097 h 228694"/>
                  <a:gd name="connsiteX7" fmla="*/ 64770 w 137159"/>
                  <a:gd name="connsiteY7" fmla="*/ 20097 h 228694"/>
                  <a:gd name="connsiteX8" fmla="*/ 137160 w 137159"/>
                  <a:gd name="connsiteY8" fmla="*/ 1047 h 228694"/>
                  <a:gd name="connsiteX9" fmla="*/ 137160 w 137159"/>
                  <a:gd name="connsiteY9" fmla="*/ 51530 h 22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7159" h="228694">
                    <a:moveTo>
                      <a:pt x="137160" y="51530"/>
                    </a:moveTo>
                    <a:cubicBezTo>
                      <a:pt x="97155" y="49625"/>
                      <a:pt x="76200" y="56292"/>
                      <a:pt x="62865" y="60102"/>
                    </a:cubicBezTo>
                    <a:lnTo>
                      <a:pt x="62865" y="228695"/>
                    </a:lnTo>
                    <a:lnTo>
                      <a:pt x="0" y="228695"/>
                    </a:lnTo>
                    <a:lnTo>
                      <a:pt x="0" y="3905"/>
                    </a:lnTo>
                    <a:lnTo>
                      <a:pt x="62865" y="3905"/>
                    </a:lnTo>
                    <a:lnTo>
                      <a:pt x="62865" y="20097"/>
                    </a:lnTo>
                    <a:lnTo>
                      <a:pt x="64770" y="20097"/>
                    </a:lnTo>
                    <a:cubicBezTo>
                      <a:pt x="80963" y="8667"/>
                      <a:pt x="104775" y="-3716"/>
                      <a:pt x="137160" y="1047"/>
                    </a:cubicBezTo>
                    <a:lnTo>
                      <a:pt x="137160" y="5153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5D53CF00-0048-4D3B-B372-590DD7275C4B}"/>
                  </a:ext>
                </a:extLst>
              </p:cNvPr>
              <p:cNvSpPr/>
              <p:nvPr/>
            </p:nvSpPr>
            <p:spPr>
              <a:xfrm>
                <a:off x="978648" y="4102417"/>
                <a:ext cx="228621" cy="233362"/>
              </a:xfrm>
              <a:custGeom>
                <a:avLst/>
                <a:gdLst>
                  <a:gd name="connsiteX0" fmla="*/ 80031 w 228621"/>
                  <a:gd name="connsiteY0" fmla="*/ 94297 h 233362"/>
                  <a:gd name="connsiteX1" fmla="*/ 132419 w 228621"/>
                  <a:gd name="connsiteY1" fmla="*/ 100965 h 233362"/>
                  <a:gd name="connsiteX2" fmla="*/ 133371 w 228621"/>
                  <a:gd name="connsiteY2" fmla="*/ 100965 h 233362"/>
                  <a:gd name="connsiteX3" fmla="*/ 133371 w 228621"/>
                  <a:gd name="connsiteY3" fmla="*/ 89535 h 233362"/>
                  <a:gd name="connsiteX4" fmla="*/ 88603 w 228621"/>
                  <a:gd name="connsiteY4" fmla="*/ 49530 h 233362"/>
                  <a:gd name="connsiteX5" fmla="*/ 23834 w 228621"/>
                  <a:gd name="connsiteY5" fmla="*/ 60960 h 233362"/>
                  <a:gd name="connsiteX6" fmla="*/ 17166 w 228621"/>
                  <a:gd name="connsiteY6" fmla="*/ 13335 h 233362"/>
                  <a:gd name="connsiteX7" fmla="*/ 96223 w 228621"/>
                  <a:gd name="connsiteY7" fmla="*/ 0 h 233362"/>
                  <a:gd name="connsiteX8" fmla="*/ 197189 w 228621"/>
                  <a:gd name="connsiteY8" fmla="*/ 76200 h 233362"/>
                  <a:gd name="connsiteX9" fmla="*/ 197189 w 228621"/>
                  <a:gd name="connsiteY9" fmla="*/ 183832 h 233362"/>
                  <a:gd name="connsiteX10" fmla="*/ 228621 w 228621"/>
                  <a:gd name="connsiteY10" fmla="*/ 183832 h 233362"/>
                  <a:gd name="connsiteX11" fmla="*/ 228621 w 228621"/>
                  <a:gd name="connsiteY11" fmla="*/ 220027 h 233362"/>
                  <a:gd name="connsiteX12" fmla="*/ 165756 w 228621"/>
                  <a:gd name="connsiteY12" fmla="*/ 233363 h 233362"/>
                  <a:gd name="connsiteX13" fmla="*/ 134323 w 228621"/>
                  <a:gd name="connsiteY13" fmla="*/ 213360 h 233362"/>
                  <a:gd name="connsiteX14" fmla="*/ 132419 w 228621"/>
                  <a:gd name="connsiteY14" fmla="*/ 213360 h 233362"/>
                  <a:gd name="connsiteX15" fmla="*/ 67648 w 228621"/>
                  <a:gd name="connsiteY15" fmla="*/ 233363 h 233362"/>
                  <a:gd name="connsiteX16" fmla="*/ 21 w 228621"/>
                  <a:gd name="connsiteY16" fmla="*/ 163830 h 233362"/>
                  <a:gd name="connsiteX17" fmla="*/ 80031 w 228621"/>
                  <a:gd name="connsiteY17" fmla="*/ 94297 h 233362"/>
                  <a:gd name="connsiteX18" fmla="*/ 134323 w 228621"/>
                  <a:gd name="connsiteY18" fmla="*/ 143827 h 233362"/>
                  <a:gd name="connsiteX19" fmla="*/ 84794 w 228621"/>
                  <a:gd name="connsiteY19" fmla="*/ 143827 h 233362"/>
                  <a:gd name="connsiteX20" fmla="*/ 61934 w 228621"/>
                  <a:gd name="connsiteY20" fmla="*/ 163830 h 233362"/>
                  <a:gd name="connsiteX21" fmla="*/ 88603 w 228621"/>
                  <a:gd name="connsiteY21" fmla="*/ 183832 h 233362"/>
                  <a:gd name="connsiteX22" fmla="*/ 133371 w 228621"/>
                  <a:gd name="connsiteY22" fmla="*/ 175260 h 233362"/>
                  <a:gd name="connsiteX23" fmla="*/ 133371 w 228621"/>
                  <a:gd name="connsiteY23" fmla="*/ 143827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8621" h="233362">
                    <a:moveTo>
                      <a:pt x="80031" y="94297"/>
                    </a:moveTo>
                    <a:cubicBezTo>
                      <a:pt x="98128" y="94297"/>
                      <a:pt x="111464" y="96202"/>
                      <a:pt x="132419" y="100965"/>
                    </a:cubicBezTo>
                    <a:lnTo>
                      <a:pt x="133371" y="100965"/>
                    </a:lnTo>
                    <a:lnTo>
                      <a:pt x="133371" y="89535"/>
                    </a:lnTo>
                    <a:cubicBezTo>
                      <a:pt x="133371" y="57150"/>
                      <a:pt x="124798" y="49530"/>
                      <a:pt x="88603" y="49530"/>
                    </a:cubicBezTo>
                    <a:cubicBezTo>
                      <a:pt x="61934" y="49530"/>
                      <a:pt x="45741" y="54292"/>
                      <a:pt x="23834" y="60960"/>
                    </a:cubicBezTo>
                    <a:lnTo>
                      <a:pt x="17166" y="13335"/>
                    </a:lnTo>
                    <a:cubicBezTo>
                      <a:pt x="40026" y="4763"/>
                      <a:pt x="65744" y="0"/>
                      <a:pt x="96223" y="0"/>
                    </a:cubicBezTo>
                    <a:cubicBezTo>
                      <a:pt x="143848" y="0"/>
                      <a:pt x="197189" y="8572"/>
                      <a:pt x="197189" y="76200"/>
                    </a:cubicBezTo>
                    <a:lnTo>
                      <a:pt x="197189" y="183832"/>
                    </a:lnTo>
                    <a:lnTo>
                      <a:pt x="228621" y="183832"/>
                    </a:lnTo>
                    <a:lnTo>
                      <a:pt x="228621" y="220027"/>
                    </a:lnTo>
                    <a:cubicBezTo>
                      <a:pt x="212428" y="228600"/>
                      <a:pt x="188616" y="233363"/>
                      <a:pt x="165756" y="233363"/>
                    </a:cubicBezTo>
                    <a:cubicBezTo>
                      <a:pt x="147659" y="233363"/>
                      <a:pt x="135276" y="225742"/>
                      <a:pt x="134323" y="213360"/>
                    </a:cubicBezTo>
                    <a:lnTo>
                      <a:pt x="132419" y="213360"/>
                    </a:lnTo>
                    <a:cubicBezTo>
                      <a:pt x="112416" y="226695"/>
                      <a:pt x="92414" y="233363"/>
                      <a:pt x="67648" y="233363"/>
                    </a:cubicBezTo>
                    <a:cubicBezTo>
                      <a:pt x="29548" y="233363"/>
                      <a:pt x="21" y="209550"/>
                      <a:pt x="21" y="163830"/>
                    </a:cubicBezTo>
                    <a:cubicBezTo>
                      <a:pt x="-931" y="118110"/>
                      <a:pt x="30501" y="94297"/>
                      <a:pt x="80031" y="94297"/>
                    </a:cubicBezTo>
                    <a:close/>
                    <a:moveTo>
                      <a:pt x="134323" y="143827"/>
                    </a:moveTo>
                    <a:lnTo>
                      <a:pt x="84794" y="143827"/>
                    </a:lnTo>
                    <a:cubicBezTo>
                      <a:pt x="68601" y="143827"/>
                      <a:pt x="61934" y="149542"/>
                      <a:pt x="61934" y="163830"/>
                    </a:cubicBezTo>
                    <a:cubicBezTo>
                      <a:pt x="61934" y="180975"/>
                      <a:pt x="75269" y="183832"/>
                      <a:pt x="88603" y="183832"/>
                    </a:cubicBezTo>
                    <a:cubicBezTo>
                      <a:pt x="106701" y="183832"/>
                      <a:pt x="120036" y="179070"/>
                      <a:pt x="133371" y="175260"/>
                    </a:cubicBezTo>
                    <a:lnTo>
                      <a:pt x="133371" y="14382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grpSp>
          <p:nvGrpSpPr>
            <p:cNvPr id="22" name="Graphic 2">
              <a:extLst>
                <a:ext uri="{FF2B5EF4-FFF2-40B4-BE49-F238E27FC236}">
                  <a16:creationId xmlns:a16="http://schemas.microsoft.com/office/drawing/2014/main" id="{593A58F0-7175-425B-9BFC-0CFF2024904D}"/>
                </a:ext>
              </a:extLst>
            </p:cNvPr>
            <p:cNvGrpSpPr/>
            <p:nvPr/>
          </p:nvGrpSpPr>
          <p:grpSpPr>
            <a:xfrm>
              <a:off x="-1380673" y="4376737"/>
              <a:ext cx="2188844" cy="323850"/>
              <a:chOff x="-1380673" y="4376737"/>
              <a:chExt cx="2188844" cy="323850"/>
            </a:xfrm>
            <a:solidFill>
              <a:srgbClr val="FFFFFF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2F596D3-D987-4D05-AFBD-E6386881BFC6}"/>
                  </a:ext>
                </a:extLst>
              </p:cNvPr>
              <p:cNvSpPr/>
              <p:nvPr/>
            </p:nvSpPr>
            <p:spPr>
              <a:xfrm>
                <a:off x="-1380673" y="4398644"/>
                <a:ext cx="137160" cy="301942"/>
              </a:xfrm>
              <a:custGeom>
                <a:avLst/>
                <a:gdLst>
                  <a:gd name="connsiteX0" fmla="*/ 81915 w 137160"/>
                  <a:gd name="connsiteY0" fmla="*/ 0 h 301942"/>
                  <a:gd name="connsiteX1" fmla="*/ 74295 w 137160"/>
                  <a:gd name="connsiteY1" fmla="*/ 72390 h 301942"/>
                  <a:gd name="connsiteX2" fmla="*/ 137160 w 137160"/>
                  <a:gd name="connsiteY2" fmla="*/ 72390 h 301942"/>
                  <a:gd name="connsiteX3" fmla="*/ 129540 w 137160"/>
                  <a:gd name="connsiteY3" fmla="*/ 99060 h 301942"/>
                  <a:gd name="connsiteX4" fmla="*/ 71438 w 137160"/>
                  <a:gd name="connsiteY4" fmla="*/ 99060 h 301942"/>
                  <a:gd name="connsiteX5" fmla="*/ 56198 w 137160"/>
                  <a:gd name="connsiteY5" fmla="*/ 244793 h 301942"/>
                  <a:gd name="connsiteX6" fmla="*/ 73343 w 137160"/>
                  <a:gd name="connsiteY6" fmla="*/ 274320 h 301942"/>
                  <a:gd name="connsiteX7" fmla="*/ 111443 w 137160"/>
                  <a:gd name="connsiteY7" fmla="*/ 264795 h 301942"/>
                  <a:gd name="connsiteX8" fmla="*/ 116205 w 137160"/>
                  <a:gd name="connsiteY8" fmla="*/ 290513 h 301942"/>
                  <a:gd name="connsiteX9" fmla="*/ 64770 w 137160"/>
                  <a:gd name="connsiteY9" fmla="*/ 301943 h 301942"/>
                  <a:gd name="connsiteX10" fmla="*/ 24765 w 137160"/>
                  <a:gd name="connsiteY10" fmla="*/ 245745 h 301942"/>
                  <a:gd name="connsiteX11" fmla="*/ 40005 w 137160"/>
                  <a:gd name="connsiteY11" fmla="*/ 100013 h 301942"/>
                  <a:gd name="connsiteX12" fmla="*/ 0 w 137160"/>
                  <a:gd name="connsiteY12" fmla="*/ 100013 h 301942"/>
                  <a:gd name="connsiteX13" fmla="*/ 2858 w 137160"/>
                  <a:gd name="connsiteY13" fmla="*/ 73343 h 301942"/>
                  <a:gd name="connsiteX14" fmla="*/ 42863 w 137160"/>
                  <a:gd name="connsiteY14" fmla="*/ 73343 h 301942"/>
                  <a:gd name="connsiteX15" fmla="*/ 49530 w 137160"/>
                  <a:gd name="connsiteY15" fmla="*/ 5715 h 301942"/>
                  <a:gd name="connsiteX16" fmla="*/ 81915 w 137160"/>
                  <a:gd name="connsiteY16" fmla="*/ 0 h 301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160" h="301942">
                    <a:moveTo>
                      <a:pt x="81915" y="0"/>
                    </a:moveTo>
                    <a:lnTo>
                      <a:pt x="74295" y="72390"/>
                    </a:lnTo>
                    <a:lnTo>
                      <a:pt x="137160" y="72390"/>
                    </a:lnTo>
                    <a:lnTo>
                      <a:pt x="129540" y="99060"/>
                    </a:lnTo>
                    <a:lnTo>
                      <a:pt x="71438" y="99060"/>
                    </a:lnTo>
                    <a:lnTo>
                      <a:pt x="56198" y="244793"/>
                    </a:lnTo>
                    <a:cubicBezTo>
                      <a:pt x="53340" y="269558"/>
                      <a:pt x="62865" y="274320"/>
                      <a:pt x="73343" y="274320"/>
                    </a:cubicBezTo>
                    <a:cubicBezTo>
                      <a:pt x="80010" y="274320"/>
                      <a:pt x="93345" y="272415"/>
                      <a:pt x="111443" y="264795"/>
                    </a:cubicBezTo>
                    <a:lnTo>
                      <a:pt x="116205" y="290513"/>
                    </a:lnTo>
                    <a:cubicBezTo>
                      <a:pt x="102870" y="297180"/>
                      <a:pt x="80010" y="301943"/>
                      <a:pt x="64770" y="301943"/>
                    </a:cubicBezTo>
                    <a:cubicBezTo>
                      <a:pt x="31433" y="301943"/>
                      <a:pt x="20955" y="286703"/>
                      <a:pt x="24765" y="245745"/>
                    </a:cubicBezTo>
                    <a:lnTo>
                      <a:pt x="40005" y="100013"/>
                    </a:lnTo>
                    <a:lnTo>
                      <a:pt x="0" y="100013"/>
                    </a:lnTo>
                    <a:lnTo>
                      <a:pt x="2858" y="73343"/>
                    </a:lnTo>
                    <a:lnTo>
                      <a:pt x="42863" y="73343"/>
                    </a:lnTo>
                    <a:lnTo>
                      <a:pt x="49530" y="5715"/>
                    </a:lnTo>
                    <a:lnTo>
                      <a:pt x="819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3FBBD25-7F19-4118-A96B-F2E74296A260}"/>
                  </a:ext>
                </a:extLst>
              </p:cNvPr>
              <p:cNvSpPr/>
              <p:nvPr/>
            </p:nvSpPr>
            <p:spPr>
              <a:xfrm>
                <a:off x="-1195887" y="4467225"/>
                <a:ext cx="129539" cy="228600"/>
              </a:xfrm>
              <a:custGeom>
                <a:avLst/>
                <a:gdLst>
                  <a:gd name="connsiteX0" fmla="*/ 125730 w 129539"/>
                  <a:gd name="connsiteY0" fmla="*/ 30480 h 228600"/>
                  <a:gd name="connsiteX1" fmla="*/ 40005 w 129539"/>
                  <a:gd name="connsiteY1" fmla="*/ 147638 h 228600"/>
                  <a:gd name="connsiteX2" fmla="*/ 31432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7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5730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5730" y="30480"/>
                    </a:moveTo>
                    <a:cubicBezTo>
                      <a:pt x="89535" y="30480"/>
                      <a:pt x="48577" y="76200"/>
                      <a:pt x="40005" y="147638"/>
                    </a:cubicBezTo>
                    <a:lnTo>
                      <a:pt x="31432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7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5730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37F97C5-707F-4919-A520-A259FA586162}"/>
                  </a:ext>
                </a:extLst>
              </p:cNvPr>
              <p:cNvSpPr/>
              <p:nvPr/>
            </p:nvSpPr>
            <p:spPr>
              <a:xfrm>
                <a:off x="-1033377" y="4467225"/>
                <a:ext cx="201344" cy="233362"/>
              </a:xfrm>
              <a:custGeom>
                <a:avLst/>
                <a:gdLst>
                  <a:gd name="connsiteX0" fmla="*/ 178485 w 201344"/>
                  <a:gd name="connsiteY0" fmla="*/ 228600 h 233362"/>
                  <a:gd name="connsiteX1" fmla="*/ 147052 w 201344"/>
                  <a:gd name="connsiteY1" fmla="*/ 228600 h 233362"/>
                  <a:gd name="connsiteX2" fmla="*/ 152767 w 201344"/>
                  <a:gd name="connsiteY2" fmla="*/ 179070 h 233362"/>
                  <a:gd name="connsiteX3" fmla="*/ 150862 w 201344"/>
                  <a:gd name="connsiteY3" fmla="*/ 179070 h 233362"/>
                  <a:gd name="connsiteX4" fmla="*/ 67042 w 201344"/>
                  <a:gd name="connsiteY4" fmla="*/ 233363 h 233362"/>
                  <a:gd name="connsiteX5" fmla="*/ 1320 w 201344"/>
                  <a:gd name="connsiteY5" fmla="*/ 120968 h 233362"/>
                  <a:gd name="connsiteX6" fmla="*/ 117525 w 201344"/>
                  <a:gd name="connsiteY6" fmla="*/ 0 h 233362"/>
                  <a:gd name="connsiteX7" fmla="*/ 201345 w 201344"/>
                  <a:gd name="connsiteY7" fmla="*/ 18097 h 233362"/>
                  <a:gd name="connsiteX8" fmla="*/ 178485 w 201344"/>
                  <a:gd name="connsiteY8" fmla="*/ 228600 h 233362"/>
                  <a:gd name="connsiteX9" fmla="*/ 167055 w 201344"/>
                  <a:gd name="connsiteY9" fmla="*/ 30480 h 233362"/>
                  <a:gd name="connsiteX10" fmla="*/ 113715 w 201344"/>
                  <a:gd name="connsiteY10" fmla="*/ 23813 h 233362"/>
                  <a:gd name="connsiteX11" fmla="*/ 33705 w 201344"/>
                  <a:gd name="connsiteY11" fmla="*/ 118110 h 233362"/>
                  <a:gd name="connsiteX12" fmla="*/ 74662 w 201344"/>
                  <a:gd name="connsiteY12" fmla="*/ 205740 h 233362"/>
                  <a:gd name="connsiteX13" fmla="*/ 163245 w 201344"/>
                  <a:gd name="connsiteY13" fmla="*/ 61913 h 233362"/>
                  <a:gd name="connsiteX14" fmla="*/ 167055 w 201344"/>
                  <a:gd name="connsiteY14" fmla="*/ 30480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01344" h="233362">
                    <a:moveTo>
                      <a:pt x="178485" y="228600"/>
                    </a:moveTo>
                    <a:lnTo>
                      <a:pt x="147052" y="228600"/>
                    </a:lnTo>
                    <a:lnTo>
                      <a:pt x="152767" y="179070"/>
                    </a:lnTo>
                    <a:lnTo>
                      <a:pt x="150862" y="179070"/>
                    </a:lnTo>
                    <a:cubicBezTo>
                      <a:pt x="135622" y="205740"/>
                      <a:pt x="107047" y="233363"/>
                      <a:pt x="67042" y="233363"/>
                    </a:cubicBezTo>
                    <a:cubicBezTo>
                      <a:pt x="12750" y="233363"/>
                      <a:pt x="-5348" y="179070"/>
                      <a:pt x="1320" y="120968"/>
                    </a:cubicBezTo>
                    <a:cubicBezTo>
                      <a:pt x="8940" y="53340"/>
                      <a:pt x="43230" y="0"/>
                      <a:pt x="117525" y="0"/>
                    </a:cubicBezTo>
                    <a:cubicBezTo>
                      <a:pt x="153720" y="0"/>
                      <a:pt x="181342" y="11430"/>
                      <a:pt x="201345" y="18097"/>
                    </a:cubicBezTo>
                    <a:lnTo>
                      <a:pt x="178485" y="228600"/>
                    </a:lnTo>
                    <a:close/>
                    <a:moveTo>
                      <a:pt x="167055" y="30480"/>
                    </a:moveTo>
                    <a:cubicBezTo>
                      <a:pt x="148005" y="25718"/>
                      <a:pt x="131812" y="23813"/>
                      <a:pt x="113715" y="23813"/>
                    </a:cubicBezTo>
                    <a:cubicBezTo>
                      <a:pt x="57517" y="23813"/>
                      <a:pt x="39420" y="68580"/>
                      <a:pt x="33705" y="118110"/>
                    </a:cubicBezTo>
                    <a:cubicBezTo>
                      <a:pt x="29895" y="158115"/>
                      <a:pt x="33705" y="205740"/>
                      <a:pt x="74662" y="205740"/>
                    </a:cubicBezTo>
                    <a:cubicBezTo>
                      <a:pt x="110857" y="205740"/>
                      <a:pt x="155625" y="156210"/>
                      <a:pt x="163245" y="61913"/>
                    </a:cubicBezTo>
                    <a:lnTo>
                      <a:pt x="167055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3350D26-768E-4263-A1C8-77D22F2A6907}"/>
                  </a:ext>
                </a:extLst>
              </p:cNvPr>
              <p:cNvSpPr/>
              <p:nvPr/>
            </p:nvSpPr>
            <p:spPr>
              <a:xfrm>
                <a:off x="-783455" y="4467225"/>
                <a:ext cx="166687" cy="232409"/>
              </a:xfrm>
              <a:custGeom>
                <a:avLst/>
                <a:gdLst>
                  <a:gd name="connsiteX0" fmla="*/ 10478 w 166687"/>
                  <a:gd name="connsiteY0" fmla="*/ 195263 h 232409"/>
                  <a:gd name="connsiteX1" fmla="*/ 70485 w 166687"/>
                  <a:gd name="connsiteY1" fmla="*/ 206693 h 232409"/>
                  <a:gd name="connsiteX2" fmla="*/ 130493 w 166687"/>
                  <a:gd name="connsiteY2" fmla="*/ 168593 h 232409"/>
                  <a:gd name="connsiteX3" fmla="*/ 76200 w 166687"/>
                  <a:gd name="connsiteY3" fmla="*/ 125730 h 232409"/>
                  <a:gd name="connsiteX4" fmla="*/ 17145 w 166687"/>
                  <a:gd name="connsiteY4" fmla="*/ 62865 h 232409"/>
                  <a:gd name="connsiteX5" fmla="*/ 109538 w 166687"/>
                  <a:gd name="connsiteY5" fmla="*/ 0 h 232409"/>
                  <a:gd name="connsiteX6" fmla="*/ 166688 w 166687"/>
                  <a:gd name="connsiteY6" fmla="*/ 11430 h 232409"/>
                  <a:gd name="connsiteX7" fmla="*/ 157163 w 166687"/>
                  <a:gd name="connsiteY7" fmla="*/ 38100 h 232409"/>
                  <a:gd name="connsiteX8" fmla="*/ 101918 w 166687"/>
                  <a:gd name="connsiteY8" fmla="*/ 26670 h 232409"/>
                  <a:gd name="connsiteX9" fmla="*/ 48578 w 166687"/>
                  <a:gd name="connsiteY9" fmla="*/ 60007 h 232409"/>
                  <a:gd name="connsiteX10" fmla="*/ 100013 w 166687"/>
                  <a:gd name="connsiteY10" fmla="*/ 100013 h 232409"/>
                  <a:gd name="connsiteX11" fmla="*/ 160972 w 166687"/>
                  <a:gd name="connsiteY11" fmla="*/ 164782 h 232409"/>
                  <a:gd name="connsiteX12" fmla="*/ 63818 w 166687"/>
                  <a:gd name="connsiteY12" fmla="*/ 232410 h 232409"/>
                  <a:gd name="connsiteX13" fmla="*/ 0 w 166687"/>
                  <a:gd name="connsiteY13" fmla="*/ 220980 h 232409"/>
                  <a:gd name="connsiteX14" fmla="*/ 10478 w 166687"/>
                  <a:gd name="connsiteY14" fmla="*/ 195263 h 232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687" h="232409">
                    <a:moveTo>
                      <a:pt x="10478" y="195263"/>
                    </a:moveTo>
                    <a:cubicBezTo>
                      <a:pt x="24765" y="200978"/>
                      <a:pt x="52388" y="206693"/>
                      <a:pt x="70485" y="206693"/>
                    </a:cubicBezTo>
                    <a:cubicBezTo>
                      <a:pt x="101918" y="206693"/>
                      <a:pt x="127635" y="195263"/>
                      <a:pt x="130493" y="168593"/>
                    </a:cubicBezTo>
                    <a:cubicBezTo>
                      <a:pt x="133350" y="141922"/>
                      <a:pt x="106680" y="133350"/>
                      <a:pt x="76200" y="125730"/>
                    </a:cubicBezTo>
                    <a:cubicBezTo>
                      <a:pt x="41910" y="117157"/>
                      <a:pt x="13335" y="102870"/>
                      <a:pt x="17145" y="62865"/>
                    </a:cubicBezTo>
                    <a:cubicBezTo>
                      <a:pt x="21907" y="18097"/>
                      <a:pt x="57150" y="0"/>
                      <a:pt x="109538" y="0"/>
                    </a:cubicBezTo>
                    <a:cubicBezTo>
                      <a:pt x="129540" y="0"/>
                      <a:pt x="151447" y="5715"/>
                      <a:pt x="166688" y="11430"/>
                    </a:cubicBezTo>
                    <a:lnTo>
                      <a:pt x="157163" y="38100"/>
                    </a:lnTo>
                    <a:cubicBezTo>
                      <a:pt x="140018" y="31432"/>
                      <a:pt x="120015" y="26670"/>
                      <a:pt x="101918" y="26670"/>
                    </a:cubicBezTo>
                    <a:cubicBezTo>
                      <a:pt x="70485" y="26670"/>
                      <a:pt x="51435" y="38100"/>
                      <a:pt x="48578" y="60007"/>
                    </a:cubicBezTo>
                    <a:cubicBezTo>
                      <a:pt x="45720" y="86678"/>
                      <a:pt x="64770" y="90488"/>
                      <a:pt x="100013" y="100013"/>
                    </a:cubicBezTo>
                    <a:cubicBezTo>
                      <a:pt x="134303" y="109538"/>
                      <a:pt x="165735" y="120015"/>
                      <a:pt x="160972" y="164782"/>
                    </a:cubicBezTo>
                    <a:cubicBezTo>
                      <a:pt x="156210" y="212407"/>
                      <a:pt x="113347" y="232410"/>
                      <a:pt x="63818" y="232410"/>
                    </a:cubicBezTo>
                    <a:cubicBezTo>
                      <a:pt x="43815" y="232410"/>
                      <a:pt x="18097" y="226695"/>
                      <a:pt x="0" y="220980"/>
                    </a:cubicBezTo>
                    <a:lnTo>
                      <a:pt x="10478" y="19526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0CE5CF7-7265-4D21-8E68-19B025C0E425}"/>
                  </a:ext>
                </a:extLst>
              </p:cNvPr>
              <p:cNvSpPr/>
              <p:nvPr/>
            </p:nvSpPr>
            <p:spPr>
              <a:xfrm>
                <a:off x="-561219" y="4467225"/>
                <a:ext cx="185434" cy="233362"/>
              </a:xfrm>
              <a:custGeom>
                <a:avLst/>
                <a:gdLst>
                  <a:gd name="connsiteX0" fmla="*/ 175909 w 185434"/>
                  <a:gd name="connsiteY0" fmla="*/ 40005 h 233362"/>
                  <a:gd name="connsiteX1" fmla="*/ 110187 w 185434"/>
                  <a:gd name="connsiteY1" fmla="*/ 26670 h 233362"/>
                  <a:gd name="connsiteX2" fmla="*/ 34939 w 185434"/>
                  <a:gd name="connsiteY2" fmla="*/ 120968 h 233362"/>
                  <a:gd name="connsiteX3" fmla="*/ 89232 w 185434"/>
                  <a:gd name="connsiteY3" fmla="*/ 206693 h 233362"/>
                  <a:gd name="connsiteX4" fmla="*/ 157812 w 185434"/>
                  <a:gd name="connsiteY4" fmla="*/ 195263 h 233362"/>
                  <a:gd name="connsiteX5" fmla="*/ 162574 w 185434"/>
                  <a:gd name="connsiteY5" fmla="*/ 220028 h 233362"/>
                  <a:gd name="connsiteX6" fmla="*/ 81612 w 185434"/>
                  <a:gd name="connsiteY6" fmla="*/ 233363 h 233362"/>
                  <a:gd name="connsiteX7" fmla="*/ 1602 w 185434"/>
                  <a:gd name="connsiteY7" fmla="*/ 120968 h 233362"/>
                  <a:gd name="connsiteX8" fmla="*/ 114949 w 185434"/>
                  <a:gd name="connsiteY8" fmla="*/ 0 h 233362"/>
                  <a:gd name="connsiteX9" fmla="*/ 185434 w 185434"/>
                  <a:gd name="connsiteY9" fmla="*/ 16193 h 233362"/>
                  <a:gd name="connsiteX10" fmla="*/ 175909 w 185434"/>
                  <a:gd name="connsiteY10" fmla="*/ 40005 h 23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5434" h="233362">
                    <a:moveTo>
                      <a:pt x="175909" y="40005"/>
                    </a:moveTo>
                    <a:cubicBezTo>
                      <a:pt x="160669" y="33338"/>
                      <a:pt x="134952" y="26670"/>
                      <a:pt x="110187" y="26670"/>
                    </a:cubicBezTo>
                    <a:cubicBezTo>
                      <a:pt x="58752" y="26670"/>
                      <a:pt x="40654" y="62865"/>
                      <a:pt x="34939" y="120968"/>
                    </a:cubicBezTo>
                    <a:cubicBezTo>
                      <a:pt x="29224" y="172403"/>
                      <a:pt x="34939" y="206693"/>
                      <a:pt x="89232" y="206693"/>
                    </a:cubicBezTo>
                    <a:cubicBezTo>
                      <a:pt x="112092" y="206693"/>
                      <a:pt x="138762" y="201930"/>
                      <a:pt x="157812" y="195263"/>
                    </a:cubicBezTo>
                    <a:lnTo>
                      <a:pt x="162574" y="220028"/>
                    </a:lnTo>
                    <a:cubicBezTo>
                      <a:pt x="143524" y="228600"/>
                      <a:pt x="111139" y="233363"/>
                      <a:pt x="81612" y="233363"/>
                    </a:cubicBezTo>
                    <a:cubicBezTo>
                      <a:pt x="18747" y="233363"/>
                      <a:pt x="-6971" y="200025"/>
                      <a:pt x="1602" y="120968"/>
                    </a:cubicBezTo>
                    <a:cubicBezTo>
                      <a:pt x="10174" y="41910"/>
                      <a:pt x="38749" y="0"/>
                      <a:pt x="114949" y="0"/>
                    </a:cubicBezTo>
                    <a:cubicBezTo>
                      <a:pt x="137809" y="0"/>
                      <a:pt x="168289" y="4763"/>
                      <a:pt x="185434" y="16193"/>
                    </a:cubicBezTo>
                    <a:lnTo>
                      <a:pt x="175909" y="4000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43D07DA-C0A9-410E-A36C-614BB4835417}"/>
                  </a:ext>
                </a:extLst>
              </p:cNvPr>
              <p:cNvSpPr/>
              <p:nvPr/>
            </p:nvSpPr>
            <p:spPr>
              <a:xfrm>
                <a:off x="-337414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4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49271 w 190519"/>
                  <a:gd name="connsiteY9" fmla="*/ 88583 h 234315"/>
                  <a:gd name="connsiteX10" fmla="*/ 111171 w 190519"/>
                  <a:gd name="connsiteY10" fmla="*/ 27623 h 234315"/>
                  <a:gd name="connsiteX11" fmla="*/ 34018 w 190519"/>
                  <a:gd name="connsiteY11" fmla="*/ 100013 h 234315"/>
                  <a:gd name="connsiteX12" fmla="*/ 149271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4" y="216218"/>
                      <a:pt x="165464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8303" y="190500"/>
                      <a:pt x="50211" y="207645"/>
                      <a:pt x="94978" y="207645"/>
                    </a:cubicBezTo>
                    <a:close/>
                    <a:moveTo>
                      <a:pt x="149271" y="88583"/>
                    </a:moveTo>
                    <a:cubicBezTo>
                      <a:pt x="166416" y="60008"/>
                      <a:pt x="149271" y="27623"/>
                      <a:pt x="111171" y="27623"/>
                    </a:cubicBezTo>
                    <a:cubicBezTo>
                      <a:pt x="77834" y="27623"/>
                      <a:pt x="43543" y="46673"/>
                      <a:pt x="34018" y="100013"/>
                    </a:cubicBezTo>
                    <a:cubicBezTo>
                      <a:pt x="60689" y="113348"/>
                      <a:pt x="127364" y="125730"/>
                      <a:pt x="149271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0DFCAD7-13D3-4EA0-B21C-F4D42BC4BFA4}"/>
                  </a:ext>
                </a:extLst>
              </p:cNvPr>
              <p:cNvSpPr/>
              <p:nvPr/>
            </p:nvSpPr>
            <p:spPr>
              <a:xfrm>
                <a:off x="-90035" y="4467225"/>
                <a:ext cx="194809" cy="228600"/>
              </a:xfrm>
              <a:custGeom>
                <a:avLst/>
                <a:gdLst>
                  <a:gd name="connsiteX0" fmla="*/ 180975 w 194809"/>
                  <a:gd name="connsiteY0" fmla="*/ 228600 h 228600"/>
                  <a:gd name="connsiteX1" fmla="*/ 148590 w 194809"/>
                  <a:gd name="connsiteY1" fmla="*/ 228600 h 228600"/>
                  <a:gd name="connsiteX2" fmla="*/ 159068 w 194809"/>
                  <a:gd name="connsiteY2" fmla="*/ 109538 h 228600"/>
                  <a:gd name="connsiteX3" fmla="*/ 125730 w 194809"/>
                  <a:gd name="connsiteY3" fmla="*/ 26670 h 228600"/>
                  <a:gd name="connsiteX4" fmla="*/ 40005 w 194809"/>
                  <a:gd name="connsiteY4" fmla="*/ 147638 h 228600"/>
                  <a:gd name="connsiteX5" fmla="*/ 31433 w 194809"/>
                  <a:gd name="connsiteY5" fmla="*/ 228600 h 228600"/>
                  <a:gd name="connsiteX6" fmla="*/ 0 w 194809"/>
                  <a:gd name="connsiteY6" fmla="*/ 228600 h 228600"/>
                  <a:gd name="connsiteX7" fmla="*/ 23813 w 194809"/>
                  <a:gd name="connsiteY7" fmla="*/ 3810 h 228600"/>
                  <a:gd name="connsiteX8" fmla="*/ 55245 w 194809"/>
                  <a:gd name="connsiteY8" fmla="*/ 3810 h 228600"/>
                  <a:gd name="connsiteX9" fmla="*/ 48578 w 194809"/>
                  <a:gd name="connsiteY9" fmla="*/ 58103 h 228600"/>
                  <a:gd name="connsiteX10" fmla="*/ 50483 w 194809"/>
                  <a:gd name="connsiteY10" fmla="*/ 58103 h 228600"/>
                  <a:gd name="connsiteX11" fmla="*/ 135255 w 194809"/>
                  <a:gd name="connsiteY11" fmla="*/ 0 h 228600"/>
                  <a:gd name="connsiteX12" fmla="*/ 193358 w 194809"/>
                  <a:gd name="connsiteY12" fmla="*/ 99060 h 228600"/>
                  <a:gd name="connsiteX13" fmla="*/ 180975 w 194809"/>
                  <a:gd name="connsiteY13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4809" h="228600">
                    <a:moveTo>
                      <a:pt x="180975" y="228600"/>
                    </a:moveTo>
                    <a:lnTo>
                      <a:pt x="148590" y="228600"/>
                    </a:lnTo>
                    <a:lnTo>
                      <a:pt x="159068" y="109538"/>
                    </a:lnTo>
                    <a:cubicBezTo>
                      <a:pt x="162878" y="69532"/>
                      <a:pt x="165735" y="26670"/>
                      <a:pt x="125730" y="26670"/>
                    </a:cubicBezTo>
                    <a:cubicBezTo>
                      <a:pt x="89535" y="26670"/>
                      <a:pt x="48578" y="77153"/>
                      <a:pt x="40005" y="147638"/>
                    </a:cubicBezTo>
                    <a:lnTo>
                      <a:pt x="31433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3" y="58103"/>
                    </a:lnTo>
                    <a:cubicBezTo>
                      <a:pt x="65723" y="31432"/>
                      <a:pt x="95250" y="0"/>
                      <a:pt x="135255" y="0"/>
                    </a:cubicBezTo>
                    <a:cubicBezTo>
                      <a:pt x="189548" y="0"/>
                      <a:pt x="199073" y="40005"/>
                      <a:pt x="193358" y="99060"/>
                    </a:cubicBezTo>
                    <a:lnTo>
                      <a:pt x="180975" y="2286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9D702D2-CBA3-4BFC-86E4-13BEC976E554}"/>
                  </a:ext>
                </a:extLst>
              </p:cNvPr>
              <p:cNvSpPr/>
              <p:nvPr/>
            </p:nvSpPr>
            <p:spPr>
              <a:xfrm>
                <a:off x="167724" y="4376737"/>
                <a:ext cx="212774" cy="323850"/>
              </a:xfrm>
              <a:custGeom>
                <a:avLst/>
                <a:gdLst>
                  <a:gd name="connsiteX0" fmla="*/ 178485 w 212774"/>
                  <a:gd name="connsiteY0" fmla="*/ 319088 h 323850"/>
                  <a:gd name="connsiteX1" fmla="*/ 147052 w 212774"/>
                  <a:gd name="connsiteY1" fmla="*/ 319088 h 323850"/>
                  <a:gd name="connsiteX2" fmla="*/ 152767 w 212774"/>
                  <a:gd name="connsiteY2" fmla="*/ 269557 h 323850"/>
                  <a:gd name="connsiteX3" fmla="*/ 150862 w 212774"/>
                  <a:gd name="connsiteY3" fmla="*/ 269557 h 323850"/>
                  <a:gd name="connsiteX4" fmla="*/ 67042 w 212774"/>
                  <a:gd name="connsiteY4" fmla="*/ 323850 h 323850"/>
                  <a:gd name="connsiteX5" fmla="*/ 1320 w 212774"/>
                  <a:gd name="connsiteY5" fmla="*/ 211455 h 323850"/>
                  <a:gd name="connsiteX6" fmla="*/ 112762 w 212774"/>
                  <a:gd name="connsiteY6" fmla="*/ 90488 h 323850"/>
                  <a:gd name="connsiteX7" fmla="*/ 168960 w 212774"/>
                  <a:gd name="connsiteY7" fmla="*/ 103822 h 323850"/>
                  <a:gd name="connsiteX8" fmla="*/ 169912 w 212774"/>
                  <a:gd name="connsiteY8" fmla="*/ 102870 h 323850"/>
                  <a:gd name="connsiteX9" fmla="*/ 180390 w 212774"/>
                  <a:gd name="connsiteY9" fmla="*/ 4763 h 323850"/>
                  <a:gd name="connsiteX10" fmla="*/ 212775 w 212774"/>
                  <a:gd name="connsiteY10" fmla="*/ 0 h 323850"/>
                  <a:gd name="connsiteX11" fmla="*/ 178485 w 212774"/>
                  <a:gd name="connsiteY11" fmla="*/ 319088 h 323850"/>
                  <a:gd name="connsiteX12" fmla="*/ 167055 w 212774"/>
                  <a:gd name="connsiteY12" fmla="*/ 120968 h 323850"/>
                  <a:gd name="connsiteX13" fmla="*/ 113715 w 212774"/>
                  <a:gd name="connsiteY13" fmla="*/ 114300 h 323850"/>
                  <a:gd name="connsiteX14" fmla="*/ 33705 w 212774"/>
                  <a:gd name="connsiteY14" fmla="*/ 208597 h 323850"/>
                  <a:gd name="connsiteX15" fmla="*/ 74662 w 212774"/>
                  <a:gd name="connsiteY15" fmla="*/ 296228 h 323850"/>
                  <a:gd name="connsiteX16" fmla="*/ 163245 w 212774"/>
                  <a:gd name="connsiteY16" fmla="*/ 152400 h 323850"/>
                  <a:gd name="connsiteX17" fmla="*/ 167055 w 212774"/>
                  <a:gd name="connsiteY17" fmla="*/ 120968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2774" h="323850">
                    <a:moveTo>
                      <a:pt x="178485" y="319088"/>
                    </a:moveTo>
                    <a:lnTo>
                      <a:pt x="147052" y="319088"/>
                    </a:lnTo>
                    <a:lnTo>
                      <a:pt x="152767" y="269557"/>
                    </a:lnTo>
                    <a:lnTo>
                      <a:pt x="150862" y="269557"/>
                    </a:lnTo>
                    <a:cubicBezTo>
                      <a:pt x="135622" y="296228"/>
                      <a:pt x="107047" y="323850"/>
                      <a:pt x="67042" y="323850"/>
                    </a:cubicBezTo>
                    <a:cubicBezTo>
                      <a:pt x="12750" y="323850"/>
                      <a:pt x="-5348" y="269557"/>
                      <a:pt x="1320" y="211455"/>
                    </a:cubicBezTo>
                    <a:cubicBezTo>
                      <a:pt x="8940" y="143828"/>
                      <a:pt x="41325" y="90488"/>
                      <a:pt x="112762" y="90488"/>
                    </a:cubicBezTo>
                    <a:cubicBezTo>
                      <a:pt x="130860" y="90488"/>
                      <a:pt x="152767" y="95250"/>
                      <a:pt x="168960" y="103822"/>
                    </a:cubicBezTo>
                    <a:lnTo>
                      <a:pt x="169912" y="102870"/>
                    </a:lnTo>
                    <a:lnTo>
                      <a:pt x="180390" y="4763"/>
                    </a:lnTo>
                    <a:lnTo>
                      <a:pt x="212775" y="0"/>
                    </a:lnTo>
                    <a:lnTo>
                      <a:pt x="178485" y="319088"/>
                    </a:lnTo>
                    <a:close/>
                    <a:moveTo>
                      <a:pt x="167055" y="120968"/>
                    </a:moveTo>
                    <a:cubicBezTo>
                      <a:pt x="148005" y="116205"/>
                      <a:pt x="131812" y="114300"/>
                      <a:pt x="113715" y="114300"/>
                    </a:cubicBezTo>
                    <a:cubicBezTo>
                      <a:pt x="57517" y="114300"/>
                      <a:pt x="39420" y="159068"/>
                      <a:pt x="33705" y="208597"/>
                    </a:cubicBezTo>
                    <a:cubicBezTo>
                      <a:pt x="29895" y="248603"/>
                      <a:pt x="33705" y="296228"/>
                      <a:pt x="74662" y="296228"/>
                    </a:cubicBezTo>
                    <a:cubicBezTo>
                      <a:pt x="110857" y="296228"/>
                      <a:pt x="155625" y="246697"/>
                      <a:pt x="163245" y="152400"/>
                    </a:cubicBezTo>
                    <a:lnTo>
                      <a:pt x="167055" y="1209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370F924-5D37-40A2-BA3B-839D29D6BD0E}"/>
                  </a:ext>
                </a:extLst>
              </p:cNvPr>
              <p:cNvSpPr/>
              <p:nvPr/>
            </p:nvSpPr>
            <p:spPr>
              <a:xfrm>
                <a:off x="426491" y="4465319"/>
                <a:ext cx="190519" cy="234315"/>
              </a:xfrm>
              <a:custGeom>
                <a:avLst/>
                <a:gdLst>
                  <a:gd name="connsiteX0" fmla="*/ 94978 w 190519"/>
                  <a:gd name="connsiteY0" fmla="*/ 207645 h 234315"/>
                  <a:gd name="connsiteX1" fmla="*/ 160701 w 190519"/>
                  <a:gd name="connsiteY1" fmla="*/ 191453 h 234315"/>
                  <a:gd name="connsiteX2" fmla="*/ 165463 w 190519"/>
                  <a:gd name="connsiteY2" fmla="*/ 216218 h 234315"/>
                  <a:gd name="connsiteX3" fmla="*/ 92121 w 190519"/>
                  <a:gd name="connsiteY3" fmla="*/ 234315 h 234315"/>
                  <a:gd name="connsiteX4" fmla="*/ 1634 w 190519"/>
                  <a:gd name="connsiteY4" fmla="*/ 117158 h 234315"/>
                  <a:gd name="connsiteX5" fmla="*/ 114981 w 190519"/>
                  <a:gd name="connsiteY5" fmla="*/ 0 h 234315"/>
                  <a:gd name="connsiteX6" fmla="*/ 186418 w 190519"/>
                  <a:gd name="connsiteY6" fmla="*/ 87630 h 234315"/>
                  <a:gd name="connsiteX7" fmla="*/ 31161 w 190519"/>
                  <a:gd name="connsiteY7" fmla="*/ 130493 h 234315"/>
                  <a:gd name="connsiteX8" fmla="*/ 94978 w 190519"/>
                  <a:gd name="connsiteY8" fmla="*/ 207645 h 234315"/>
                  <a:gd name="connsiteX9" fmla="*/ 150223 w 190519"/>
                  <a:gd name="connsiteY9" fmla="*/ 88583 h 234315"/>
                  <a:gd name="connsiteX10" fmla="*/ 112123 w 190519"/>
                  <a:gd name="connsiteY10" fmla="*/ 27623 h 234315"/>
                  <a:gd name="connsiteX11" fmla="*/ 34971 w 190519"/>
                  <a:gd name="connsiteY11" fmla="*/ 100013 h 234315"/>
                  <a:gd name="connsiteX12" fmla="*/ 150223 w 190519"/>
                  <a:gd name="connsiteY12" fmla="*/ 88583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519" h="234315">
                    <a:moveTo>
                      <a:pt x="94978" y="207645"/>
                    </a:moveTo>
                    <a:cubicBezTo>
                      <a:pt x="116886" y="207645"/>
                      <a:pt x="142603" y="199073"/>
                      <a:pt x="160701" y="191453"/>
                    </a:cubicBezTo>
                    <a:cubicBezTo>
                      <a:pt x="160701" y="191453"/>
                      <a:pt x="165463" y="216218"/>
                      <a:pt x="165463" y="216218"/>
                    </a:cubicBezTo>
                    <a:cubicBezTo>
                      <a:pt x="144509" y="224790"/>
                      <a:pt x="120696" y="234315"/>
                      <a:pt x="92121" y="234315"/>
                    </a:cubicBezTo>
                    <a:cubicBezTo>
                      <a:pt x="24493" y="234315"/>
                      <a:pt x="-7891" y="207645"/>
                      <a:pt x="1634" y="117158"/>
                    </a:cubicBezTo>
                    <a:cubicBezTo>
                      <a:pt x="9253" y="40958"/>
                      <a:pt x="52116" y="0"/>
                      <a:pt x="114981" y="0"/>
                    </a:cubicBezTo>
                    <a:cubicBezTo>
                      <a:pt x="177846" y="0"/>
                      <a:pt x="200706" y="43815"/>
                      <a:pt x="186418" y="87630"/>
                    </a:cubicBezTo>
                    <a:cubicBezTo>
                      <a:pt x="172131" y="129540"/>
                      <a:pt x="113076" y="156210"/>
                      <a:pt x="31161" y="130493"/>
                    </a:cubicBezTo>
                    <a:cubicBezTo>
                      <a:pt x="29256" y="190500"/>
                      <a:pt x="50211" y="207645"/>
                      <a:pt x="94978" y="207645"/>
                    </a:cubicBezTo>
                    <a:close/>
                    <a:moveTo>
                      <a:pt x="150223" y="88583"/>
                    </a:moveTo>
                    <a:cubicBezTo>
                      <a:pt x="167368" y="60008"/>
                      <a:pt x="150223" y="27623"/>
                      <a:pt x="112123" y="27623"/>
                    </a:cubicBezTo>
                    <a:cubicBezTo>
                      <a:pt x="78786" y="27623"/>
                      <a:pt x="44496" y="46673"/>
                      <a:pt x="34971" y="100013"/>
                    </a:cubicBezTo>
                    <a:cubicBezTo>
                      <a:pt x="60688" y="113348"/>
                      <a:pt x="128316" y="125730"/>
                      <a:pt x="150223" y="885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0E0B52B1-818E-4C79-BA5A-A6E09BA8BDAC}"/>
                  </a:ext>
                </a:extLst>
              </p:cNvPr>
              <p:cNvSpPr/>
              <p:nvPr/>
            </p:nvSpPr>
            <p:spPr>
              <a:xfrm>
                <a:off x="678632" y="4467225"/>
                <a:ext cx="129539" cy="228600"/>
              </a:xfrm>
              <a:custGeom>
                <a:avLst/>
                <a:gdLst>
                  <a:gd name="connsiteX0" fmla="*/ 126682 w 129539"/>
                  <a:gd name="connsiteY0" fmla="*/ 30480 h 228600"/>
                  <a:gd name="connsiteX1" fmla="*/ 40957 w 129539"/>
                  <a:gd name="connsiteY1" fmla="*/ 147638 h 228600"/>
                  <a:gd name="connsiteX2" fmla="*/ 32385 w 129539"/>
                  <a:gd name="connsiteY2" fmla="*/ 228600 h 228600"/>
                  <a:gd name="connsiteX3" fmla="*/ 0 w 129539"/>
                  <a:gd name="connsiteY3" fmla="*/ 228600 h 228600"/>
                  <a:gd name="connsiteX4" fmla="*/ 23813 w 129539"/>
                  <a:gd name="connsiteY4" fmla="*/ 3810 h 228600"/>
                  <a:gd name="connsiteX5" fmla="*/ 55245 w 129539"/>
                  <a:gd name="connsiteY5" fmla="*/ 3810 h 228600"/>
                  <a:gd name="connsiteX6" fmla="*/ 48578 w 129539"/>
                  <a:gd name="connsiteY6" fmla="*/ 58103 h 228600"/>
                  <a:gd name="connsiteX7" fmla="*/ 50482 w 129539"/>
                  <a:gd name="connsiteY7" fmla="*/ 58103 h 228600"/>
                  <a:gd name="connsiteX8" fmla="*/ 129540 w 129539"/>
                  <a:gd name="connsiteY8" fmla="*/ 0 h 228600"/>
                  <a:gd name="connsiteX9" fmla="*/ 126682 w 129539"/>
                  <a:gd name="connsiteY9" fmla="*/ 3048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39" h="228600">
                    <a:moveTo>
                      <a:pt x="126682" y="30480"/>
                    </a:moveTo>
                    <a:cubicBezTo>
                      <a:pt x="90488" y="30480"/>
                      <a:pt x="49530" y="76200"/>
                      <a:pt x="40957" y="147638"/>
                    </a:cubicBezTo>
                    <a:lnTo>
                      <a:pt x="32385" y="228600"/>
                    </a:lnTo>
                    <a:lnTo>
                      <a:pt x="0" y="228600"/>
                    </a:lnTo>
                    <a:lnTo>
                      <a:pt x="23813" y="3810"/>
                    </a:lnTo>
                    <a:lnTo>
                      <a:pt x="55245" y="3810"/>
                    </a:lnTo>
                    <a:lnTo>
                      <a:pt x="48578" y="58103"/>
                    </a:lnTo>
                    <a:lnTo>
                      <a:pt x="50482" y="58103"/>
                    </a:lnTo>
                    <a:cubicBezTo>
                      <a:pt x="65722" y="31432"/>
                      <a:pt x="89535" y="0"/>
                      <a:pt x="129540" y="0"/>
                    </a:cubicBezTo>
                    <a:lnTo>
                      <a:pt x="126682" y="30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BCF868C-638D-4218-9E7E-3E0A092FAC55}"/>
                </a:ext>
              </a:extLst>
            </p:cNvPr>
            <p:cNvSpPr/>
            <p:nvPr/>
          </p:nvSpPr>
          <p:spPr>
            <a:xfrm>
              <a:off x="-2812280" y="662701"/>
              <a:ext cx="4932044" cy="5524023"/>
            </a:xfrm>
            <a:custGeom>
              <a:avLst/>
              <a:gdLst>
                <a:gd name="connsiteX0" fmla="*/ 4932045 w 4932044"/>
                <a:gd name="connsiteY0" fmla="*/ 3868341 h 5524023"/>
                <a:gd name="connsiteX1" fmla="*/ 4932045 w 4932044"/>
                <a:gd name="connsiteY1" fmla="*/ 1655683 h 5524023"/>
                <a:gd name="connsiteX2" fmla="*/ 4656773 w 4932044"/>
                <a:gd name="connsiteY2" fmla="*/ 1179433 h 5524023"/>
                <a:gd name="connsiteX3" fmla="*/ 2741295 w 4932044"/>
                <a:gd name="connsiteY3" fmla="*/ 73581 h 5524023"/>
                <a:gd name="connsiteX4" fmla="*/ 2191703 w 4932044"/>
                <a:gd name="connsiteY4" fmla="*/ 73581 h 5524023"/>
                <a:gd name="connsiteX5" fmla="*/ 275272 w 4932044"/>
                <a:gd name="connsiteY5" fmla="*/ 1179433 h 5524023"/>
                <a:gd name="connsiteX6" fmla="*/ 0 w 4932044"/>
                <a:gd name="connsiteY6" fmla="*/ 1655683 h 5524023"/>
                <a:gd name="connsiteX7" fmla="*/ 0 w 4932044"/>
                <a:gd name="connsiteY7" fmla="*/ 3868341 h 5524023"/>
                <a:gd name="connsiteX8" fmla="*/ 275272 w 4932044"/>
                <a:gd name="connsiteY8" fmla="*/ 4344591 h 5524023"/>
                <a:gd name="connsiteX9" fmla="*/ 2191703 w 4932044"/>
                <a:gd name="connsiteY9" fmla="*/ 5450443 h 5524023"/>
                <a:gd name="connsiteX10" fmla="*/ 2741295 w 4932044"/>
                <a:gd name="connsiteY10" fmla="*/ 5450443 h 5524023"/>
                <a:gd name="connsiteX11" fmla="*/ 4657725 w 4932044"/>
                <a:gd name="connsiteY11" fmla="*/ 4344591 h 5524023"/>
                <a:gd name="connsiteX12" fmla="*/ 4932045 w 4932044"/>
                <a:gd name="connsiteY12" fmla="*/ 3868341 h 5524023"/>
                <a:gd name="connsiteX13" fmla="*/ 528638 w 4932044"/>
                <a:gd name="connsiteY13" fmla="*/ 1326118 h 5524023"/>
                <a:gd name="connsiteX14" fmla="*/ 2191703 w 4932044"/>
                <a:gd name="connsiteY14" fmla="*/ 365998 h 5524023"/>
                <a:gd name="connsiteX15" fmla="*/ 2741295 w 4932044"/>
                <a:gd name="connsiteY15" fmla="*/ 365998 h 5524023"/>
                <a:gd name="connsiteX16" fmla="*/ 4404360 w 4932044"/>
                <a:gd name="connsiteY16" fmla="*/ 1326118 h 5524023"/>
                <a:gd name="connsiteX17" fmla="*/ 4679633 w 4932044"/>
                <a:gd name="connsiteY17" fmla="*/ 1802368 h 5524023"/>
                <a:gd name="connsiteX18" fmla="*/ 4679633 w 4932044"/>
                <a:gd name="connsiteY18" fmla="*/ 3722608 h 5524023"/>
                <a:gd name="connsiteX19" fmla="*/ 4404360 w 4932044"/>
                <a:gd name="connsiteY19" fmla="*/ 4198858 h 5524023"/>
                <a:gd name="connsiteX20" fmla="*/ 2741295 w 4932044"/>
                <a:gd name="connsiteY20" fmla="*/ 5158026 h 5524023"/>
                <a:gd name="connsiteX21" fmla="*/ 2191703 w 4932044"/>
                <a:gd name="connsiteY21" fmla="*/ 5158026 h 5524023"/>
                <a:gd name="connsiteX22" fmla="*/ 528638 w 4932044"/>
                <a:gd name="connsiteY22" fmla="*/ 4197906 h 5524023"/>
                <a:gd name="connsiteX23" fmla="*/ 253365 w 4932044"/>
                <a:gd name="connsiteY23" fmla="*/ 3721656 h 5524023"/>
                <a:gd name="connsiteX24" fmla="*/ 253365 w 4932044"/>
                <a:gd name="connsiteY24" fmla="*/ 1802368 h 5524023"/>
                <a:gd name="connsiteX25" fmla="*/ 528638 w 4932044"/>
                <a:gd name="connsiteY25" fmla="*/ 1326118 h 5524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32044" h="5524023">
                  <a:moveTo>
                    <a:pt x="4932045" y="3868341"/>
                  </a:moveTo>
                  <a:lnTo>
                    <a:pt x="4932045" y="1655683"/>
                  </a:lnTo>
                  <a:cubicBezTo>
                    <a:pt x="4932045" y="1459468"/>
                    <a:pt x="4827270" y="1277541"/>
                    <a:pt x="4656773" y="1179433"/>
                  </a:cubicBezTo>
                  <a:lnTo>
                    <a:pt x="2741295" y="73581"/>
                  </a:lnTo>
                  <a:cubicBezTo>
                    <a:pt x="2570798" y="-24527"/>
                    <a:pt x="2361248" y="-24527"/>
                    <a:pt x="2191703" y="73581"/>
                  </a:cubicBezTo>
                  <a:lnTo>
                    <a:pt x="275272" y="1179433"/>
                  </a:lnTo>
                  <a:cubicBezTo>
                    <a:pt x="104775" y="1277541"/>
                    <a:pt x="0" y="1459468"/>
                    <a:pt x="0" y="1655683"/>
                  </a:cubicBezTo>
                  <a:lnTo>
                    <a:pt x="0" y="3868341"/>
                  </a:lnTo>
                  <a:cubicBezTo>
                    <a:pt x="0" y="4064556"/>
                    <a:pt x="104775" y="4246483"/>
                    <a:pt x="275272" y="4344591"/>
                  </a:cubicBezTo>
                  <a:lnTo>
                    <a:pt x="2191703" y="5450443"/>
                  </a:lnTo>
                  <a:cubicBezTo>
                    <a:pt x="2362200" y="5548551"/>
                    <a:pt x="2571750" y="5548551"/>
                    <a:pt x="2741295" y="5450443"/>
                  </a:cubicBezTo>
                  <a:lnTo>
                    <a:pt x="4657725" y="4344591"/>
                  </a:lnTo>
                  <a:cubicBezTo>
                    <a:pt x="4827270" y="4246483"/>
                    <a:pt x="4932045" y="4064556"/>
                    <a:pt x="4932045" y="3868341"/>
                  </a:cubicBezTo>
                  <a:close/>
                  <a:moveTo>
                    <a:pt x="528638" y="1326118"/>
                  </a:moveTo>
                  <a:lnTo>
                    <a:pt x="2191703" y="365998"/>
                  </a:lnTo>
                  <a:cubicBezTo>
                    <a:pt x="2362200" y="267891"/>
                    <a:pt x="2571750" y="267891"/>
                    <a:pt x="2741295" y="365998"/>
                  </a:cubicBezTo>
                  <a:lnTo>
                    <a:pt x="4404360" y="1326118"/>
                  </a:lnTo>
                  <a:cubicBezTo>
                    <a:pt x="4574858" y="1424226"/>
                    <a:pt x="4679633" y="1606153"/>
                    <a:pt x="4679633" y="1802368"/>
                  </a:cubicBezTo>
                  <a:lnTo>
                    <a:pt x="4679633" y="3722608"/>
                  </a:lnTo>
                  <a:cubicBezTo>
                    <a:pt x="4679633" y="3918823"/>
                    <a:pt x="4574858" y="4100751"/>
                    <a:pt x="4404360" y="4198858"/>
                  </a:cubicBezTo>
                  <a:lnTo>
                    <a:pt x="2741295" y="5158026"/>
                  </a:lnTo>
                  <a:cubicBezTo>
                    <a:pt x="2570798" y="5256134"/>
                    <a:pt x="2361248" y="5256134"/>
                    <a:pt x="2191703" y="5158026"/>
                  </a:cubicBezTo>
                  <a:lnTo>
                    <a:pt x="528638" y="4197906"/>
                  </a:lnTo>
                  <a:cubicBezTo>
                    <a:pt x="358140" y="4099798"/>
                    <a:pt x="253365" y="3917871"/>
                    <a:pt x="253365" y="3721656"/>
                  </a:cubicBezTo>
                  <a:lnTo>
                    <a:pt x="253365" y="1802368"/>
                  </a:lnTo>
                  <a:cubicBezTo>
                    <a:pt x="253365" y="1606153"/>
                    <a:pt x="358140" y="1424226"/>
                    <a:pt x="528638" y="132611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/>
            </a:p>
          </p:txBody>
        </p:sp>
        <p:grpSp>
          <p:nvGrpSpPr>
            <p:cNvPr id="24" name="Graphic 2">
              <a:extLst>
                <a:ext uri="{FF2B5EF4-FFF2-40B4-BE49-F238E27FC236}">
                  <a16:creationId xmlns:a16="http://schemas.microsoft.com/office/drawing/2014/main" id="{95094021-5E68-4E84-8D83-38D068ADD703}"/>
                </a:ext>
              </a:extLst>
            </p:cNvPr>
            <p:cNvGrpSpPr/>
            <p:nvPr/>
          </p:nvGrpSpPr>
          <p:grpSpPr>
            <a:xfrm>
              <a:off x="-763462" y="2686050"/>
              <a:ext cx="850279" cy="295275"/>
              <a:chOff x="-763462" y="2686050"/>
              <a:chExt cx="850279" cy="295275"/>
            </a:xfrm>
            <a:solidFill>
              <a:srgbClr val="FFFFFF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68F7F4C-31DE-4AEA-B072-C7ECBE59CC34}"/>
                  </a:ext>
                </a:extLst>
              </p:cNvPr>
              <p:cNvSpPr/>
              <p:nvPr/>
            </p:nvSpPr>
            <p:spPr>
              <a:xfrm>
                <a:off x="-763462" y="2686050"/>
                <a:ext cx="233371" cy="295275"/>
              </a:xfrm>
              <a:custGeom>
                <a:avLst/>
                <a:gdLst>
                  <a:gd name="connsiteX0" fmla="*/ 221941 w 233371"/>
                  <a:gd name="connsiteY0" fmla="*/ 51435 h 295275"/>
                  <a:gd name="connsiteX1" fmla="*/ 139074 w 233371"/>
                  <a:gd name="connsiteY1" fmla="*/ 34290 h 295275"/>
                  <a:gd name="connsiteX2" fmla="*/ 44776 w 233371"/>
                  <a:gd name="connsiteY2" fmla="*/ 153353 h 295275"/>
                  <a:gd name="connsiteX3" fmla="*/ 112404 w 233371"/>
                  <a:gd name="connsiteY3" fmla="*/ 260985 h 295275"/>
                  <a:gd name="connsiteX4" fmla="*/ 198129 w 233371"/>
                  <a:gd name="connsiteY4" fmla="*/ 246697 h 295275"/>
                  <a:gd name="connsiteX5" fmla="*/ 203844 w 233371"/>
                  <a:gd name="connsiteY5" fmla="*/ 278130 h 295275"/>
                  <a:gd name="connsiteX6" fmla="*/ 102879 w 233371"/>
                  <a:gd name="connsiteY6" fmla="*/ 295275 h 295275"/>
                  <a:gd name="connsiteX7" fmla="*/ 1914 w 233371"/>
                  <a:gd name="connsiteY7" fmla="*/ 153353 h 295275"/>
                  <a:gd name="connsiteX8" fmla="*/ 144789 w 233371"/>
                  <a:gd name="connsiteY8" fmla="*/ 0 h 295275"/>
                  <a:gd name="connsiteX9" fmla="*/ 233372 w 233371"/>
                  <a:gd name="connsiteY9" fmla="*/ 20003 h 295275"/>
                  <a:gd name="connsiteX10" fmla="*/ 221941 w 233371"/>
                  <a:gd name="connsiteY10" fmla="*/ 51435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3371" h="295275">
                    <a:moveTo>
                      <a:pt x="221941" y="51435"/>
                    </a:moveTo>
                    <a:cubicBezTo>
                      <a:pt x="202891" y="42863"/>
                      <a:pt x="170507" y="34290"/>
                      <a:pt x="139074" y="34290"/>
                    </a:cubicBezTo>
                    <a:cubicBezTo>
                      <a:pt x="74304" y="34290"/>
                      <a:pt x="51444" y="80010"/>
                      <a:pt x="44776" y="153353"/>
                    </a:cubicBezTo>
                    <a:cubicBezTo>
                      <a:pt x="38109" y="218122"/>
                      <a:pt x="44776" y="260985"/>
                      <a:pt x="112404" y="260985"/>
                    </a:cubicBezTo>
                    <a:cubicBezTo>
                      <a:pt x="140979" y="260985"/>
                      <a:pt x="175269" y="255270"/>
                      <a:pt x="198129" y="246697"/>
                    </a:cubicBezTo>
                    <a:lnTo>
                      <a:pt x="203844" y="278130"/>
                    </a:lnTo>
                    <a:cubicBezTo>
                      <a:pt x="180032" y="289560"/>
                      <a:pt x="139074" y="295275"/>
                      <a:pt x="102879" y="295275"/>
                    </a:cubicBezTo>
                    <a:cubicBezTo>
                      <a:pt x="23822" y="295275"/>
                      <a:pt x="-8563" y="252413"/>
                      <a:pt x="1914" y="153353"/>
                    </a:cubicBezTo>
                    <a:cubicBezTo>
                      <a:pt x="12391" y="54292"/>
                      <a:pt x="48587" y="0"/>
                      <a:pt x="144789" y="0"/>
                    </a:cubicBezTo>
                    <a:cubicBezTo>
                      <a:pt x="173364" y="0"/>
                      <a:pt x="212416" y="5715"/>
                      <a:pt x="233372" y="20003"/>
                    </a:cubicBezTo>
                    <a:lnTo>
                      <a:pt x="221941" y="5143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38E12A2-98B0-4858-A270-3CC2E3D840A6}"/>
                  </a:ext>
                </a:extLst>
              </p:cNvPr>
              <p:cNvSpPr/>
              <p:nvPr/>
            </p:nvSpPr>
            <p:spPr>
              <a:xfrm>
                <a:off x="-483316" y="2686050"/>
                <a:ext cx="254114" cy="295275"/>
              </a:xfrm>
              <a:custGeom>
                <a:avLst/>
                <a:gdLst>
                  <a:gd name="connsiteX0" fmla="*/ 148489 w 254114"/>
                  <a:gd name="connsiteY0" fmla="*/ 0 h 295275"/>
                  <a:gd name="connsiteX1" fmla="*/ 252311 w 254114"/>
                  <a:gd name="connsiteY1" fmla="*/ 141922 h 295275"/>
                  <a:gd name="connsiteX2" fmla="*/ 105626 w 254114"/>
                  <a:gd name="connsiteY2" fmla="*/ 295275 h 295275"/>
                  <a:gd name="connsiteX3" fmla="*/ 1804 w 254114"/>
                  <a:gd name="connsiteY3" fmla="*/ 153353 h 295275"/>
                  <a:gd name="connsiteX4" fmla="*/ 148489 w 254114"/>
                  <a:gd name="connsiteY4" fmla="*/ 0 h 295275"/>
                  <a:gd name="connsiteX5" fmla="*/ 112293 w 254114"/>
                  <a:gd name="connsiteY5" fmla="*/ 263842 h 295275"/>
                  <a:gd name="connsiteX6" fmla="*/ 213259 w 254114"/>
                  <a:gd name="connsiteY6" fmla="*/ 141922 h 295275"/>
                  <a:gd name="connsiteX7" fmla="*/ 142774 w 254114"/>
                  <a:gd name="connsiteY7" fmla="*/ 31433 h 295275"/>
                  <a:gd name="connsiteX8" fmla="*/ 42761 w 254114"/>
                  <a:gd name="connsiteY8" fmla="*/ 153353 h 295275"/>
                  <a:gd name="connsiteX9" fmla="*/ 112293 w 254114"/>
                  <a:gd name="connsiteY9" fmla="*/ 263842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14" h="295275">
                    <a:moveTo>
                      <a:pt x="148489" y="0"/>
                    </a:moveTo>
                    <a:cubicBezTo>
                      <a:pt x="227546" y="0"/>
                      <a:pt x="262789" y="42863"/>
                      <a:pt x="252311" y="141922"/>
                    </a:cubicBezTo>
                    <a:cubicBezTo>
                      <a:pt x="241834" y="240983"/>
                      <a:pt x="201829" y="295275"/>
                      <a:pt x="105626" y="295275"/>
                    </a:cubicBezTo>
                    <a:cubicBezTo>
                      <a:pt x="26568" y="295275"/>
                      <a:pt x="-8674" y="252413"/>
                      <a:pt x="1804" y="153353"/>
                    </a:cubicBezTo>
                    <a:cubicBezTo>
                      <a:pt x="13234" y="54292"/>
                      <a:pt x="52286" y="0"/>
                      <a:pt x="148489" y="0"/>
                    </a:cubicBezTo>
                    <a:close/>
                    <a:moveTo>
                      <a:pt x="112293" y="263842"/>
                    </a:moveTo>
                    <a:cubicBezTo>
                      <a:pt x="179921" y="263842"/>
                      <a:pt x="204686" y="215265"/>
                      <a:pt x="213259" y="141922"/>
                    </a:cubicBezTo>
                    <a:cubicBezTo>
                      <a:pt x="219926" y="77153"/>
                      <a:pt x="210401" y="31433"/>
                      <a:pt x="142774" y="31433"/>
                    </a:cubicBezTo>
                    <a:cubicBezTo>
                      <a:pt x="75146" y="31433"/>
                      <a:pt x="50381" y="80010"/>
                      <a:pt x="42761" y="153353"/>
                    </a:cubicBezTo>
                    <a:cubicBezTo>
                      <a:pt x="35141" y="218122"/>
                      <a:pt x="44666" y="263842"/>
                      <a:pt x="112293" y="2638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F382159-3D28-428D-9EDD-E5021243F799}"/>
                  </a:ext>
                </a:extLst>
              </p:cNvPr>
              <p:cNvSpPr/>
              <p:nvPr/>
            </p:nvSpPr>
            <p:spPr>
              <a:xfrm>
                <a:off x="-158615" y="2686050"/>
                <a:ext cx="245432" cy="288607"/>
              </a:xfrm>
              <a:custGeom>
                <a:avLst/>
                <a:gdLst>
                  <a:gd name="connsiteX0" fmla="*/ 228600 w 245432"/>
                  <a:gd name="connsiteY0" fmla="*/ 288607 h 288607"/>
                  <a:gd name="connsiteX1" fmla="*/ 188595 w 245432"/>
                  <a:gd name="connsiteY1" fmla="*/ 288607 h 288607"/>
                  <a:gd name="connsiteX2" fmla="*/ 201930 w 245432"/>
                  <a:gd name="connsiteY2" fmla="*/ 138113 h 288607"/>
                  <a:gd name="connsiteX3" fmla="*/ 159067 w 245432"/>
                  <a:gd name="connsiteY3" fmla="*/ 33338 h 288607"/>
                  <a:gd name="connsiteX4" fmla="*/ 51435 w 245432"/>
                  <a:gd name="connsiteY4" fmla="*/ 186690 h 288607"/>
                  <a:gd name="connsiteX5" fmla="*/ 40005 w 245432"/>
                  <a:gd name="connsiteY5" fmla="*/ 288607 h 288607"/>
                  <a:gd name="connsiteX6" fmla="*/ 0 w 245432"/>
                  <a:gd name="connsiteY6" fmla="*/ 288607 h 288607"/>
                  <a:gd name="connsiteX7" fmla="*/ 29528 w 245432"/>
                  <a:gd name="connsiteY7" fmla="*/ 5715 h 288607"/>
                  <a:gd name="connsiteX8" fmla="*/ 69532 w 245432"/>
                  <a:gd name="connsiteY8" fmla="*/ 5715 h 288607"/>
                  <a:gd name="connsiteX9" fmla="*/ 60960 w 245432"/>
                  <a:gd name="connsiteY9" fmla="*/ 73342 h 288607"/>
                  <a:gd name="connsiteX10" fmla="*/ 63817 w 245432"/>
                  <a:gd name="connsiteY10" fmla="*/ 73342 h 288607"/>
                  <a:gd name="connsiteX11" fmla="*/ 170497 w 245432"/>
                  <a:gd name="connsiteY11" fmla="*/ 0 h 288607"/>
                  <a:gd name="connsiteX12" fmla="*/ 243840 w 245432"/>
                  <a:gd name="connsiteY12" fmla="*/ 124778 h 288607"/>
                  <a:gd name="connsiteX13" fmla="*/ 228600 w 245432"/>
                  <a:gd name="connsiteY13" fmla="*/ 288607 h 288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432" h="288607">
                    <a:moveTo>
                      <a:pt x="228600" y="288607"/>
                    </a:moveTo>
                    <a:lnTo>
                      <a:pt x="188595" y="288607"/>
                    </a:lnTo>
                    <a:lnTo>
                      <a:pt x="201930" y="138113"/>
                    </a:lnTo>
                    <a:cubicBezTo>
                      <a:pt x="206692" y="86678"/>
                      <a:pt x="210503" y="33338"/>
                      <a:pt x="159067" y="33338"/>
                    </a:cubicBezTo>
                    <a:cubicBezTo>
                      <a:pt x="113347" y="33338"/>
                      <a:pt x="61913" y="97155"/>
                      <a:pt x="51435" y="186690"/>
                    </a:cubicBezTo>
                    <a:lnTo>
                      <a:pt x="40005" y="288607"/>
                    </a:lnTo>
                    <a:lnTo>
                      <a:pt x="0" y="288607"/>
                    </a:lnTo>
                    <a:lnTo>
                      <a:pt x="29528" y="5715"/>
                    </a:lnTo>
                    <a:lnTo>
                      <a:pt x="69532" y="5715"/>
                    </a:lnTo>
                    <a:lnTo>
                      <a:pt x="60960" y="73342"/>
                    </a:lnTo>
                    <a:lnTo>
                      <a:pt x="63817" y="73342"/>
                    </a:lnTo>
                    <a:cubicBezTo>
                      <a:pt x="82867" y="39053"/>
                      <a:pt x="120015" y="0"/>
                      <a:pt x="170497" y="0"/>
                    </a:cubicBezTo>
                    <a:cubicBezTo>
                      <a:pt x="238125" y="0"/>
                      <a:pt x="250507" y="51435"/>
                      <a:pt x="243840" y="124778"/>
                    </a:cubicBezTo>
                    <a:lnTo>
                      <a:pt x="228600" y="2886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/>
              </a:p>
            </p:txBody>
          </p:sp>
        </p:grpSp>
      </p:grpSp>
      <p:sp>
        <p:nvSpPr>
          <p:cNvPr id="70" name="Slide Number">
            <a:extLst>
              <a:ext uri="{FF2B5EF4-FFF2-40B4-BE49-F238E27FC236}">
                <a16:creationId xmlns:a16="http://schemas.microsoft.com/office/drawing/2014/main" id="{9DFAE70C-485E-448D-9B98-551D7D8DD999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s-CO" sz="9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‹Nº›</a:t>
            </a:fld>
            <a:endParaRPr lang="es-CO" sz="90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749E596-7DC1-42B7-938E-DCB134156DC4}"/>
              </a:ext>
            </a:extLst>
          </p:cNvPr>
          <p:cNvSpPr/>
          <p:nvPr userDrawn="1"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CO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CE737A4-A1C5-47CC-8A17-992E097B346B}"/>
              </a:ext>
            </a:extLst>
          </p:cNvPr>
          <p:cNvGrpSpPr/>
          <p:nvPr userDrawn="1"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41BE4E7F-AEBA-4997-A424-D031FBD6FE7B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F12FA57-F52F-4DC1-8FE2-464961526D00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61EF6C7-1A27-4ACC-B6BB-517C46811D38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77FA5E2-59BE-40E9-8EAE-47EEEED9EB4E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EE0DB0-990C-48E0-B3BF-700425D1369A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C6CBE80-9529-4BB5-9603-51C4F37946AE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2956CD8-0691-452F-90B1-CA25974771BD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6FBAF80-74A0-4D3C-ADCF-164700E1A2B2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366F9E3-E836-4481-B81B-8857952141B8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DD32610-1E45-4101-AC50-23209103A520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AF48411-7C2A-40FC-A5E2-615C5FBC310D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D956C3C-BF33-4E2C-9BA7-1859EAB979C9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C5D82FF-26AD-4A6A-8F36-394CE967D02C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9DCD96D-AAC2-45C8-BC71-BA4919CAB304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2F04EB5-3BA2-4B0D-814B-712D5366EBF8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DB30B2E-D41E-4EE9-B8EE-B9237AF3C97F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90F2CF2-DE02-4B2A-A5BE-6E5CE9B01954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2581B14-9463-4850-BEB4-2FDD14BF2FF6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9838B91-B423-4E5F-8E6F-BC057654773D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4996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465297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s-CO" sz="8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Fuente: …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CFD9582-5848-4964-9100-6FB941488E35}"/>
              </a:ext>
            </a:extLst>
          </p:cNvPr>
          <p:cNvGrpSpPr/>
          <p:nvPr userDrawn="1"/>
        </p:nvGrpSpPr>
        <p:grpSpPr>
          <a:xfrm>
            <a:off x="2386375" y="2628901"/>
            <a:ext cx="7419250" cy="1600199"/>
            <a:chOff x="2386375" y="2628901"/>
            <a:chExt cx="7419250" cy="160019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5F08A8-DC35-40EB-9FF7-EEBF9FBF96F0}"/>
                </a:ext>
              </a:extLst>
            </p:cNvPr>
            <p:cNvSpPr/>
            <p:nvPr/>
          </p:nvSpPr>
          <p:spPr>
            <a:xfrm>
              <a:off x="8633384" y="3163426"/>
              <a:ext cx="1172241" cy="1065674"/>
            </a:xfrm>
            <a:custGeom>
              <a:avLst/>
              <a:gdLst>
                <a:gd name="connsiteX0" fmla="*/ 0 w 827722"/>
                <a:gd name="connsiteY0" fmla="*/ 0 h 752475"/>
                <a:gd name="connsiteX1" fmla="*/ 827723 w 827722"/>
                <a:gd name="connsiteY1" fmla="*/ 0 h 752475"/>
                <a:gd name="connsiteX2" fmla="*/ 827723 w 827722"/>
                <a:gd name="connsiteY2" fmla="*/ 752475 h 752475"/>
                <a:gd name="connsiteX3" fmla="*/ 0 w 827722"/>
                <a:gd name="connsiteY3" fmla="*/ 752475 h 75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722" h="752475">
                  <a:moveTo>
                    <a:pt x="0" y="0"/>
                  </a:moveTo>
                  <a:lnTo>
                    <a:pt x="827723" y="0"/>
                  </a:lnTo>
                  <a:lnTo>
                    <a:pt x="827723" y="752475"/>
                  </a:lnTo>
                  <a:lnTo>
                    <a:pt x="0" y="752475"/>
                  </a:lnTo>
                  <a:close/>
                </a:path>
              </a:pathLst>
            </a:custGeom>
            <a:solidFill>
              <a:srgbClr val="003B7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F3772C-D1A1-4D19-8765-43B8DAB14042}"/>
                </a:ext>
              </a:extLst>
            </p:cNvPr>
            <p:cNvSpPr/>
            <p:nvPr/>
          </p:nvSpPr>
          <p:spPr>
            <a:xfrm>
              <a:off x="8633384" y="2896333"/>
              <a:ext cx="1172241" cy="265743"/>
            </a:xfrm>
            <a:custGeom>
              <a:avLst/>
              <a:gdLst>
                <a:gd name="connsiteX0" fmla="*/ 0 w 827722"/>
                <a:gd name="connsiteY0" fmla="*/ 0 h 187642"/>
                <a:gd name="connsiteX1" fmla="*/ 827723 w 827722"/>
                <a:gd name="connsiteY1" fmla="*/ 0 h 187642"/>
                <a:gd name="connsiteX2" fmla="*/ 827723 w 827722"/>
                <a:gd name="connsiteY2" fmla="*/ 187643 h 187642"/>
                <a:gd name="connsiteX3" fmla="*/ 0 w 827722"/>
                <a:gd name="connsiteY3" fmla="*/ 187643 h 187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7722" h="187642">
                  <a:moveTo>
                    <a:pt x="0" y="0"/>
                  </a:moveTo>
                  <a:lnTo>
                    <a:pt x="827723" y="0"/>
                  </a:lnTo>
                  <a:lnTo>
                    <a:pt x="827723" y="187643"/>
                  </a:lnTo>
                  <a:lnTo>
                    <a:pt x="0" y="18764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2F124A-8970-4914-93B7-BADF9BD94477}"/>
                </a:ext>
              </a:extLst>
            </p:cNvPr>
            <p:cNvSpPr/>
            <p:nvPr/>
          </p:nvSpPr>
          <p:spPr>
            <a:xfrm>
              <a:off x="6002922" y="3759664"/>
              <a:ext cx="214483" cy="348029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A6F6380-7BD6-4B1F-9F5D-66CD03852251}"/>
                </a:ext>
              </a:extLst>
            </p:cNvPr>
            <p:cNvSpPr/>
            <p:nvPr/>
          </p:nvSpPr>
          <p:spPr>
            <a:xfrm>
              <a:off x="6265969" y="3844647"/>
              <a:ext cx="210437" cy="264395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58B9C5D-6841-42EB-9717-C578A643B3BF}"/>
                </a:ext>
              </a:extLst>
            </p:cNvPr>
            <p:cNvSpPr/>
            <p:nvPr/>
          </p:nvSpPr>
          <p:spPr>
            <a:xfrm>
              <a:off x="6518223" y="3804178"/>
              <a:ext cx="237415" cy="424920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D0D688-E3C7-4756-A002-BD761E6B8E7B}"/>
                </a:ext>
              </a:extLst>
            </p:cNvPr>
            <p:cNvSpPr/>
            <p:nvPr/>
          </p:nvSpPr>
          <p:spPr>
            <a:xfrm>
              <a:off x="6798805" y="3851393"/>
              <a:ext cx="202343" cy="258999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8161539-9334-49E7-91B7-4652FA1CC04C}"/>
                </a:ext>
              </a:extLst>
            </p:cNvPr>
            <p:cNvSpPr/>
            <p:nvPr/>
          </p:nvSpPr>
          <p:spPr>
            <a:xfrm>
              <a:off x="7086132" y="3845997"/>
              <a:ext cx="118708" cy="257650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157949-AFBC-4370-BBEE-02D5FC2A2681}"/>
                </a:ext>
              </a:extLst>
            </p:cNvPr>
            <p:cNvSpPr/>
            <p:nvPr/>
          </p:nvSpPr>
          <p:spPr>
            <a:xfrm>
              <a:off x="7239914" y="3845997"/>
              <a:ext cx="222577" cy="263045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D635628-7366-4D65-8914-7394BC970069}"/>
                </a:ext>
              </a:extLst>
            </p:cNvPr>
            <p:cNvSpPr/>
            <p:nvPr/>
          </p:nvSpPr>
          <p:spPr>
            <a:xfrm>
              <a:off x="7509705" y="3843297"/>
              <a:ext cx="174014" cy="263045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74924C-841A-4855-B7FF-CB5B051137D0}"/>
                </a:ext>
              </a:extLst>
            </p:cNvPr>
            <p:cNvSpPr/>
            <p:nvPr/>
          </p:nvSpPr>
          <p:spPr>
            <a:xfrm>
              <a:off x="3736678" y="2893635"/>
              <a:ext cx="618495" cy="687967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255BB3-08D5-4891-AB86-AD7FFA32FF59}"/>
                </a:ext>
              </a:extLst>
            </p:cNvPr>
            <p:cNvSpPr/>
            <p:nvPr/>
          </p:nvSpPr>
          <p:spPr>
            <a:xfrm>
              <a:off x="4396316" y="3104072"/>
              <a:ext cx="472134" cy="480228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B0BF60A-02D6-41A2-AFD5-CD9353896D82}"/>
                </a:ext>
              </a:extLst>
            </p:cNvPr>
            <p:cNvSpPr/>
            <p:nvPr/>
          </p:nvSpPr>
          <p:spPr>
            <a:xfrm>
              <a:off x="4890035" y="2901728"/>
              <a:ext cx="211785" cy="678524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F860CE3-FBD0-4029-8106-45237831EE37}"/>
                </a:ext>
              </a:extLst>
            </p:cNvPr>
            <p:cNvSpPr/>
            <p:nvPr/>
          </p:nvSpPr>
          <p:spPr>
            <a:xfrm>
              <a:off x="5163872" y="3104072"/>
              <a:ext cx="800101" cy="474831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758CEB-FB51-443C-A8EA-5B210C40BABE}"/>
                </a:ext>
              </a:extLst>
            </p:cNvPr>
            <p:cNvSpPr/>
            <p:nvPr/>
          </p:nvSpPr>
          <p:spPr>
            <a:xfrm>
              <a:off x="6004272" y="3102722"/>
              <a:ext cx="438949" cy="480228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6B9EF18-A3F0-497A-9DA4-402ED772FD80}"/>
                </a:ext>
              </a:extLst>
            </p:cNvPr>
            <p:cNvSpPr/>
            <p:nvPr/>
          </p:nvSpPr>
          <p:spPr>
            <a:xfrm>
              <a:off x="6485848" y="3104072"/>
              <a:ext cx="515447" cy="474831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3D32DE-39CB-4C39-9AE8-1D79A4687887}"/>
                </a:ext>
              </a:extLst>
            </p:cNvPr>
            <p:cNvSpPr/>
            <p:nvPr/>
          </p:nvSpPr>
          <p:spPr>
            <a:xfrm>
              <a:off x="7042967" y="3104072"/>
              <a:ext cx="478878" cy="482924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2410D6-300C-497A-96C5-0E85D513E954}"/>
                </a:ext>
              </a:extLst>
            </p:cNvPr>
            <p:cNvSpPr/>
            <p:nvPr/>
          </p:nvSpPr>
          <p:spPr>
            <a:xfrm>
              <a:off x="2386375" y="2628901"/>
              <a:ext cx="1081862" cy="122552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26E65B-AAA7-41A9-A39E-73B9AAADDA04}"/>
                </a:ext>
              </a:extLst>
            </p:cNvPr>
            <p:cNvSpPr/>
            <p:nvPr/>
          </p:nvSpPr>
          <p:spPr>
            <a:xfrm>
              <a:off x="2479458" y="2795166"/>
              <a:ext cx="894345" cy="894346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FD85FD1-5F4B-4E10-A6FF-0E08BF5077D6}"/>
                </a:ext>
              </a:extLst>
            </p:cNvPr>
            <p:cNvSpPr/>
            <p:nvPr/>
          </p:nvSpPr>
          <p:spPr>
            <a:xfrm>
              <a:off x="2619743" y="2971873"/>
              <a:ext cx="616472" cy="539582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9CD70FF-70CF-4F19-8F33-47FE18852D92}"/>
                </a:ext>
              </a:extLst>
            </p:cNvPr>
            <p:cNvSpPr/>
            <p:nvPr/>
          </p:nvSpPr>
          <p:spPr>
            <a:xfrm>
              <a:off x="2791060" y="308855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6A2C38-61BB-4783-852D-07870D1AB9CC}"/>
                </a:ext>
              </a:extLst>
            </p:cNvPr>
            <p:cNvSpPr/>
            <p:nvPr/>
          </p:nvSpPr>
          <p:spPr>
            <a:xfrm>
              <a:off x="2791060" y="3088558"/>
              <a:ext cx="271139" cy="307560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30" name="Graphic 8">
              <a:extLst>
                <a:ext uri="{FF2B5EF4-FFF2-40B4-BE49-F238E27FC236}">
                  <a16:creationId xmlns:a16="http://schemas.microsoft.com/office/drawing/2014/main" id="{F804E3D8-FBD7-4BD4-992D-499131AB3A84}"/>
                </a:ext>
              </a:extLst>
            </p:cNvPr>
            <p:cNvGrpSpPr/>
            <p:nvPr/>
          </p:nvGrpSpPr>
          <p:grpSpPr>
            <a:xfrm>
              <a:off x="8762884" y="2969177"/>
              <a:ext cx="913242" cy="121406"/>
              <a:chOff x="4620270" y="10947481"/>
              <a:chExt cx="644842" cy="85725"/>
            </a:xfrm>
            <a:solidFill>
              <a:srgbClr val="FFFFFF"/>
            </a:solidFill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1DAEA5-D107-49C4-ABE1-D3E847DA4FFA}"/>
                  </a:ext>
                </a:extLst>
              </p:cNvPr>
              <p:cNvSpPr/>
              <p:nvPr/>
            </p:nvSpPr>
            <p:spPr>
              <a:xfrm>
                <a:off x="4620270" y="10947481"/>
                <a:ext cx="36909" cy="84772"/>
              </a:xfrm>
              <a:custGeom>
                <a:avLst/>
                <a:gdLst>
                  <a:gd name="connsiteX0" fmla="*/ 36195 w 36909"/>
                  <a:gd name="connsiteY0" fmla="*/ 0 h 84772"/>
                  <a:gd name="connsiteX1" fmla="*/ 31433 w 36909"/>
                  <a:gd name="connsiteY1" fmla="*/ 0 h 84772"/>
                  <a:gd name="connsiteX2" fmla="*/ 30480 w 36909"/>
                  <a:gd name="connsiteY2" fmla="*/ 953 h 84772"/>
                  <a:gd name="connsiteX3" fmla="*/ 30480 w 36909"/>
                  <a:gd name="connsiteY3" fmla="*/ 63817 h 84772"/>
                  <a:gd name="connsiteX4" fmla="*/ 29528 w 36909"/>
                  <a:gd name="connsiteY4" fmla="*/ 69532 h 84772"/>
                  <a:gd name="connsiteX5" fmla="*/ 27623 w 36909"/>
                  <a:gd name="connsiteY5" fmla="*/ 74295 h 84772"/>
                  <a:gd name="connsiteX6" fmla="*/ 23813 w 36909"/>
                  <a:gd name="connsiteY6" fmla="*/ 77153 h 84772"/>
                  <a:gd name="connsiteX7" fmla="*/ 19050 w 36909"/>
                  <a:gd name="connsiteY7" fmla="*/ 78105 h 84772"/>
                  <a:gd name="connsiteX8" fmla="*/ 14288 w 36909"/>
                  <a:gd name="connsiteY8" fmla="*/ 77153 h 84772"/>
                  <a:gd name="connsiteX9" fmla="*/ 10478 w 36909"/>
                  <a:gd name="connsiteY9" fmla="*/ 74295 h 84772"/>
                  <a:gd name="connsiteX10" fmla="*/ 8573 w 36909"/>
                  <a:gd name="connsiteY10" fmla="*/ 69532 h 84772"/>
                  <a:gd name="connsiteX11" fmla="*/ 7620 w 36909"/>
                  <a:gd name="connsiteY11" fmla="*/ 63817 h 84772"/>
                  <a:gd name="connsiteX12" fmla="*/ 7620 w 36909"/>
                  <a:gd name="connsiteY12" fmla="*/ 953 h 84772"/>
                  <a:gd name="connsiteX13" fmla="*/ 6668 w 36909"/>
                  <a:gd name="connsiteY13" fmla="*/ 0 h 84772"/>
                  <a:gd name="connsiteX14" fmla="*/ 953 w 36909"/>
                  <a:gd name="connsiteY14" fmla="*/ 0 h 84772"/>
                  <a:gd name="connsiteX15" fmla="*/ 0 w 36909"/>
                  <a:gd name="connsiteY15" fmla="*/ 953 h 84772"/>
                  <a:gd name="connsiteX16" fmla="*/ 0 w 36909"/>
                  <a:gd name="connsiteY16" fmla="*/ 62865 h 84772"/>
                  <a:gd name="connsiteX17" fmla="*/ 953 w 36909"/>
                  <a:gd name="connsiteY17" fmla="*/ 71438 h 84772"/>
                  <a:gd name="connsiteX18" fmla="*/ 3810 w 36909"/>
                  <a:gd name="connsiteY18" fmla="*/ 78105 h 84772"/>
                  <a:gd name="connsiteX19" fmla="*/ 9525 w 36909"/>
                  <a:gd name="connsiteY19" fmla="*/ 82867 h 84772"/>
                  <a:gd name="connsiteX20" fmla="*/ 18098 w 36909"/>
                  <a:gd name="connsiteY20" fmla="*/ 84772 h 84772"/>
                  <a:gd name="connsiteX21" fmla="*/ 26670 w 36909"/>
                  <a:gd name="connsiteY21" fmla="*/ 82867 h 84772"/>
                  <a:gd name="connsiteX22" fmla="*/ 32385 w 36909"/>
                  <a:gd name="connsiteY22" fmla="*/ 78105 h 84772"/>
                  <a:gd name="connsiteX23" fmla="*/ 35243 w 36909"/>
                  <a:gd name="connsiteY23" fmla="*/ 71438 h 84772"/>
                  <a:gd name="connsiteX24" fmla="*/ 36195 w 36909"/>
                  <a:gd name="connsiteY24" fmla="*/ 62865 h 84772"/>
                  <a:gd name="connsiteX25" fmla="*/ 36195 w 36909"/>
                  <a:gd name="connsiteY25" fmla="*/ 953 h 84772"/>
                  <a:gd name="connsiteX26" fmla="*/ 36195 w 36909"/>
                  <a:gd name="connsiteY26" fmla="*/ 0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6909" h="84772">
                    <a:moveTo>
                      <a:pt x="36195" y="0"/>
                    </a:moveTo>
                    <a:lnTo>
                      <a:pt x="31433" y="0"/>
                    </a:lnTo>
                    <a:cubicBezTo>
                      <a:pt x="30480" y="0"/>
                      <a:pt x="30480" y="953"/>
                      <a:pt x="30480" y="953"/>
                    </a:cubicBezTo>
                    <a:lnTo>
                      <a:pt x="30480" y="63817"/>
                    </a:lnTo>
                    <a:cubicBezTo>
                      <a:pt x="30480" y="65722"/>
                      <a:pt x="30480" y="67628"/>
                      <a:pt x="29528" y="69532"/>
                    </a:cubicBezTo>
                    <a:cubicBezTo>
                      <a:pt x="29528" y="71438"/>
                      <a:pt x="28575" y="72390"/>
                      <a:pt x="27623" y="74295"/>
                    </a:cubicBezTo>
                    <a:cubicBezTo>
                      <a:pt x="26670" y="75247"/>
                      <a:pt x="25718" y="76200"/>
                      <a:pt x="23813" y="77153"/>
                    </a:cubicBezTo>
                    <a:cubicBezTo>
                      <a:pt x="22860" y="78105"/>
                      <a:pt x="20955" y="78105"/>
                      <a:pt x="19050" y="78105"/>
                    </a:cubicBezTo>
                    <a:cubicBezTo>
                      <a:pt x="17145" y="78105"/>
                      <a:pt x="15240" y="78105"/>
                      <a:pt x="14288" y="77153"/>
                    </a:cubicBezTo>
                    <a:cubicBezTo>
                      <a:pt x="13335" y="76200"/>
                      <a:pt x="11430" y="75247"/>
                      <a:pt x="10478" y="74295"/>
                    </a:cubicBezTo>
                    <a:cubicBezTo>
                      <a:pt x="9525" y="73342"/>
                      <a:pt x="8573" y="71438"/>
                      <a:pt x="8573" y="69532"/>
                    </a:cubicBezTo>
                    <a:cubicBezTo>
                      <a:pt x="8573" y="67628"/>
                      <a:pt x="7620" y="65722"/>
                      <a:pt x="7620" y="63817"/>
                    </a:cubicBezTo>
                    <a:lnTo>
                      <a:pt x="7620" y="953"/>
                    </a:lnTo>
                    <a:cubicBezTo>
                      <a:pt x="7620" y="0"/>
                      <a:pt x="6668" y="0"/>
                      <a:pt x="6668" y="0"/>
                    </a:cubicBez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62865"/>
                    </a:lnTo>
                    <a:cubicBezTo>
                      <a:pt x="0" y="65722"/>
                      <a:pt x="0" y="68580"/>
                      <a:pt x="953" y="71438"/>
                    </a:cubicBezTo>
                    <a:cubicBezTo>
                      <a:pt x="1905" y="74295"/>
                      <a:pt x="2858" y="76200"/>
                      <a:pt x="3810" y="78105"/>
                    </a:cubicBezTo>
                    <a:cubicBezTo>
                      <a:pt x="5715" y="80010"/>
                      <a:pt x="7620" y="81915"/>
                      <a:pt x="9525" y="82867"/>
                    </a:cubicBezTo>
                    <a:cubicBezTo>
                      <a:pt x="12383" y="83820"/>
                      <a:pt x="15240" y="84772"/>
                      <a:pt x="18098" y="84772"/>
                    </a:cubicBezTo>
                    <a:cubicBezTo>
                      <a:pt x="20955" y="84772"/>
                      <a:pt x="23813" y="83820"/>
                      <a:pt x="26670" y="82867"/>
                    </a:cubicBezTo>
                    <a:cubicBezTo>
                      <a:pt x="29528" y="81915"/>
                      <a:pt x="31433" y="80010"/>
                      <a:pt x="32385" y="78105"/>
                    </a:cubicBezTo>
                    <a:cubicBezTo>
                      <a:pt x="34290" y="76200"/>
                      <a:pt x="35243" y="73342"/>
                      <a:pt x="35243" y="71438"/>
                    </a:cubicBezTo>
                    <a:cubicBezTo>
                      <a:pt x="36195" y="68580"/>
                      <a:pt x="36195" y="65722"/>
                      <a:pt x="36195" y="62865"/>
                    </a:cubicBezTo>
                    <a:lnTo>
                      <a:pt x="36195" y="953"/>
                    </a:lnTo>
                    <a:cubicBezTo>
                      <a:pt x="37148" y="953"/>
                      <a:pt x="37148" y="0"/>
                      <a:pt x="361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0CCB47-2095-4710-AC5F-6960D786FD58}"/>
                  </a:ext>
                </a:extLst>
              </p:cNvPr>
              <p:cNvSpPr/>
              <p:nvPr/>
            </p:nvSpPr>
            <p:spPr>
              <a:xfrm>
                <a:off x="4670753" y="10947481"/>
                <a:ext cx="38100" cy="83819"/>
              </a:xfrm>
              <a:custGeom>
                <a:avLst/>
                <a:gdLst>
                  <a:gd name="connsiteX0" fmla="*/ 36195 w 38100"/>
                  <a:gd name="connsiteY0" fmla="*/ 0 h 83819"/>
                  <a:gd name="connsiteX1" fmla="*/ 31432 w 38100"/>
                  <a:gd name="connsiteY1" fmla="*/ 0 h 83819"/>
                  <a:gd name="connsiteX2" fmla="*/ 30480 w 38100"/>
                  <a:gd name="connsiteY2" fmla="*/ 953 h 83819"/>
                  <a:gd name="connsiteX3" fmla="*/ 30480 w 38100"/>
                  <a:gd name="connsiteY3" fmla="*/ 63817 h 83819"/>
                  <a:gd name="connsiteX4" fmla="*/ 8572 w 38100"/>
                  <a:gd name="connsiteY4" fmla="*/ 953 h 83819"/>
                  <a:gd name="connsiteX5" fmla="*/ 7620 w 38100"/>
                  <a:gd name="connsiteY5" fmla="*/ 0 h 83819"/>
                  <a:gd name="connsiteX6" fmla="*/ 952 w 38100"/>
                  <a:gd name="connsiteY6" fmla="*/ 0 h 83819"/>
                  <a:gd name="connsiteX7" fmla="*/ 0 w 38100"/>
                  <a:gd name="connsiteY7" fmla="*/ 953 h 83819"/>
                  <a:gd name="connsiteX8" fmla="*/ 0 w 38100"/>
                  <a:gd name="connsiteY8" fmla="*/ 82867 h 83819"/>
                  <a:gd name="connsiteX9" fmla="*/ 952 w 38100"/>
                  <a:gd name="connsiteY9" fmla="*/ 83820 h 83819"/>
                  <a:gd name="connsiteX10" fmla="*/ 5715 w 38100"/>
                  <a:gd name="connsiteY10" fmla="*/ 83820 h 83819"/>
                  <a:gd name="connsiteX11" fmla="*/ 6667 w 38100"/>
                  <a:gd name="connsiteY11" fmla="*/ 82867 h 83819"/>
                  <a:gd name="connsiteX12" fmla="*/ 6667 w 38100"/>
                  <a:gd name="connsiteY12" fmla="*/ 16192 h 83819"/>
                  <a:gd name="connsiteX13" fmla="*/ 30480 w 38100"/>
                  <a:gd name="connsiteY13" fmla="*/ 82867 h 83819"/>
                  <a:gd name="connsiteX14" fmla="*/ 31432 w 38100"/>
                  <a:gd name="connsiteY14" fmla="*/ 83820 h 83819"/>
                  <a:gd name="connsiteX15" fmla="*/ 37147 w 38100"/>
                  <a:gd name="connsiteY15" fmla="*/ 83820 h 83819"/>
                  <a:gd name="connsiteX16" fmla="*/ 38100 w 38100"/>
                  <a:gd name="connsiteY16" fmla="*/ 82867 h 83819"/>
                  <a:gd name="connsiteX17" fmla="*/ 38100 w 38100"/>
                  <a:gd name="connsiteY17" fmla="*/ 953 h 83819"/>
                  <a:gd name="connsiteX18" fmla="*/ 36195 w 38100"/>
                  <a:gd name="connsiteY18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8100" h="83819">
                    <a:moveTo>
                      <a:pt x="36195" y="0"/>
                    </a:moveTo>
                    <a:lnTo>
                      <a:pt x="31432" y="0"/>
                    </a:lnTo>
                    <a:cubicBezTo>
                      <a:pt x="30480" y="0"/>
                      <a:pt x="30480" y="953"/>
                      <a:pt x="30480" y="953"/>
                    </a:cubicBezTo>
                    <a:lnTo>
                      <a:pt x="30480" y="63817"/>
                    </a:lnTo>
                    <a:lnTo>
                      <a:pt x="8572" y="953"/>
                    </a:lnTo>
                    <a:cubicBezTo>
                      <a:pt x="8572" y="0"/>
                      <a:pt x="7620" y="0"/>
                      <a:pt x="7620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5715" y="83820"/>
                    </a:lnTo>
                    <a:cubicBezTo>
                      <a:pt x="6667" y="83820"/>
                      <a:pt x="6667" y="82867"/>
                      <a:pt x="6667" y="82867"/>
                    </a:cubicBezTo>
                    <a:lnTo>
                      <a:pt x="6667" y="16192"/>
                    </a:lnTo>
                    <a:lnTo>
                      <a:pt x="30480" y="82867"/>
                    </a:lnTo>
                    <a:cubicBezTo>
                      <a:pt x="30480" y="83820"/>
                      <a:pt x="31432" y="83820"/>
                      <a:pt x="31432" y="83820"/>
                    </a:cubicBezTo>
                    <a:lnTo>
                      <a:pt x="37147" y="83820"/>
                    </a:lnTo>
                    <a:cubicBezTo>
                      <a:pt x="38100" y="83820"/>
                      <a:pt x="38100" y="82867"/>
                      <a:pt x="38100" y="82867"/>
                    </a:cubicBezTo>
                    <a:lnTo>
                      <a:pt x="38100" y="953"/>
                    </a:lnTo>
                    <a:cubicBezTo>
                      <a:pt x="38100" y="953"/>
                      <a:pt x="37147" y="0"/>
                      <a:pt x="361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DD927EC-5A36-4225-8B3D-D032948648F4}"/>
                  </a:ext>
                </a:extLst>
              </p:cNvPr>
              <p:cNvSpPr/>
              <p:nvPr/>
            </p:nvSpPr>
            <p:spPr>
              <a:xfrm>
                <a:off x="4719330" y="10947481"/>
                <a:ext cx="45719" cy="84772"/>
              </a:xfrm>
              <a:custGeom>
                <a:avLst/>
                <a:gdLst>
                  <a:gd name="connsiteX0" fmla="*/ 26670 w 45719"/>
                  <a:gd name="connsiteY0" fmla="*/ 0 h 84772"/>
                  <a:gd name="connsiteX1" fmla="*/ 19050 w 45719"/>
                  <a:gd name="connsiteY1" fmla="*/ 0 h 84772"/>
                  <a:gd name="connsiteX2" fmla="*/ 18098 w 45719"/>
                  <a:gd name="connsiteY2" fmla="*/ 953 h 84772"/>
                  <a:gd name="connsiteX3" fmla="*/ 0 w 45719"/>
                  <a:gd name="connsiteY3" fmla="*/ 83820 h 84772"/>
                  <a:gd name="connsiteX4" fmla="*/ 0 w 45719"/>
                  <a:gd name="connsiteY4" fmla="*/ 84772 h 84772"/>
                  <a:gd name="connsiteX5" fmla="*/ 952 w 45719"/>
                  <a:gd name="connsiteY5" fmla="*/ 84772 h 84772"/>
                  <a:gd name="connsiteX6" fmla="*/ 5715 w 45719"/>
                  <a:gd name="connsiteY6" fmla="*/ 84772 h 84772"/>
                  <a:gd name="connsiteX7" fmla="*/ 6668 w 45719"/>
                  <a:gd name="connsiteY7" fmla="*/ 83820 h 84772"/>
                  <a:gd name="connsiteX8" fmla="*/ 10477 w 45719"/>
                  <a:gd name="connsiteY8" fmla="*/ 66675 h 84772"/>
                  <a:gd name="connsiteX9" fmla="*/ 34290 w 45719"/>
                  <a:gd name="connsiteY9" fmla="*/ 66675 h 84772"/>
                  <a:gd name="connsiteX10" fmla="*/ 38100 w 45719"/>
                  <a:gd name="connsiteY10" fmla="*/ 83820 h 84772"/>
                  <a:gd name="connsiteX11" fmla="*/ 39052 w 45719"/>
                  <a:gd name="connsiteY11" fmla="*/ 84772 h 84772"/>
                  <a:gd name="connsiteX12" fmla="*/ 44768 w 45719"/>
                  <a:gd name="connsiteY12" fmla="*/ 84772 h 84772"/>
                  <a:gd name="connsiteX13" fmla="*/ 45720 w 45719"/>
                  <a:gd name="connsiteY13" fmla="*/ 84772 h 84772"/>
                  <a:gd name="connsiteX14" fmla="*/ 45720 w 45719"/>
                  <a:gd name="connsiteY14" fmla="*/ 83820 h 84772"/>
                  <a:gd name="connsiteX15" fmla="*/ 27623 w 45719"/>
                  <a:gd name="connsiteY15" fmla="*/ 953 h 84772"/>
                  <a:gd name="connsiteX16" fmla="*/ 26670 w 45719"/>
                  <a:gd name="connsiteY16" fmla="*/ 0 h 84772"/>
                  <a:gd name="connsiteX17" fmla="*/ 33338 w 45719"/>
                  <a:gd name="connsiteY17" fmla="*/ 60007 h 84772"/>
                  <a:gd name="connsiteX18" fmla="*/ 12382 w 45719"/>
                  <a:gd name="connsiteY18" fmla="*/ 60007 h 84772"/>
                  <a:gd name="connsiteX19" fmla="*/ 22860 w 45719"/>
                  <a:gd name="connsiteY19" fmla="*/ 13335 h 84772"/>
                  <a:gd name="connsiteX20" fmla="*/ 33338 w 45719"/>
                  <a:gd name="connsiteY20" fmla="*/ 60007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719" h="84772">
                    <a:moveTo>
                      <a:pt x="26670" y="0"/>
                    </a:moveTo>
                    <a:lnTo>
                      <a:pt x="19050" y="0"/>
                    </a:lnTo>
                    <a:cubicBezTo>
                      <a:pt x="18098" y="0"/>
                      <a:pt x="18098" y="0"/>
                      <a:pt x="18098" y="953"/>
                    </a:cubicBezTo>
                    <a:lnTo>
                      <a:pt x="0" y="83820"/>
                    </a:lnTo>
                    <a:cubicBezTo>
                      <a:pt x="0" y="83820"/>
                      <a:pt x="0" y="84772"/>
                      <a:pt x="0" y="84772"/>
                    </a:cubicBezTo>
                    <a:cubicBezTo>
                      <a:pt x="0" y="84772"/>
                      <a:pt x="952" y="84772"/>
                      <a:pt x="952" y="84772"/>
                    </a:cubicBezTo>
                    <a:lnTo>
                      <a:pt x="5715" y="84772"/>
                    </a:lnTo>
                    <a:cubicBezTo>
                      <a:pt x="6668" y="84772"/>
                      <a:pt x="6668" y="84772"/>
                      <a:pt x="6668" y="83820"/>
                    </a:cubicBezTo>
                    <a:lnTo>
                      <a:pt x="10477" y="66675"/>
                    </a:lnTo>
                    <a:lnTo>
                      <a:pt x="34290" y="66675"/>
                    </a:lnTo>
                    <a:lnTo>
                      <a:pt x="38100" y="83820"/>
                    </a:lnTo>
                    <a:cubicBezTo>
                      <a:pt x="38100" y="84772"/>
                      <a:pt x="39052" y="84772"/>
                      <a:pt x="39052" y="84772"/>
                    </a:cubicBezTo>
                    <a:lnTo>
                      <a:pt x="44768" y="84772"/>
                    </a:lnTo>
                    <a:cubicBezTo>
                      <a:pt x="44768" y="84772"/>
                      <a:pt x="45720" y="84772"/>
                      <a:pt x="45720" y="84772"/>
                    </a:cubicBezTo>
                    <a:cubicBezTo>
                      <a:pt x="45720" y="84772"/>
                      <a:pt x="45720" y="83820"/>
                      <a:pt x="45720" y="83820"/>
                    </a:cubicBezTo>
                    <a:lnTo>
                      <a:pt x="27623" y="953"/>
                    </a:lnTo>
                    <a:cubicBezTo>
                      <a:pt x="27623" y="953"/>
                      <a:pt x="27623" y="0"/>
                      <a:pt x="26670" y="0"/>
                    </a:cubicBezTo>
                    <a:close/>
                    <a:moveTo>
                      <a:pt x="33338" y="60007"/>
                    </a:moveTo>
                    <a:lnTo>
                      <a:pt x="12382" y="60007"/>
                    </a:lnTo>
                    <a:lnTo>
                      <a:pt x="22860" y="13335"/>
                    </a:lnTo>
                    <a:lnTo>
                      <a:pt x="33338" y="600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75B1FC1-E587-4EC3-8D38-3BAC3939F26A}"/>
                  </a:ext>
                </a:extLst>
              </p:cNvPr>
              <p:cNvSpPr/>
              <p:nvPr/>
            </p:nvSpPr>
            <p:spPr>
              <a:xfrm>
                <a:off x="4799340" y="10947481"/>
                <a:ext cx="34289" cy="83819"/>
              </a:xfrm>
              <a:custGeom>
                <a:avLst/>
                <a:gdLst>
                  <a:gd name="connsiteX0" fmla="*/ 33338 w 34289"/>
                  <a:gd name="connsiteY0" fmla="*/ 0 h 83819"/>
                  <a:gd name="connsiteX1" fmla="*/ 952 w 34289"/>
                  <a:gd name="connsiteY1" fmla="*/ 0 h 83819"/>
                  <a:gd name="connsiteX2" fmla="*/ 0 w 34289"/>
                  <a:gd name="connsiteY2" fmla="*/ 953 h 83819"/>
                  <a:gd name="connsiteX3" fmla="*/ 0 w 34289"/>
                  <a:gd name="connsiteY3" fmla="*/ 82867 h 83819"/>
                  <a:gd name="connsiteX4" fmla="*/ 952 w 34289"/>
                  <a:gd name="connsiteY4" fmla="*/ 83820 h 83819"/>
                  <a:gd name="connsiteX5" fmla="*/ 33338 w 34289"/>
                  <a:gd name="connsiteY5" fmla="*/ 83820 h 83819"/>
                  <a:gd name="connsiteX6" fmla="*/ 34290 w 34289"/>
                  <a:gd name="connsiteY6" fmla="*/ 82867 h 83819"/>
                  <a:gd name="connsiteX7" fmla="*/ 34290 w 34289"/>
                  <a:gd name="connsiteY7" fmla="*/ 78105 h 83819"/>
                  <a:gd name="connsiteX8" fmla="*/ 33338 w 34289"/>
                  <a:gd name="connsiteY8" fmla="*/ 77153 h 83819"/>
                  <a:gd name="connsiteX9" fmla="*/ 7620 w 34289"/>
                  <a:gd name="connsiteY9" fmla="*/ 77153 h 83819"/>
                  <a:gd name="connsiteX10" fmla="*/ 7620 w 34289"/>
                  <a:gd name="connsiteY10" fmla="*/ 44767 h 83819"/>
                  <a:gd name="connsiteX11" fmla="*/ 28575 w 34289"/>
                  <a:gd name="connsiteY11" fmla="*/ 44767 h 83819"/>
                  <a:gd name="connsiteX12" fmla="*/ 29527 w 34289"/>
                  <a:gd name="connsiteY12" fmla="*/ 43815 h 83819"/>
                  <a:gd name="connsiteX13" fmla="*/ 29527 w 34289"/>
                  <a:gd name="connsiteY13" fmla="*/ 39053 h 83819"/>
                  <a:gd name="connsiteX14" fmla="*/ 28575 w 34289"/>
                  <a:gd name="connsiteY14" fmla="*/ 38100 h 83819"/>
                  <a:gd name="connsiteX15" fmla="*/ 7620 w 34289"/>
                  <a:gd name="connsiteY15" fmla="*/ 38100 h 83819"/>
                  <a:gd name="connsiteX16" fmla="*/ 7620 w 34289"/>
                  <a:gd name="connsiteY16" fmla="*/ 7620 h 83819"/>
                  <a:gd name="connsiteX17" fmla="*/ 33338 w 34289"/>
                  <a:gd name="connsiteY17" fmla="*/ 7620 h 83819"/>
                  <a:gd name="connsiteX18" fmla="*/ 34290 w 34289"/>
                  <a:gd name="connsiteY18" fmla="*/ 6667 h 83819"/>
                  <a:gd name="connsiteX19" fmla="*/ 34290 w 34289"/>
                  <a:gd name="connsiteY19" fmla="*/ 1905 h 83819"/>
                  <a:gd name="connsiteX20" fmla="*/ 33338 w 34289"/>
                  <a:gd name="connsiteY20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89" h="83819">
                    <a:moveTo>
                      <a:pt x="33338" y="0"/>
                    </a:move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3"/>
                      <a:pt x="33338" y="77153"/>
                      <a:pt x="33338" y="77153"/>
                    </a:cubicBezTo>
                    <a:lnTo>
                      <a:pt x="7620" y="77153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7" y="44767"/>
                      <a:pt x="29527" y="43815"/>
                      <a:pt x="29527" y="43815"/>
                    </a:cubicBezTo>
                    <a:lnTo>
                      <a:pt x="29527" y="39053"/>
                    </a:lnTo>
                    <a:cubicBezTo>
                      <a:pt x="29527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ubicBezTo>
                      <a:pt x="34290" y="7620"/>
                      <a:pt x="34290" y="6667"/>
                      <a:pt x="34290" y="6667"/>
                    </a:cubicBezTo>
                    <a:lnTo>
                      <a:pt x="34290" y="1905"/>
                    </a:lnTo>
                    <a:cubicBezTo>
                      <a:pt x="34290" y="953"/>
                      <a:pt x="34290" y="0"/>
                      <a:pt x="33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86381024-F993-4351-82E9-4F4D7A0450F9}"/>
                  </a:ext>
                </a:extLst>
              </p:cNvPr>
              <p:cNvSpPr/>
              <p:nvPr/>
            </p:nvSpPr>
            <p:spPr>
              <a:xfrm>
                <a:off x="4846012" y="10947481"/>
                <a:ext cx="51435" cy="83819"/>
              </a:xfrm>
              <a:custGeom>
                <a:avLst/>
                <a:gdLst>
                  <a:gd name="connsiteX0" fmla="*/ 50482 w 51435"/>
                  <a:gd name="connsiteY0" fmla="*/ 0 h 83819"/>
                  <a:gd name="connsiteX1" fmla="*/ 42863 w 51435"/>
                  <a:gd name="connsiteY1" fmla="*/ 0 h 83819"/>
                  <a:gd name="connsiteX2" fmla="*/ 41910 w 51435"/>
                  <a:gd name="connsiteY2" fmla="*/ 953 h 83819"/>
                  <a:gd name="connsiteX3" fmla="*/ 25718 w 51435"/>
                  <a:gd name="connsiteY3" fmla="*/ 68580 h 83819"/>
                  <a:gd name="connsiteX4" fmla="*/ 9525 w 51435"/>
                  <a:gd name="connsiteY4" fmla="*/ 953 h 83819"/>
                  <a:gd name="connsiteX5" fmla="*/ 8573 w 51435"/>
                  <a:gd name="connsiteY5" fmla="*/ 0 h 83819"/>
                  <a:gd name="connsiteX6" fmla="*/ 953 w 51435"/>
                  <a:gd name="connsiteY6" fmla="*/ 0 h 83819"/>
                  <a:gd name="connsiteX7" fmla="*/ 0 w 51435"/>
                  <a:gd name="connsiteY7" fmla="*/ 953 h 83819"/>
                  <a:gd name="connsiteX8" fmla="*/ 0 w 51435"/>
                  <a:gd name="connsiteY8" fmla="*/ 82867 h 83819"/>
                  <a:gd name="connsiteX9" fmla="*/ 953 w 51435"/>
                  <a:gd name="connsiteY9" fmla="*/ 83820 h 83819"/>
                  <a:gd name="connsiteX10" fmla="*/ 5715 w 51435"/>
                  <a:gd name="connsiteY10" fmla="*/ 83820 h 83819"/>
                  <a:gd name="connsiteX11" fmla="*/ 6668 w 51435"/>
                  <a:gd name="connsiteY11" fmla="*/ 82867 h 83819"/>
                  <a:gd name="connsiteX12" fmla="*/ 6668 w 51435"/>
                  <a:gd name="connsiteY12" fmla="*/ 20003 h 83819"/>
                  <a:gd name="connsiteX13" fmla="*/ 21907 w 51435"/>
                  <a:gd name="connsiteY13" fmla="*/ 82867 h 83819"/>
                  <a:gd name="connsiteX14" fmla="*/ 22860 w 51435"/>
                  <a:gd name="connsiteY14" fmla="*/ 83820 h 83819"/>
                  <a:gd name="connsiteX15" fmla="*/ 28575 w 51435"/>
                  <a:gd name="connsiteY15" fmla="*/ 83820 h 83819"/>
                  <a:gd name="connsiteX16" fmla="*/ 29528 w 51435"/>
                  <a:gd name="connsiteY16" fmla="*/ 82867 h 83819"/>
                  <a:gd name="connsiteX17" fmla="*/ 44768 w 51435"/>
                  <a:gd name="connsiteY17" fmla="*/ 20003 h 83819"/>
                  <a:gd name="connsiteX18" fmla="*/ 44768 w 51435"/>
                  <a:gd name="connsiteY18" fmla="*/ 82867 h 83819"/>
                  <a:gd name="connsiteX19" fmla="*/ 45720 w 51435"/>
                  <a:gd name="connsiteY19" fmla="*/ 83820 h 83819"/>
                  <a:gd name="connsiteX20" fmla="*/ 50482 w 51435"/>
                  <a:gd name="connsiteY20" fmla="*/ 83820 h 83819"/>
                  <a:gd name="connsiteX21" fmla="*/ 51435 w 51435"/>
                  <a:gd name="connsiteY21" fmla="*/ 82867 h 83819"/>
                  <a:gd name="connsiteX22" fmla="*/ 51435 w 51435"/>
                  <a:gd name="connsiteY22" fmla="*/ 953 h 83819"/>
                  <a:gd name="connsiteX23" fmla="*/ 50482 w 51435"/>
                  <a:gd name="connsiteY23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1435" h="83819">
                    <a:moveTo>
                      <a:pt x="50482" y="0"/>
                    </a:moveTo>
                    <a:lnTo>
                      <a:pt x="42863" y="0"/>
                    </a:lnTo>
                    <a:cubicBezTo>
                      <a:pt x="41910" y="0"/>
                      <a:pt x="41910" y="0"/>
                      <a:pt x="41910" y="953"/>
                    </a:cubicBezTo>
                    <a:lnTo>
                      <a:pt x="25718" y="68580"/>
                    </a:lnTo>
                    <a:lnTo>
                      <a:pt x="9525" y="953"/>
                    </a:lnTo>
                    <a:cubicBezTo>
                      <a:pt x="9525" y="0"/>
                      <a:pt x="8573" y="0"/>
                      <a:pt x="8573" y="0"/>
                    </a:cubicBez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3" y="83820"/>
                      <a:pt x="953" y="83820"/>
                    </a:cubicBezTo>
                    <a:lnTo>
                      <a:pt x="5715" y="83820"/>
                    </a:lnTo>
                    <a:cubicBezTo>
                      <a:pt x="6668" y="83820"/>
                      <a:pt x="6668" y="82867"/>
                      <a:pt x="6668" y="82867"/>
                    </a:cubicBezTo>
                    <a:lnTo>
                      <a:pt x="6668" y="20003"/>
                    </a:lnTo>
                    <a:lnTo>
                      <a:pt x="21907" y="82867"/>
                    </a:lnTo>
                    <a:cubicBezTo>
                      <a:pt x="21907" y="83820"/>
                      <a:pt x="22860" y="83820"/>
                      <a:pt x="22860" y="83820"/>
                    </a:cubicBezTo>
                    <a:lnTo>
                      <a:pt x="28575" y="83820"/>
                    </a:lnTo>
                    <a:cubicBezTo>
                      <a:pt x="29528" y="83820"/>
                      <a:pt x="29528" y="83820"/>
                      <a:pt x="29528" y="82867"/>
                    </a:cubicBezTo>
                    <a:lnTo>
                      <a:pt x="44768" y="20003"/>
                    </a:lnTo>
                    <a:lnTo>
                      <a:pt x="44768" y="82867"/>
                    </a:lnTo>
                    <a:cubicBezTo>
                      <a:pt x="44768" y="83820"/>
                      <a:pt x="45720" y="83820"/>
                      <a:pt x="45720" y="83820"/>
                    </a:cubicBezTo>
                    <a:lnTo>
                      <a:pt x="50482" y="83820"/>
                    </a:lnTo>
                    <a:cubicBezTo>
                      <a:pt x="51435" y="83820"/>
                      <a:pt x="51435" y="82867"/>
                      <a:pt x="51435" y="82867"/>
                    </a:cubicBezTo>
                    <a:lnTo>
                      <a:pt x="51435" y="953"/>
                    </a:lnTo>
                    <a:cubicBezTo>
                      <a:pt x="51435" y="953"/>
                      <a:pt x="51435" y="0"/>
                      <a:pt x="504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30E1A24-BA85-448C-A4F2-5202E97931E4}"/>
                  </a:ext>
                </a:extLst>
              </p:cNvPr>
              <p:cNvSpPr/>
              <p:nvPr/>
            </p:nvSpPr>
            <p:spPr>
              <a:xfrm>
                <a:off x="4909830" y="10947481"/>
                <a:ext cx="36194" cy="83819"/>
              </a:xfrm>
              <a:custGeom>
                <a:avLst/>
                <a:gdLst>
                  <a:gd name="connsiteX0" fmla="*/ 18098 w 36194"/>
                  <a:gd name="connsiteY0" fmla="*/ 0 h 83819"/>
                  <a:gd name="connsiteX1" fmla="*/ 952 w 36194"/>
                  <a:gd name="connsiteY1" fmla="*/ 0 h 83819"/>
                  <a:gd name="connsiteX2" fmla="*/ 0 w 36194"/>
                  <a:gd name="connsiteY2" fmla="*/ 953 h 83819"/>
                  <a:gd name="connsiteX3" fmla="*/ 0 w 36194"/>
                  <a:gd name="connsiteY3" fmla="*/ 82867 h 83819"/>
                  <a:gd name="connsiteX4" fmla="*/ 952 w 36194"/>
                  <a:gd name="connsiteY4" fmla="*/ 83820 h 83819"/>
                  <a:gd name="connsiteX5" fmla="*/ 6668 w 36194"/>
                  <a:gd name="connsiteY5" fmla="*/ 83820 h 83819"/>
                  <a:gd name="connsiteX6" fmla="*/ 7620 w 36194"/>
                  <a:gd name="connsiteY6" fmla="*/ 82867 h 83819"/>
                  <a:gd name="connsiteX7" fmla="*/ 7620 w 36194"/>
                  <a:gd name="connsiteY7" fmla="*/ 51435 h 83819"/>
                  <a:gd name="connsiteX8" fmla="*/ 16193 w 36194"/>
                  <a:gd name="connsiteY8" fmla="*/ 51435 h 83819"/>
                  <a:gd name="connsiteX9" fmla="*/ 31432 w 36194"/>
                  <a:gd name="connsiteY9" fmla="*/ 46672 h 83819"/>
                  <a:gd name="connsiteX10" fmla="*/ 36195 w 36194"/>
                  <a:gd name="connsiteY10" fmla="*/ 31432 h 83819"/>
                  <a:gd name="connsiteX11" fmla="*/ 36195 w 36194"/>
                  <a:gd name="connsiteY11" fmla="*/ 22860 h 83819"/>
                  <a:gd name="connsiteX12" fmla="*/ 31432 w 36194"/>
                  <a:gd name="connsiteY12" fmla="*/ 7620 h 83819"/>
                  <a:gd name="connsiteX13" fmla="*/ 18098 w 36194"/>
                  <a:gd name="connsiteY13" fmla="*/ 0 h 83819"/>
                  <a:gd name="connsiteX14" fmla="*/ 16193 w 36194"/>
                  <a:gd name="connsiteY14" fmla="*/ 43815 h 83819"/>
                  <a:gd name="connsiteX15" fmla="*/ 7620 w 36194"/>
                  <a:gd name="connsiteY15" fmla="*/ 43815 h 83819"/>
                  <a:gd name="connsiteX16" fmla="*/ 7620 w 36194"/>
                  <a:gd name="connsiteY16" fmla="*/ 7620 h 83819"/>
                  <a:gd name="connsiteX17" fmla="*/ 18098 w 36194"/>
                  <a:gd name="connsiteY17" fmla="*/ 7620 h 83819"/>
                  <a:gd name="connsiteX18" fmla="*/ 26670 w 36194"/>
                  <a:gd name="connsiteY18" fmla="*/ 11430 h 83819"/>
                  <a:gd name="connsiteX19" fmla="*/ 29527 w 36194"/>
                  <a:gd name="connsiteY19" fmla="*/ 21907 h 83819"/>
                  <a:gd name="connsiteX20" fmla="*/ 29527 w 36194"/>
                  <a:gd name="connsiteY20" fmla="*/ 31432 h 83819"/>
                  <a:gd name="connsiteX21" fmla="*/ 26670 w 36194"/>
                  <a:gd name="connsiteY21" fmla="*/ 41910 h 83819"/>
                  <a:gd name="connsiteX22" fmla="*/ 16193 w 36194"/>
                  <a:gd name="connsiteY22" fmla="*/ 43815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194" h="83819">
                    <a:moveTo>
                      <a:pt x="18098" y="0"/>
                    </a:move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6668" y="83820"/>
                    </a:lnTo>
                    <a:cubicBezTo>
                      <a:pt x="7620" y="83820"/>
                      <a:pt x="7620" y="82867"/>
                      <a:pt x="7620" y="82867"/>
                    </a:cubicBezTo>
                    <a:lnTo>
                      <a:pt x="7620" y="51435"/>
                    </a:lnTo>
                    <a:lnTo>
                      <a:pt x="16193" y="51435"/>
                    </a:lnTo>
                    <a:cubicBezTo>
                      <a:pt x="22860" y="51435"/>
                      <a:pt x="28575" y="49530"/>
                      <a:pt x="31432" y="46672"/>
                    </a:cubicBezTo>
                    <a:cubicBezTo>
                      <a:pt x="34290" y="42863"/>
                      <a:pt x="36195" y="38100"/>
                      <a:pt x="36195" y="31432"/>
                    </a:cubicBezTo>
                    <a:lnTo>
                      <a:pt x="36195" y="22860"/>
                    </a:lnTo>
                    <a:cubicBezTo>
                      <a:pt x="36195" y="16192"/>
                      <a:pt x="34290" y="11430"/>
                      <a:pt x="31432" y="7620"/>
                    </a:cubicBezTo>
                    <a:cubicBezTo>
                      <a:pt x="29527" y="2857"/>
                      <a:pt x="24765" y="0"/>
                      <a:pt x="18098" y="0"/>
                    </a:cubicBezTo>
                    <a:close/>
                    <a:moveTo>
                      <a:pt x="16193" y="43815"/>
                    </a:moveTo>
                    <a:lnTo>
                      <a:pt x="7620" y="43815"/>
                    </a:lnTo>
                    <a:lnTo>
                      <a:pt x="7620" y="7620"/>
                    </a:lnTo>
                    <a:lnTo>
                      <a:pt x="18098" y="7620"/>
                    </a:lnTo>
                    <a:cubicBezTo>
                      <a:pt x="21907" y="7620"/>
                      <a:pt x="24765" y="8572"/>
                      <a:pt x="26670" y="11430"/>
                    </a:cubicBezTo>
                    <a:cubicBezTo>
                      <a:pt x="28575" y="14288"/>
                      <a:pt x="29527" y="17145"/>
                      <a:pt x="29527" y="21907"/>
                    </a:cubicBezTo>
                    <a:lnTo>
                      <a:pt x="29527" y="31432"/>
                    </a:lnTo>
                    <a:cubicBezTo>
                      <a:pt x="29527" y="36195"/>
                      <a:pt x="28575" y="39053"/>
                      <a:pt x="26670" y="41910"/>
                    </a:cubicBezTo>
                    <a:cubicBezTo>
                      <a:pt x="23813" y="42863"/>
                      <a:pt x="20955" y="43815"/>
                      <a:pt x="16193" y="438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DA114BC-8B46-4CD7-B685-13CF45CE817C}"/>
                  </a:ext>
                </a:extLst>
              </p:cNvPr>
              <p:cNvSpPr/>
              <p:nvPr/>
            </p:nvSpPr>
            <p:spPr>
              <a:xfrm>
                <a:off x="4957455" y="10947481"/>
                <a:ext cx="39052" cy="85725"/>
              </a:xfrm>
              <a:custGeom>
                <a:avLst/>
                <a:gdLst>
                  <a:gd name="connsiteX0" fmla="*/ 37148 w 39052"/>
                  <a:gd name="connsiteY0" fmla="*/ 79057 h 85725"/>
                  <a:gd name="connsiteX1" fmla="*/ 37148 w 39052"/>
                  <a:gd name="connsiteY1" fmla="*/ 74295 h 85725"/>
                  <a:gd name="connsiteX2" fmla="*/ 37148 w 39052"/>
                  <a:gd name="connsiteY2" fmla="*/ 60960 h 85725"/>
                  <a:gd name="connsiteX3" fmla="*/ 34290 w 39052"/>
                  <a:gd name="connsiteY3" fmla="*/ 49530 h 85725"/>
                  <a:gd name="connsiteX4" fmla="*/ 27623 w 39052"/>
                  <a:gd name="connsiteY4" fmla="*/ 44767 h 85725"/>
                  <a:gd name="connsiteX5" fmla="*/ 37148 w 39052"/>
                  <a:gd name="connsiteY5" fmla="*/ 27622 h 85725"/>
                  <a:gd name="connsiteX6" fmla="*/ 37148 w 39052"/>
                  <a:gd name="connsiteY6" fmla="*/ 20003 h 85725"/>
                  <a:gd name="connsiteX7" fmla="*/ 32385 w 39052"/>
                  <a:gd name="connsiteY7" fmla="*/ 5715 h 85725"/>
                  <a:gd name="connsiteX8" fmla="*/ 18098 w 39052"/>
                  <a:gd name="connsiteY8" fmla="*/ 0 h 85725"/>
                  <a:gd name="connsiteX9" fmla="*/ 952 w 39052"/>
                  <a:gd name="connsiteY9" fmla="*/ 0 h 85725"/>
                  <a:gd name="connsiteX10" fmla="*/ 0 w 39052"/>
                  <a:gd name="connsiteY10" fmla="*/ 953 h 85725"/>
                  <a:gd name="connsiteX11" fmla="*/ 0 w 39052"/>
                  <a:gd name="connsiteY11" fmla="*/ 82867 h 85725"/>
                  <a:gd name="connsiteX12" fmla="*/ 952 w 39052"/>
                  <a:gd name="connsiteY12" fmla="*/ 83820 h 85725"/>
                  <a:gd name="connsiteX13" fmla="*/ 6668 w 39052"/>
                  <a:gd name="connsiteY13" fmla="*/ 83820 h 85725"/>
                  <a:gd name="connsiteX14" fmla="*/ 7620 w 39052"/>
                  <a:gd name="connsiteY14" fmla="*/ 82867 h 85725"/>
                  <a:gd name="connsiteX15" fmla="*/ 7620 w 39052"/>
                  <a:gd name="connsiteY15" fmla="*/ 47625 h 85725"/>
                  <a:gd name="connsiteX16" fmla="*/ 15240 w 39052"/>
                  <a:gd name="connsiteY16" fmla="*/ 47625 h 85725"/>
                  <a:gd name="connsiteX17" fmla="*/ 20955 w 39052"/>
                  <a:gd name="connsiteY17" fmla="*/ 48578 h 85725"/>
                  <a:gd name="connsiteX18" fmla="*/ 25718 w 39052"/>
                  <a:gd name="connsiteY18" fmla="*/ 50482 h 85725"/>
                  <a:gd name="connsiteX19" fmla="*/ 28575 w 39052"/>
                  <a:gd name="connsiteY19" fmla="*/ 54292 h 85725"/>
                  <a:gd name="connsiteX20" fmla="*/ 29527 w 39052"/>
                  <a:gd name="connsiteY20" fmla="*/ 60960 h 85725"/>
                  <a:gd name="connsiteX21" fmla="*/ 29527 w 39052"/>
                  <a:gd name="connsiteY21" fmla="*/ 74295 h 85725"/>
                  <a:gd name="connsiteX22" fmla="*/ 29527 w 39052"/>
                  <a:gd name="connsiteY22" fmla="*/ 80010 h 85725"/>
                  <a:gd name="connsiteX23" fmla="*/ 31432 w 39052"/>
                  <a:gd name="connsiteY23" fmla="*/ 84772 h 85725"/>
                  <a:gd name="connsiteX24" fmla="*/ 32385 w 39052"/>
                  <a:gd name="connsiteY24" fmla="*/ 85725 h 85725"/>
                  <a:gd name="connsiteX25" fmla="*/ 38100 w 39052"/>
                  <a:gd name="connsiteY25" fmla="*/ 85725 h 85725"/>
                  <a:gd name="connsiteX26" fmla="*/ 39052 w 39052"/>
                  <a:gd name="connsiteY26" fmla="*/ 84772 h 85725"/>
                  <a:gd name="connsiteX27" fmla="*/ 39052 w 39052"/>
                  <a:gd name="connsiteY27" fmla="*/ 83820 h 85725"/>
                  <a:gd name="connsiteX28" fmla="*/ 37148 w 39052"/>
                  <a:gd name="connsiteY28" fmla="*/ 79057 h 85725"/>
                  <a:gd name="connsiteX29" fmla="*/ 7620 w 39052"/>
                  <a:gd name="connsiteY29" fmla="*/ 7620 h 85725"/>
                  <a:gd name="connsiteX30" fmla="*/ 18098 w 39052"/>
                  <a:gd name="connsiteY30" fmla="*/ 7620 h 85725"/>
                  <a:gd name="connsiteX31" fmla="*/ 26670 w 39052"/>
                  <a:gd name="connsiteY31" fmla="*/ 10478 h 85725"/>
                  <a:gd name="connsiteX32" fmla="*/ 29527 w 39052"/>
                  <a:gd name="connsiteY32" fmla="*/ 20003 h 85725"/>
                  <a:gd name="connsiteX33" fmla="*/ 29527 w 39052"/>
                  <a:gd name="connsiteY33" fmla="*/ 27622 h 85725"/>
                  <a:gd name="connsiteX34" fmla="*/ 28575 w 39052"/>
                  <a:gd name="connsiteY34" fmla="*/ 34290 h 85725"/>
                  <a:gd name="connsiteX35" fmla="*/ 25718 w 39052"/>
                  <a:gd name="connsiteY35" fmla="*/ 38100 h 85725"/>
                  <a:gd name="connsiteX36" fmla="*/ 21907 w 39052"/>
                  <a:gd name="connsiteY36" fmla="*/ 40005 h 85725"/>
                  <a:gd name="connsiteX37" fmla="*/ 15240 w 39052"/>
                  <a:gd name="connsiteY37" fmla="*/ 40957 h 85725"/>
                  <a:gd name="connsiteX38" fmla="*/ 7620 w 39052"/>
                  <a:gd name="connsiteY38" fmla="*/ 40957 h 85725"/>
                  <a:gd name="connsiteX39" fmla="*/ 7620 w 39052"/>
                  <a:gd name="connsiteY39" fmla="*/ 762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9052" h="85725">
                    <a:moveTo>
                      <a:pt x="37148" y="79057"/>
                    </a:moveTo>
                    <a:cubicBezTo>
                      <a:pt x="37148" y="77153"/>
                      <a:pt x="37148" y="75247"/>
                      <a:pt x="37148" y="74295"/>
                    </a:cubicBezTo>
                    <a:lnTo>
                      <a:pt x="37148" y="60960"/>
                    </a:lnTo>
                    <a:cubicBezTo>
                      <a:pt x="37148" y="56197"/>
                      <a:pt x="36195" y="52388"/>
                      <a:pt x="34290" y="49530"/>
                    </a:cubicBezTo>
                    <a:cubicBezTo>
                      <a:pt x="32385" y="47625"/>
                      <a:pt x="30480" y="45720"/>
                      <a:pt x="27623" y="44767"/>
                    </a:cubicBezTo>
                    <a:cubicBezTo>
                      <a:pt x="33338" y="41910"/>
                      <a:pt x="37148" y="36195"/>
                      <a:pt x="37148" y="27622"/>
                    </a:cubicBezTo>
                    <a:lnTo>
                      <a:pt x="37148" y="20003"/>
                    </a:lnTo>
                    <a:cubicBezTo>
                      <a:pt x="37148" y="14288"/>
                      <a:pt x="35243" y="9525"/>
                      <a:pt x="32385" y="5715"/>
                    </a:cubicBezTo>
                    <a:cubicBezTo>
                      <a:pt x="29527" y="1905"/>
                      <a:pt x="24765" y="0"/>
                      <a:pt x="18098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6668" y="83820"/>
                    </a:lnTo>
                    <a:cubicBezTo>
                      <a:pt x="7620" y="83820"/>
                      <a:pt x="7620" y="82867"/>
                      <a:pt x="7620" y="82867"/>
                    </a:cubicBezTo>
                    <a:lnTo>
                      <a:pt x="7620" y="47625"/>
                    </a:lnTo>
                    <a:lnTo>
                      <a:pt x="15240" y="47625"/>
                    </a:lnTo>
                    <a:cubicBezTo>
                      <a:pt x="17145" y="47625"/>
                      <a:pt x="20002" y="47625"/>
                      <a:pt x="20955" y="48578"/>
                    </a:cubicBezTo>
                    <a:cubicBezTo>
                      <a:pt x="22860" y="48578"/>
                      <a:pt x="23813" y="49530"/>
                      <a:pt x="25718" y="50482"/>
                    </a:cubicBezTo>
                    <a:cubicBezTo>
                      <a:pt x="26670" y="51435"/>
                      <a:pt x="27623" y="52388"/>
                      <a:pt x="28575" y="54292"/>
                    </a:cubicBezTo>
                    <a:cubicBezTo>
                      <a:pt x="29527" y="56197"/>
                      <a:pt x="29527" y="58103"/>
                      <a:pt x="29527" y="60960"/>
                    </a:cubicBezTo>
                    <a:lnTo>
                      <a:pt x="29527" y="74295"/>
                    </a:lnTo>
                    <a:cubicBezTo>
                      <a:pt x="29527" y="76200"/>
                      <a:pt x="29527" y="79057"/>
                      <a:pt x="29527" y="80010"/>
                    </a:cubicBezTo>
                    <a:cubicBezTo>
                      <a:pt x="29527" y="81915"/>
                      <a:pt x="30480" y="82867"/>
                      <a:pt x="31432" y="84772"/>
                    </a:cubicBezTo>
                    <a:cubicBezTo>
                      <a:pt x="31432" y="84772"/>
                      <a:pt x="32385" y="85725"/>
                      <a:pt x="32385" y="85725"/>
                    </a:cubicBezTo>
                    <a:lnTo>
                      <a:pt x="38100" y="85725"/>
                    </a:lnTo>
                    <a:cubicBezTo>
                      <a:pt x="38100" y="85725"/>
                      <a:pt x="39052" y="85725"/>
                      <a:pt x="39052" y="84772"/>
                    </a:cubicBezTo>
                    <a:cubicBezTo>
                      <a:pt x="39052" y="84772"/>
                      <a:pt x="39052" y="83820"/>
                      <a:pt x="39052" y="83820"/>
                    </a:cubicBezTo>
                    <a:cubicBezTo>
                      <a:pt x="38100" y="81915"/>
                      <a:pt x="37148" y="80963"/>
                      <a:pt x="37148" y="79057"/>
                    </a:cubicBezTo>
                    <a:close/>
                    <a:moveTo>
                      <a:pt x="7620" y="7620"/>
                    </a:moveTo>
                    <a:lnTo>
                      <a:pt x="18098" y="7620"/>
                    </a:lnTo>
                    <a:cubicBezTo>
                      <a:pt x="21907" y="7620"/>
                      <a:pt x="24765" y="8572"/>
                      <a:pt x="26670" y="10478"/>
                    </a:cubicBezTo>
                    <a:cubicBezTo>
                      <a:pt x="28575" y="12382"/>
                      <a:pt x="29527" y="16192"/>
                      <a:pt x="29527" y="20003"/>
                    </a:cubicBezTo>
                    <a:lnTo>
                      <a:pt x="29527" y="27622"/>
                    </a:lnTo>
                    <a:cubicBezTo>
                      <a:pt x="29527" y="30480"/>
                      <a:pt x="29527" y="32385"/>
                      <a:pt x="28575" y="34290"/>
                    </a:cubicBezTo>
                    <a:cubicBezTo>
                      <a:pt x="27623" y="36195"/>
                      <a:pt x="26670" y="37147"/>
                      <a:pt x="25718" y="38100"/>
                    </a:cubicBezTo>
                    <a:cubicBezTo>
                      <a:pt x="24765" y="39053"/>
                      <a:pt x="22860" y="40005"/>
                      <a:pt x="21907" y="40005"/>
                    </a:cubicBezTo>
                    <a:cubicBezTo>
                      <a:pt x="20002" y="40005"/>
                      <a:pt x="18098" y="40957"/>
                      <a:pt x="15240" y="40957"/>
                    </a:cubicBezTo>
                    <a:lnTo>
                      <a:pt x="7620" y="40957"/>
                    </a:lnTo>
                    <a:lnTo>
                      <a:pt x="7620" y="7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F3DD901-CD94-44C1-98A0-9C59F0EBA6C3}"/>
                  </a:ext>
                </a:extLst>
              </p:cNvPr>
              <p:cNvSpPr/>
              <p:nvPr/>
            </p:nvSpPr>
            <p:spPr>
              <a:xfrm>
                <a:off x="5007937" y="10947481"/>
                <a:ext cx="34290" cy="83819"/>
              </a:xfrm>
              <a:custGeom>
                <a:avLst/>
                <a:gdLst>
                  <a:gd name="connsiteX0" fmla="*/ 33338 w 34290"/>
                  <a:gd name="connsiteY0" fmla="*/ 0 h 83819"/>
                  <a:gd name="connsiteX1" fmla="*/ 953 w 34290"/>
                  <a:gd name="connsiteY1" fmla="*/ 0 h 83819"/>
                  <a:gd name="connsiteX2" fmla="*/ 0 w 34290"/>
                  <a:gd name="connsiteY2" fmla="*/ 953 h 83819"/>
                  <a:gd name="connsiteX3" fmla="*/ 0 w 34290"/>
                  <a:gd name="connsiteY3" fmla="*/ 82867 h 83819"/>
                  <a:gd name="connsiteX4" fmla="*/ 953 w 34290"/>
                  <a:gd name="connsiteY4" fmla="*/ 83820 h 83819"/>
                  <a:gd name="connsiteX5" fmla="*/ 33338 w 34290"/>
                  <a:gd name="connsiteY5" fmla="*/ 83820 h 83819"/>
                  <a:gd name="connsiteX6" fmla="*/ 34290 w 34290"/>
                  <a:gd name="connsiteY6" fmla="*/ 82867 h 83819"/>
                  <a:gd name="connsiteX7" fmla="*/ 34290 w 34290"/>
                  <a:gd name="connsiteY7" fmla="*/ 78105 h 83819"/>
                  <a:gd name="connsiteX8" fmla="*/ 33338 w 34290"/>
                  <a:gd name="connsiteY8" fmla="*/ 77153 h 83819"/>
                  <a:gd name="connsiteX9" fmla="*/ 7620 w 34290"/>
                  <a:gd name="connsiteY9" fmla="*/ 77153 h 83819"/>
                  <a:gd name="connsiteX10" fmla="*/ 7620 w 34290"/>
                  <a:gd name="connsiteY10" fmla="*/ 44767 h 83819"/>
                  <a:gd name="connsiteX11" fmla="*/ 28575 w 34290"/>
                  <a:gd name="connsiteY11" fmla="*/ 44767 h 83819"/>
                  <a:gd name="connsiteX12" fmla="*/ 29528 w 34290"/>
                  <a:gd name="connsiteY12" fmla="*/ 43815 h 83819"/>
                  <a:gd name="connsiteX13" fmla="*/ 29528 w 34290"/>
                  <a:gd name="connsiteY13" fmla="*/ 39053 h 83819"/>
                  <a:gd name="connsiteX14" fmla="*/ 28575 w 34290"/>
                  <a:gd name="connsiteY14" fmla="*/ 38100 h 83819"/>
                  <a:gd name="connsiteX15" fmla="*/ 7620 w 34290"/>
                  <a:gd name="connsiteY15" fmla="*/ 38100 h 83819"/>
                  <a:gd name="connsiteX16" fmla="*/ 7620 w 34290"/>
                  <a:gd name="connsiteY16" fmla="*/ 7620 h 83819"/>
                  <a:gd name="connsiteX17" fmla="*/ 33338 w 34290"/>
                  <a:gd name="connsiteY17" fmla="*/ 7620 h 83819"/>
                  <a:gd name="connsiteX18" fmla="*/ 34290 w 34290"/>
                  <a:gd name="connsiteY18" fmla="*/ 6667 h 83819"/>
                  <a:gd name="connsiteX19" fmla="*/ 34290 w 34290"/>
                  <a:gd name="connsiteY19" fmla="*/ 1905 h 83819"/>
                  <a:gd name="connsiteX20" fmla="*/ 33338 w 34290"/>
                  <a:gd name="connsiteY20" fmla="*/ 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90" h="83819">
                    <a:moveTo>
                      <a:pt x="33338" y="0"/>
                    </a:moveTo>
                    <a:lnTo>
                      <a:pt x="953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3" y="83820"/>
                      <a:pt x="953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3"/>
                      <a:pt x="33338" y="77153"/>
                      <a:pt x="33338" y="77153"/>
                    </a:cubicBezTo>
                    <a:lnTo>
                      <a:pt x="7620" y="77153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8" y="44767"/>
                      <a:pt x="29528" y="43815"/>
                      <a:pt x="29528" y="43815"/>
                    </a:cubicBezTo>
                    <a:lnTo>
                      <a:pt x="29528" y="39053"/>
                    </a:lnTo>
                    <a:cubicBezTo>
                      <a:pt x="29528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ubicBezTo>
                      <a:pt x="34290" y="7620"/>
                      <a:pt x="34290" y="6667"/>
                      <a:pt x="34290" y="6667"/>
                    </a:cubicBezTo>
                    <a:lnTo>
                      <a:pt x="34290" y="1905"/>
                    </a:lnTo>
                    <a:cubicBezTo>
                      <a:pt x="34290" y="953"/>
                      <a:pt x="33338" y="0"/>
                      <a:pt x="333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989E8D93-299E-4537-8DCF-912B0B7CA98D}"/>
                  </a:ext>
                </a:extLst>
              </p:cNvPr>
              <p:cNvSpPr/>
              <p:nvPr/>
            </p:nvSpPr>
            <p:spPr>
              <a:xfrm>
                <a:off x="5052705" y="10947481"/>
                <a:ext cx="38100" cy="84772"/>
              </a:xfrm>
              <a:custGeom>
                <a:avLst/>
                <a:gdLst>
                  <a:gd name="connsiteX0" fmla="*/ 29527 w 38100"/>
                  <a:gd name="connsiteY0" fmla="*/ 46672 h 84772"/>
                  <a:gd name="connsiteX1" fmla="*/ 21907 w 38100"/>
                  <a:gd name="connsiteY1" fmla="*/ 40957 h 84772"/>
                  <a:gd name="connsiteX2" fmla="*/ 15240 w 38100"/>
                  <a:gd name="connsiteY2" fmla="*/ 35242 h 84772"/>
                  <a:gd name="connsiteX3" fmla="*/ 9525 w 38100"/>
                  <a:gd name="connsiteY3" fmla="*/ 29528 h 84772"/>
                  <a:gd name="connsiteX4" fmla="*/ 7620 w 38100"/>
                  <a:gd name="connsiteY4" fmla="*/ 21907 h 84772"/>
                  <a:gd name="connsiteX5" fmla="*/ 10477 w 38100"/>
                  <a:gd name="connsiteY5" fmla="*/ 11430 h 84772"/>
                  <a:gd name="connsiteX6" fmla="*/ 19050 w 38100"/>
                  <a:gd name="connsiteY6" fmla="*/ 7620 h 84772"/>
                  <a:gd name="connsiteX7" fmla="*/ 23813 w 38100"/>
                  <a:gd name="connsiteY7" fmla="*/ 8572 h 84772"/>
                  <a:gd name="connsiteX8" fmla="*/ 27623 w 38100"/>
                  <a:gd name="connsiteY8" fmla="*/ 11430 h 84772"/>
                  <a:gd name="connsiteX9" fmla="*/ 29527 w 38100"/>
                  <a:gd name="connsiteY9" fmla="*/ 16192 h 84772"/>
                  <a:gd name="connsiteX10" fmla="*/ 30480 w 38100"/>
                  <a:gd name="connsiteY10" fmla="*/ 21907 h 84772"/>
                  <a:gd name="connsiteX11" fmla="*/ 30480 w 38100"/>
                  <a:gd name="connsiteY11" fmla="*/ 23813 h 84772"/>
                  <a:gd name="connsiteX12" fmla="*/ 31432 w 38100"/>
                  <a:gd name="connsiteY12" fmla="*/ 24765 h 84772"/>
                  <a:gd name="connsiteX13" fmla="*/ 36195 w 38100"/>
                  <a:gd name="connsiteY13" fmla="*/ 24765 h 84772"/>
                  <a:gd name="connsiteX14" fmla="*/ 37148 w 38100"/>
                  <a:gd name="connsiteY14" fmla="*/ 23813 h 84772"/>
                  <a:gd name="connsiteX15" fmla="*/ 37148 w 38100"/>
                  <a:gd name="connsiteY15" fmla="*/ 21907 h 84772"/>
                  <a:gd name="connsiteX16" fmla="*/ 36195 w 38100"/>
                  <a:gd name="connsiteY16" fmla="*/ 13335 h 84772"/>
                  <a:gd name="connsiteX17" fmla="*/ 33338 w 38100"/>
                  <a:gd name="connsiteY17" fmla="*/ 6667 h 84772"/>
                  <a:gd name="connsiteX18" fmla="*/ 27623 w 38100"/>
                  <a:gd name="connsiteY18" fmla="*/ 1905 h 84772"/>
                  <a:gd name="connsiteX19" fmla="*/ 19050 w 38100"/>
                  <a:gd name="connsiteY19" fmla="*/ 0 h 84772"/>
                  <a:gd name="connsiteX20" fmla="*/ 19050 w 38100"/>
                  <a:gd name="connsiteY20" fmla="*/ 0 h 84772"/>
                  <a:gd name="connsiteX21" fmla="*/ 4763 w 38100"/>
                  <a:gd name="connsiteY21" fmla="*/ 5715 h 84772"/>
                  <a:gd name="connsiteX22" fmla="*/ 0 w 38100"/>
                  <a:gd name="connsiteY22" fmla="*/ 20955 h 84772"/>
                  <a:gd name="connsiteX23" fmla="*/ 1905 w 38100"/>
                  <a:gd name="connsiteY23" fmla="*/ 31432 h 84772"/>
                  <a:gd name="connsiteX24" fmla="*/ 7620 w 38100"/>
                  <a:gd name="connsiteY24" fmla="*/ 39053 h 84772"/>
                  <a:gd name="connsiteX25" fmla="*/ 15240 w 38100"/>
                  <a:gd name="connsiteY25" fmla="*/ 44767 h 84772"/>
                  <a:gd name="connsiteX26" fmla="*/ 21907 w 38100"/>
                  <a:gd name="connsiteY26" fmla="*/ 50482 h 84772"/>
                  <a:gd name="connsiteX27" fmla="*/ 27623 w 38100"/>
                  <a:gd name="connsiteY27" fmla="*/ 56197 h 84772"/>
                  <a:gd name="connsiteX28" fmla="*/ 29527 w 38100"/>
                  <a:gd name="connsiteY28" fmla="*/ 63817 h 84772"/>
                  <a:gd name="connsiteX29" fmla="*/ 26670 w 38100"/>
                  <a:gd name="connsiteY29" fmla="*/ 74295 h 84772"/>
                  <a:gd name="connsiteX30" fmla="*/ 18098 w 38100"/>
                  <a:gd name="connsiteY30" fmla="*/ 78105 h 84772"/>
                  <a:gd name="connsiteX31" fmla="*/ 9525 w 38100"/>
                  <a:gd name="connsiteY31" fmla="*/ 74295 h 84772"/>
                  <a:gd name="connsiteX32" fmla="*/ 6668 w 38100"/>
                  <a:gd name="connsiteY32" fmla="*/ 63817 h 84772"/>
                  <a:gd name="connsiteX33" fmla="*/ 6668 w 38100"/>
                  <a:gd name="connsiteY33" fmla="*/ 59055 h 84772"/>
                  <a:gd name="connsiteX34" fmla="*/ 5715 w 38100"/>
                  <a:gd name="connsiteY34" fmla="*/ 58103 h 84772"/>
                  <a:gd name="connsiteX35" fmla="*/ 952 w 38100"/>
                  <a:gd name="connsiteY35" fmla="*/ 58103 h 84772"/>
                  <a:gd name="connsiteX36" fmla="*/ 0 w 38100"/>
                  <a:gd name="connsiteY36" fmla="*/ 59055 h 84772"/>
                  <a:gd name="connsiteX37" fmla="*/ 0 w 38100"/>
                  <a:gd name="connsiteY37" fmla="*/ 62865 h 84772"/>
                  <a:gd name="connsiteX38" fmla="*/ 952 w 38100"/>
                  <a:gd name="connsiteY38" fmla="*/ 71438 h 84772"/>
                  <a:gd name="connsiteX39" fmla="*/ 4763 w 38100"/>
                  <a:gd name="connsiteY39" fmla="*/ 78105 h 84772"/>
                  <a:gd name="connsiteX40" fmla="*/ 10477 w 38100"/>
                  <a:gd name="connsiteY40" fmla="*/ 82867 h 84772"/>
                  <a:gd name="connsiteX41" fmla="*/ 19050 w 38100"/>
                  <a:gd name="connsiteY41" fmla="*/ 84772 h 84772"/>
                  <a:gd name="connsiteX42" fmla="*/ 27623 w 38100"/>
                  <a:gd name="connsiteY42" fmla="*/ 82867 h 84772"/>
                  <a:gd name="connsiteX43" fmla="*/ 33338 w 38100"/>
                  <a:gd name="connsiteY43" fmla="*/ 78105 h 84772"/>
                  <a:gd name="connsiteX44" fmla="*/ 37148 w 38100"/>
                  <a:gd name="connsiteY44" fmla="*/ 71438 h 84772"/>
                  <a:gd name="connsiteX45" fmla="*/ 38100 w 38100"/>
                  <a:gd name="connsiteY45" fmla="*/ 62865 h 84772"/>
                  <a:gd name="connsiteX46" fmla="*/ 36195 w 38100"/>
                  <a:gd name="connsiteY46" fmla="*/ 52388 h 84772"/>
                  <a:gd name="connsiteX47" fmla="*/ 29527 w 38100"/>
                  <a:gd name="connsiteY47" fmla="*/ 46672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38100" h="84772">
                    <a:moveTo>
                      <a:pt x="29527" y="46672"/>
                    </a:moveTo>
                    <a:cubicBezTo>
                      <a:pt x="27623" y="44767"/>
                      <a:pt x="24765" y="42863"/>
                      <a:pt x="21907" y="40957"/>
                    </a:cubicBezTo>
                    <a:cubicBezTo>
                      <a:pt x="19050" y="39053"/>
                      <a:pt x="17145" y="37147"/>
                      <a:pt x="15240" y="35242"/>
                    </a:cubicBezTo>
                    <a:cubicBezTo>
                      <a:pt x="13335" y="33338"/>
                      <a:pt x="11430" y="31432"/>
                      <a:pt x="9525" y="29528"/>
                    </a:cubicBezTo>
                    <a:cubicBezTo>
                      <a:pt x="8573" y="27622"/>
                      <a:pt x="7620" y="24765"/>
                      <a:pt x="7620" y="21907"/>
                    </a:cubicBezTo>
                    <a:cubicBezTo>
                      <a:pt x="7620" y="18097"/>
                      <a:pt x="8573" y="14288"/>
                      <a:pt x="10477" y="11430"/>
                    </a:cubicBezTo>
                    <a:cubicBezTo>
                      <a:pt x="12382" y="8572"/>
                      <a:pt x="15240" y="7620"/>
                      <a:pt x="19050" y="7620"/>
                    </a:cubicBezTo>
                    <a:cubicBezTo>
                      <a:pt x="20955" y="7620"/>
                      <a:pt x="22860" y="7620"/>
                      <a:pt x="23813" y="8572"/>
                    </a:cubicBezTo>
                    <a:cubicBezTo>
                      <a:pt x="24765" y="9525"/>
                      <a:pt x="26670" y="10478"/>
                      <a:pt x="27623" y="11430"/>
                    </a:cubicBezTo>
                    <a:cubicBezTo>
                      <a:pt x="28575" y="12382"/>
                      <a:pt x="29527" y="14288"/>
                      <a:pt x="29527" y="16192"/>
                    </a:cubicBezTo>
                    <a:cubicBezTo>
                      <a:pt x="29527" y="18097"/>
                      <a:pt x="30480" y="20003"/>
                      <a:pt x="30480" y="21907"/>
                    </a:cubicBezTo>
                    <a:lnTo>
                      <a:pt x="30480" y="23813"/>
                    </a:lnTo>
                    <a:cubicBezTo>
                      <a:pt x="30480" y="24765"/>
                      <a:pt x="31432" y="24765"/>
                      <a:pt x="31432" y="24765"/>
                    </a:cubicBezTo>
                    <a:lnTo>
                      <a:pt x="36195" y="24765"/>
                    </a:lnTo>
                    <a:cubicBezTo>
                      <a:pt x="37148" y="24765"/>
                      <a:pt x="37148" y="23813"/>
                      <a:pt x="37148" y="23813"/>
                    </a:cubicBezTo>
                    <a:lnTo>
                      <a:pt x="37148" y="21907"/>
                    </a:lnTo>
                    <a:cubicBezTo>
                      <a:pt x="37148" y="19050"/>
                      <a:pt x="37148" y="16192"/>
                      <a:pt x="36195" y="13335"/>
                    </a:cubicBezTo>
                    <a:cubicBezTo>
                      <a:pt x="35243" y="10478"/>
                      <a:pt x="34290" y="8572"/>
                      <a:pt x="33338" y="6667"/>
                    </a:cubicBezTo>
                    <a:cubicBezTo>
                      <a:pt x="31432" y="4763"/>
                      <a:pt x="29527" y="2857"/>
                      <a:pt x="27623" y="1905"/>
                    </a:cubicBezTo>
                    <a:cubicBezTo>
                      <a:pt x="25718" y="953"/>
                      <a:pt x="22860" y="0"/>
                      <a:pt x="19050" y="0"/>
                    </a:cubicBezTo>
                    <a:cubicBezTo>
                      <a:pt x="19050" y="0"/>
                      <a:pt x="19050" y="0"/>
                      <a:pt x="19050" y="0"/>
                    </a:cubicBezTo>
                    <a:cubicBezTo>
                      <a:pt x="12382" y="0"/>
                      <a:pt x="7620" y="1905"/>
                      <a:pt x="4763" y="5715"/>
                    </a:cubicBezTo>
                    <a:cubicBezTo>
                      <a:pt x="1905" y="9525"/>
                      <a:pt x="0" y="15240"/>
                      <a:pt x="0" y="20955"/>
                    </a:cubicBezTo>
                    <a:cubicBezTo>
                      <a:pt x="0" y="24765"/>
                      <a:pt x="952" y="28575"/>
                      <a:pt x="1905" y="31432"/>
                    </a:cubicBezTo>
                    <a:cubicBezTo>
                      <a:pt x="3810" y="34290"/>
                      <a:pt x="5715" y="37147"/>
                      <a:pt x="7620" y="39053"/>
                    </a:cubicBezTo>
                    <a:cubicBezTo>
                      <a:pt x="9525" y="40957"/>
                      <a:pt x="12382" y="42863"/>
                      <a:pt x="15240" y="44767"/>
                    </a:cubicBezTo>
                    <a:cubicBezTo>
                      <a:pt x="18098" y="46672"/>
                      <a:pt x="20002" y="48578"/>
                      <a:pt x="21907" y="50482"/>
                    </a:cubicBezTo>
                    <a:cubicBezTo>
                      <a:pt x="23813" y="52388"/>
                      <a:pt x="25718" y="54292"/>
                      <a:pt x="27623" y="56197"/>
                    </a:cubicBezTo>
                    <a:cubicBezTo>
                      <a:pt x="28575" y="58103"/>
                      <a:pt x="29527" y="60960"/>
                      <a:pt x="29527" y="63817"/>
                    </a:cubicBezTo>
                    <a:cubicBezTo>
                      <a:pt x="29527" y="67628"/>
                      <a:pt x="28575" y="71438"/>
                      <a:pt x="26670" y="74295"/>
                    </a:cubicBezTo>
                    <a:cubicBezTo>
                      <a:pt x="24765" y="77153"/>
                      <a:pt x="21907" y="78105"/>
                      <a:pt x="18098" y="78105"/>
                    </a:cubicBezTo>
                    <a:cubicBezTo>
                      <a:pt x="14288" y="78105"/>
                      <a:pt x="11430" y="77153"/>
                      <a:pt x="9525" y="74295"/>
                    </a:cubicBezTo>
                    <a:cubicBezTo>
                      <a:pt x="7620" y="71438"/>
                      <a:pt x="6668" y="68580"/>
                      <a:pt x="6668" y="63817"/>
                    </a:cubicBezTo>
                    <a:lnTo>
                      <a:pt x="6668" y="59055"/>
                    </a:lnTo>
                    <a:cubicBezTo>
                      <a:pt x="6668" y="58103"/>
                      <a:pt x="5715" y="58103"/>
                      <a:pt x="5715" y="58103"/>
                    </a:cubicBezTo>
                    <a:lnTo>
                      <a:pt x="952" y="58103"/>
                    </a:lnTo>
                    <a:cubicBezTo>
                      <a:pt x="0" y="58103"/>
                      <a:pt x="0" y="59055"/>
                      <a:pt x="0" y="59055"/>
                    </a:cubicBezTo>
                    <a:lnTo>
                      <a:pt x="0" y="62865"/>
                    </a:lnTo>
                    <a:cubicBezTo>
                      <a:pt x="0" y="65722"/>
                      <a:pt x="0" y="68580"/>
                      <a:pt x="952" y="71438"/>
                    </a:cubicBezTo>
                    <a:cubicBezTo>
                      <a:pt x="1905" y="74295"/>
                      <a:pt x="2857" y="76200"/>
                      <a:pt x="4763" y="78105"/>
                    </a:cubicBezTo>
                    <a:cubicBezTo>
                      <a:pt x="6668" y="80010"/>
                      <a:pt x="8573" y="81915"/>
                      <a:pt x="10477" y="82867"/>
                    </a:cubicBezTo>
                    <a:cubicBezTo>
                      <a:pt x="13335" y="83820"/>
                      <a:pt x="16193" y="84772"/>
                      <a:pt x="19050" y="84772"/>
                    </a:cubicBezTo>
                    <a:cubicBezTo>
                      <a:pt x="21907" y="84772"/>
                      <a:pt x="24765" y="83820"/>
                      <a:pt x="27623" y="82867"/>
                    </a:cubicBezTo>
                    <a:cubicBezTo>
                      <a:pt x="30480" y="81915"/>
                      <a:pt x="32385" y="80010"/>
                      <a:pt x="33338" y="78105"/>
                    </a:cubicBezTo>
                    <a:cubicBezTo>
                      <a:pt x="35243" y="76200"/>
                      <a:pt x="36195" y="73342"/>
                      <a:pt x="37148" y="71438"/>
                    </a:cubicBezTo>
                    <a:cubicBezTo>
                      <a:pt x="38100" y="68580"/>
                      <a:pt x="38100" y="65722"/>
                      <a:pt x="38100" y="62865"/>
                    </a:cubicBezTo>
                    <a:cubicBezTo>
                      <a:pt x="38100" y="59055"/>
                      <a:pt x="37148" y="55245"/>
                      <a:pt x="36195" y="52388"/>
                    </a:cubicBezTo>
                    <a:cubicBezTo>
                      <a:pt x="34290" y="51435"/>
                      <a:pt x="32385" y="48578"/>
                      <a:pt x="29527" y="466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F65C038-CB14-4AC0-B92E-6E20111C407D}"/>
                  </a:ext>
                </a:extLst>
              </p:cNvPr>
              <p:cNvSpPr/>
              <p:nvPr/>
            </p:nvSpPr>
            <p:spPr>
              <a:xfrm>
                <a:off x="5100330" y="10947481"/>
                <a:ext cx="45719" cy="84772"/>
              </a:xfrm>
              <a:custGeom>
                <a:avLst/>
                <a:gdLst>
                  <a:gd name="connsiteX0" fmla="*/ 26670 w 45719"/>
                  <a:gd name="connsiteY0" fmla="*/ 0 h 84772"/>
                  <a:gd name="connsiteX1" fmla="*/ 19050 w 45719"/>
                  <a:gd name="connsiteY1" fmla="*/ 0 h 84772"/>
                  <a:gd name="connsiteX2" fmla="*/ 18098 w 45719"/>
                  <a:gd name="connsiteY2" fmla="*/ 953 h 84772"/>
                  <a:gd name="connsiteX3" fmla="*/ 0 w 45719"/>
                  <a:gd name="connsiteY3" fmla="*/ 83820 h 84772"/>
                  <a:gd name="connsiteX4" fmla="*/ 0 w 45719"/>
                  <a:gd name="connsiteY4" fmla="*/ 84772 h 84772"/>
                  <a:gd name="connsiteX5" fmla="*/ 952 w 45719"/>
                  <a:gd name="connsiteY5" fmla="*/ 84772 h 84772"/>
                  <a:gd name="connsiteX6" fmla="*/ 5715 w 45719"/>
                  <a:gd name="connsiteY6" fmla="*/ 84772 h 84772"/>
                  <a:gd name="connsiteX7" fmla="*/ 6668 w 45719"/>
                  <a:gd name="connsiteY7" fmla="*/ 83820 h 84772"/>
                  <a:gd name="connsiteX8" fmla="*/ 10477 w 45719"/>
                  <a:gd name="connsiteY8" fmla="*/ 66675 h 84772"/>
                  <a:gd name="connsiteX9" fmla="*/ 34290 w 45719"/>
                  <a:gd name="connsiteY9" fmla="*/ 66675 h 84772"/>
                  <a:gd name="connsiteX10" fmla="*/ 38100 w 45719"/>
                  <a:gd name="connsiteY10" fmla="*/ 83820 h 84772"/>
                  <a:gd name="connsiteX11" fmla="*/ 39052 w 45719"/>
                  <a:gd name="connsiteY11" fmla="*/ 84772 h 84772"/>
                  <a:gd name="connsiteX12" fmla="*/ 44768 w 45719"/>
                  <a:gd name="connsiteY12" fmla="*/ 84772 h 84772"/>
                  <a:gd name="connsiteX13" fmla="*/ 45720 w 45719"/>
                  <a:gd name="connsiteY13" fmla="*/ 84772 h 84772"/>
                  <a:gd name="connsiteX14" fmla="*/ 45720 w 45719"/>
                  <a:gd name="connsiteY14" fmla="*/ 83820 h 84772"/>
                  <a:gd name="connsiteX15" fmla="*/ 27623 w 45719"/>
                  <a:gd name="connsiteY15" fmla="*/ 953 h 84772"/>
                  <a:gd name="connsiteX16" fmla="*/ 26670 w 45719"/>
                  <a:gd name="connsiteY16" fmla="*/ 0 h 84772"/>
                  <a:gd name="connsiteX17" fmla="*/ 33338 w 45719"/>
                  <a:gd name="connsiteY17" fmla="*/ 60007 h 84772"/>
                  <a:gd name="connsiteX18" fmla="*/ 12382 w 45719"/>
                  <a:gd name="connsiteY18" fmla="*/ 60007 h 84772"/>
                  <a:gd name="connsiteX19" fmla="*/ 22860 w 45719"/>
                  <a:gd name="connsiteY19" fmla="*/ 13335 h 84772"/>
                  <a:gd name="connsiteX20" fmla="*/ 33338 w 45719"/>
                  <a:gd name="connsiteY20" fmla="*/ 60007 h 84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5719" h="84772">
                    <a:moveTo>
                      <a:pt x="26670" y="0"/>
                    </a:moveTo>
                    <a:lnTo>
                      <a:pt x="19050" y="0"/>
                    </a:lnTo>
                    <a:cubicBezTo>
                      <a:pt x="18098" y="0"/>
                      <a:pt x="18098" y="0"/>
                      <a:pt x="18098" y="953"/>
                    </a:cubicBezTo>
                    <a:lnTo>
                      <a:pt x="0" y="83820"/>
                    </a:lnTo>
                    <a:cubicBezTo>
                      <a:pt x="0" y="83820"/>
                      <a:pt x="0" y="84772"/>
                      <a:pt x="0" y="84772"/>
                    </a:cubicBezTo>
                    <a:cubicBezTo>
                      <a:pt x="0" y="84772"/>
                      <a:pt x="952" y="84772"/>
                      <a:pt x="952" y="84772"/>
                    </a:cubicBezTo>
                    <a:lnTo>
                      <a:pt x="5715" y="84772"/>
                    </a:lnTo>
                    <a:cubicBezTo>
                      <a:pt x="6668" y="84772"/>
                      <a:pt x="6668" y="84772"/>
                      <a:pt x="6668" y="83820"/>
                    </a:cubicBezTo>
                    <a:lnTo>
                      <a:pt x="10477" y="66675"/>
                    </a:lnTo>
                    <a:lnTo>
                      <a:pt x="34290" y="66675"/>
                    </a:lnTo>
                    <a:lnTo>
                      <a:pt x="38100" y="83820"/>
                    </a:lnTo>
                    <a:cubicBezTo>
                      <a:pt x="38100" y="84772"/>
                      <a:pt x="39052" y="84772"/>
                      <a:pt x="39052" y="84772"/>
                    </a:cubicBezTo>
                    <a:lnTo>
                      <a:pt x="44768" y="84772"/>
                    </a:lnTo>
                    <a:cubicBezTo>
                      <a:pt x="44768" y="84772"/>
                      <a:pt x="45720" y="84772"/>
                      <a:pt x="45720" y="84772"/>
                    </a:cubicBezTo>
                    <a:cubicBezTo>
                      <a:pt x="45720" y="84772"/>
                      <a:pt x="45720" y="83820"/>
                      <a:pt x="45720" y="83820"/>
                    </a:cubicBezTo>
                    <a:lnTo>
                      <a:pt x="27623" y="953"/>
                    </a:lnTo>
                    <a:cubicBezTo>
                      <a:pt x="28575" y="953"/>
                      <a:pt x="27623" y="0"/>
                      <a:pt x="26670" y="0"/>
                    </a:cubicBezTo>
                    <a:close/>
                    <a:moveTo>
                      <a:pt x="33338" y="60007"/>
                    </a:moveTo>
                    <a:lnTo>
                      <a:pt x="12382" y="60007"/>
                    </a:lnTo>
                    <a:lnTo>
                      <a:pt x="22860" y="13335"/>
                    </a:lnTo>
                    <a:lnTo>
                      <a:pt x="33338" y="60007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54F7882-B1C3-46B7-8863-91E3E1520094}"/>
                  </a:ext>
                </a:extLst>
              </p:cNvPr>
              <p:cNvSpPr/>
              <p:nvPr/>
            </p:nvSpPr>
            <p:spPr>
              <a:xfrm>
                <a:off x="5180340" y="10947481"/>
                <a:ext cx="38100" cy="83819"/>
              </a:xfrm>
              <a:custGeom>
                <a:avLst/>
                <a:gdLst>
                  <a:gd name="connsiteX0" fmla="*/ 34290 w 38100"/>
                  <a:gd name="connsiteY0" fmla="*/ 6667 h 83819"/>
                  <a:gd name="connsiteX1" fmla="*/ 28575 w 38100"/>
                  <a:gd name="connsiteY1" fmla="*/ 1905 h 83819"/>
                  <a:gd name="connsiteX2" fmla="*/ 20002 w 38100"/>
                  <a:gd name="connsiteY2" fmla="*/ 0 h 83819"/>
                  <a:gd name="connsiteX3" fmla="*/ 952 w 38100"/>
                  <a:gd name="connsiteY3" fmla="*/ 0 h 83819"/>
                  <a:gd name="connsiteX4" fmla="*/ 0 w 38100"/>
                  <a:gd name="connsiteY4" fmla="*/ 953 h 83819"/>
                  <a:gd name="connsiteX5" fmla="*/ 0 w 38100"/>
                  <a:gd name="connsiteY5" fmla="*/ 82867 h 83819"/>
                  <a:gd name="connsiteX6" fmla="*/ 952 w 38100"/>
                  <a:gd name="connsiteY6" fmla="*/ 83820 h 83819"/>
                  <a:gd name="connsiteX7" fmla="*/ 19050 w 38100"/>
                  <a:gd name="connsiteY7" fmla="*/ 83820 h 83819"/>
                  <a:gd name="connsiteX8" fmla="*/ 27622 w 38100"/>
                  <a:gd name="connsiteY8" fmla="*/ 81915 h 83819"/>
                  <a:gd name="connsiteX9" fmla="*/ 33338 w 38100"/>
                  <a:gd name="connsiteY9" fmla="*/ 77153 h 83819"/>
                  <a:gd name="connsiteX10" fmla="*/ 37147 w 38100"/>
                  <a:gd name="connsiteY10" fmla="*/ 70485 h 83819"/>
                  <a:gd name="connsiteX11" fmla="*/ 38100 w 38100"/>
                  <a:gd name="connsiteY11" fmla="*/ 61913 h 83819"/>
                  <a:gd name="connsiteX12" fmla="*/ 38100 w 38100"/>
                  <a:gd name="connsiteY12" fmla="*/ 20955 h 83819"/>
                  <a:gd name="connsiteX13" fmla="*/ 37147 w 38100"/>
                  <a:gd name="connsiteY13" fmla="*/ 12382 h 83819"/>
                  <a:gd name="connsiteX14" fmla="*/ 34290 w 38100"/>
                  <a:gd name="connsiteY14" fmla="*/ 6667 h 83819"/>
                  <a:gd name="connsiteX15" fmla="*/ 31432 w 38100"/>
                  <a:gd name="connsiteY15" fmla="*/ 21907 h 83819"/>
                  <a:gd name="connsiteX16" fmla="*/ 31432 w 38100"/>
                  <a:gd name="connsiteY16" fmla="*/ 63817 h 83819"/>
                  <a:gd name="connsiteX17" fmla="*/ 28575 w 38100"/>
                  <a:gd name="connsiteY17" fmla="*/ 74295 h 83819"/>
                  <a:gd name="connsiteX18" fmla="*/ 20002 w 38100"/>
                  <a:gd name="connsiteY18" fmla="*/ 78105 h 83819"/>
                  <a:gd name="connsiteX19" fmla="*/ 8572 w 38100"/>
                  <a:gd name="connsiteY19" fmla="*/ 78105 h 83819"/>
                  <a:gd name="connsiteX20" fmla="*/ 8572 w 38100"/>
                  <a:gd name="connsiteY20" fmla="*/ 7620 h 83819"/>
                  <a:gd name="connsiteX21" fmla="*/ 20002 w 38100"/>
                  <a:gd name="connsiteY21" fmla="*/ 7620 h 83819"/>
                  <a:gd name="connsiteX22" fmla="*/ 28575 w 38100"/>
                  <a:gd name="connsiteY22" fmla="*/ 11430 h 83819"/>
                  <a:gd name="connsiteX23" fmla="*/ 31432 w 38100"/>
                  <a:gd name="connsiteY23" fmla="*/ 21907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8100" h="83819">
                    <a:moveTo>
                      <a:pt x="34290" y="6667"/>
                    </a:moveTo>
                    <a:cubicBezTo>
                      <a:pt x="32385" y="4763"/>
                      <a:pt x="30480" y="2857"/>
                      <a:pt x="28575" y="1905"/>
                    </a:cubicBezTo>
                    <a:cubicBezTo>
                      <a:pt x="25717" y="953"/>
                      <a:pt x="22860" y="0"/>
                      <a:pt x="20002" y="0"/>
                    </a:cubicBezTo>
                    <a:lnTo>
                      <a:pt x="952" y="0"/>
                    </a:lnTo>
                    <a:cubicBezTo>
                      <a:pt x="0" y="0"/>
                      <a:pt x="0" y="953"/>
                      <a:pt x="0" y="953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19050" y="83820"/>
                    </a:lnTo>
                    <a:cubicBezTo>
                      <a:pt x="21907" y="83820"/>
                      <a:pt x="25717" y="82867"/>
                      <a:pt x="27622" y="81915"/>
                    </a:cubicBezTo>
                    <a:cubicBezTo>
                      <a:pt x="30480" y="80963"/>
                      <a:pt x="32385" y="79057"/>
                      <a:pt x="33338" y="77153"/>
                    </a:cubicBezTo>
                    <a:cubicBezTo>
                      <a:pt x="35242" y="75247"/>
                      <a:pt x="36195" y="73342"/>
                      <a:pt x="37147" y="70485"/>
                    </a:cubicBezTo>
                    <a:cubicBezTo>
                      <a:pt x="38100" y="67628"/>
                      <a:pt x="38100" y="64770"/>
                      <a:pt x="38100" y="61913"/>
                    </a:cubicBezTo>
                    <a:lnTo>
                      <a:pt x="38100" y="20955"/>
                    </a:lnTo>
                    <a:cubicBezTo>
                      <a:pt x="38100" y="18097"/>
                      <a:pt x="38100" y="15240"/>
                      <a:pt x="37147" y="12382"/>
                    </a:cubicBezTo>
                    <a:cubicBezTo>
                      <a:pt x="37147" y="10478"/>
                      <a:pt x="36195" y="8572"/>
                      <a:pt x="34290" y="6667"/>
                    </a:cubicBezTo>
                    <a:close/>
                    <a:moveTo>
                      <a:pt x="31432" y="21907"/>
                    </a:moveTo>
                    <a:lnTo>
                      <a:pt x="31432" y="63817"/>
                    </a:lnTo>
                    <a:cubicBezTo>
                      <a:pt x="31432" y="67628"/>
                      <a:pt x="30480" y="71438"/>
                      <a:pt x="28575" y="74295"/>
                    </a:cubicBezTo>
                    <a:cubicBezTo>
                      <a:pt x="26670" y="77153"/>
                      <a:pt x="23813" y="78105"/>
                      <a:pt x="20002" y="78105"/>
                    </a:cubicBezTo>
                    <a:lnTo>
                      <a:pt x="8572" y="78105"/>
                    </a:lnTo>
                    <a:lnTo>
                      <a:pt x="8572" y="7620"/>
                    </a:lnTo>
                    <a:lnTo>
                      <a:pt x="20002" y="7620"/>
                    </a:lnTo>
                    <a:cubicBezTo>
                      <a:pt x="23813" y="7620"/>
                      <a:pt x="26670" y="8572"/>
                      <a:pt x="28575" y="11430"/>
                    </a:cubicBezTo>
                    <a:cubicBezTo>
                      <a:pt x="30480" y="14288"/>
                      <a:pt x="31432" y="17145"/>
                      <a:pt x="31432" y="219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AD9E291-BAE5-4906-9151-D0DB66DC744E}"/>
                  </a:ext>
                </a:extLst>
              </p:cNvPr>
              <p:cNvSpPr/>
              <p:nvPr/>
            </p:nvSpPr>
            <p:spPr>
              <a:xfrm>
                <a:off x="5230823" y="10948433"/>
                <a:ext cx="34289" cy="83819"/>
              </a:xfrm>
              <a:custGeom>
                <a:avLst/>
                <a:gdLst>
                  <a:gd name="connsiteX0" fmla="*/ 33338 w 34289"/>
                  <a:gd name="connsiteY0" fmla="*/ 6667 h 83819"/>
                  <a:gd name="connsiteX1" fmla="*/ 34290 w 34289"/>
                  <a:gd name="connsiteY1" fmla="*/ 5715 h 83819"/>
                  <a:gd name="connsiteX2" fmla="*/ 34290 w 34289"/>
                  <a:gd name="connsiteY2" fmla="*/ 952 h 83819"/>
                  <a:gd name="connsiteX3" fmla="*/ 33338 w 34289"/>
                  <a:gd name="connsiteY3" fmla="*/ 0 h 83819"/>
                  <a:gd name="connsiteX4" fmla="*/ 952 w 34289"/>
                  <a:gd name="connsiteY4" fmla="*/ 0 h 83819"/>
                  <a:gd name="connsiteX5" fmla="*/ 0 w 34289"/>
                  <a:gd name="connsiteY5" fmla="*/ 952 h 83819"/>
                  <a:gd name="connsiteX6" fmla="*/ 0 w 34289"/>
                  <a:gd name="connsiteY6" fmla="*/ 82867 h 83819"/>
                  <a:gd name="connsiteX7" fmla="*/ 952 w 34289"/>
                  <a:gd name="connsiteY7" fmla="*/ 83820 h 83819"/>
                  <a:gd name="connsiteX8" fmla="*/ 33338 w 34289"/>
                  <a:gd name="connsiteY8" fmla="*/ 83820 h 83819"/>
                  <a:gd name="connsiteX9" fmla="*/ 34290 w 34289"/>
                  <a:gd name="connsiteY9" fmla="*/ 82867 h 83819"/>
                  <a:gd name="connsiteX10" fmla="*/ 34290 w 34289"/>
                  <a:gd name="connsiteY10" fmla="*/ 78105 h 83819"/>
                  <a:gd name="connsiteX11" fmla="*/ 33338 w 34289"/>
                  <a:gd name="connsiteY11" fmla="*/ 77152 h 83819"/>
                  <a:gd name="connsiteX12" fmla="*/ 7620 w 34289"/>
                  <a:gd name="connsiteY12" fmla="*/ 77152 h 83819"/>
                  <a:gd name="connsiteX13" fmla="*/ 7620 w 34289"/>
                  <a:gd name="connsiteY13" fmla="*/ 44767 h 83819"/>
                  <a:gd name="connsiteX14" fmla="*/ 28575 w 34289"/>
                  <a:gd name="connsiteY14" fmla="*/ 44767 h 83819"/>
                  <a:gd name="connsiteX15" fmla="*/ 29527 w 34289"/>
                  <a:gd name="connsiteY15" fmla="*/ 43815 h 83819"/>
                  <a:gd name="connsiteX16" fmla="*/ 29527 w 34289"/>
                  <a:gd name="connsiteY16" fmla="*/ 39052 h 83819"/>
                  <a:gd name="connsiteX17" fmla="*/ 28575 w 34289"/>
                  <a:gd name="connsiteY17" fmla="*/ 38100 h 83819"/>
                  <a:gd name="connsiteX18" fmla="*/ 7620 w 34289"/>
                  <a:gd name="connsiteY18" fmla="*/ 38100 h 83819"/>
                  <a:gd name="connsiteX19" fmla="*/ 7620 w 34289"/>
                  <a:gd name="connsiteY19" fmla="*/ 7620 h 83819"/>
                  <a:gd name="connsiteX20" fmla="*/ 33338 w 34289"/>
                  <a:gd name="connsiteY20" fmla="*/ 7620 h 8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289" h="83819">
                    <a:moveTo>
                      <a:pt x="33338" y="6667"/>
                    </a:moveTo>
                    <a:cubicBezTo>
                      <a:pt x="34290" y="6667"/>
                      <a:pt x="34290" y="5715"/>
                      <a:pt x="34290" y="5715"/>
                    </a:cubicBezTo>
                    <a:lnTo>
                      <a:pt x="34290" y="952"/>
                    </a:lnTo>
                    <a:cubicBezTo>
                      <a:pt x="34290" y="0"/>
                      <a:pt x="33338" y="0"/>
                      <a:pt x="33338" y="0"/>
                    </a:cubicBezTo>
                    <a:lnTo>
                      <a:pt x="952" y="0"/>
                    </a:lnTo>
                    <a:cubicBezTo>
                      <a:pt x="0" y="0"/>
                      <a:pt x="0" y="952"/>
                      <a:pt x="0" y="952"/>
                    </a:cubicBezTo>
                    <a:lnTo>
                      <a:pt x="0" y="82867"/>
                    </a:lnTo>
                    <a:cubicBezTo>
                      <a:pt x="0" y="83820"/>
                      <a:pt x="952" y="83820"/>
                      <a:pt x="952" y="83820"/>
                    </a:cubicBezTo>
                    <a:lnTo>
                      <a:pt x="33338" y="83820"/>
                    </a:lnTo>
                    <a:cubicBezTo>
                      <a:pt x="34290" y="83820"/>
                      <a:pt x="34290" y="82867"/>
                      <a:pt x="34290" y="82867"/>
                    </a:cubicBezTo>
                    <a:lnTo>
                      <a:pt x="34290" y="78105"/>
                    </a:lnTo>
                    <a:cubicBezTo>
                      <a:pt x="34290" y="77152"/>
                      <a:pt x="33338" y="77152"/>
                      <a:pt x="33338" y="77152"/>
                    </a:cubicBezTo>
                    <a:lnTo>
                      <a:pt x="7620" y="77152"/>
                    </a:lnTo>
                    <a:lnTo>
                      <a:pt x="7620" y="44767"/>
                    </a:lnTo>
                    <a:lnTo>
                      <a:pt x="28575" y="44767"/>
                    </a:lnTo>
                    <a:cubicBezTo>
                      <a:pt x="29527" y="44767"/>
                      <a:pt x="29527" y="43815"/>
                      <a:pt x="29527" y="43815"/>
                    </a:cubicBezTo>
                    <a:lnTo>
                      <a:pt x="29527" y="39052"/>
                    </a:lnTo>
                    <a:cubicBezTo>
                      <a:pt x="29527" y="38100"/>
                      <a:pt x="28575" y="38100"/>
                      <a:pt x="28575" y="38100"/>
                    </a:cubicBezTo>
                    <a:lnTo>
                      <a:pt x="7620" y="38100"/>
                    </a:lnTo>
                    <a:lnTo>
                      <a:pt x="7620" y="7620"/>
                    </a:lnTo>
                    <a:lnTo>
                      <a:pt x="33338" y="7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31" name="Graphic 8">
              <a:extLst>
                <a:ext uri="{FF2B5EF4-FFF2-40B4-BE49-F238E27FC236}">
                  <a16:creationId xmlns:a16="http://schemas.microsoft.com/office/drawing/2014/main" id="{819EE42C-FC1E-4634-A010-9E53BA945D34}"/>
                </a:ext>
              </a:extLst>
            </p:cNvPr>
            <p:cNvGrpSpPr/>
            <p:nvPr/>
          </p:nvGrpSpPr>
          <p:grpSpPr>
            <a:xfrm>
              <a:off x="8762884" y="3263247"/>
              <a:ext cx="911893" cy="863331"/>
              <a:chOff x="4620270" y="11155125"/>
              <a:chExt cx="643890" cy="609600"/>
            </a:xfrm>
            <a:solidFill>
              <a:schemeClr val="tx2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EF4A0C5-8A7E-414B-AE08-A7CDC8B8839B}"/>
                  </a:ext>
                </a:extLst>
              </p:cNvPr>
              <p:cNvSpPr/>
              <p:nvPr/>
            </p:nvSpPr>
            <p:spPr>
              <a:xfrm>
                <a:off x="4773146" y="11155125"/>
                <a:ext cx="334803" cy="312420"/>
              </a:xfrm>
              <a:custGeom>
                <a:avLst/>
                <a:gdLst>
                  <a:gd name="connsiteX0" fmla="*/ 96679 w 334803"/>
                  <a:gd name="connsiteY0" fmla="*/ 0 h 312420"/>
                  <a:gd name="connsiteX1" fmla="*/ 88107 w 334803"/>
                  <a:gd name="connsiteY1" fmla="*/ 4763 h 312420"/>
                  <a:gd name="connsiteX2" fmla="*/ 1429 w 334803"/>
                  <a:gd name="connsiteY2" fmla="*/ 152400 h 312420"/>
                  <a:gd name="connsiteX3" fmla="*/ 1429 w 334803"/>
                  <a:gd name="connsiteY3" fmla="*/ 162878 h 312420"/>
                  <a:gd name="connsiteX4" fmla="*/ 87154 w 334803"/>
                  <a:gd name="connsiteY4" fmla="*/ 307658 h 312420"/>
                  <a:gd name="connsiteX5" fmla="*/ 95727 w 334803"/>
                  <a:gd name="connsiteY5" fmla="*/ 312420 h 312420"/>
                  <a:gd name="connsiteX6" fmla="*/ 264319 w 334803"/>
                  <a:gd name="connsiteY6" fmla="*/ 312420 h 312420"/>
                  <a:gd name="connsiteX7" fmla="*/ 272891 w 334803"/>
                  <a:gd name="connsiteY7" fmla="*/ 307658 h 312420"/>
                  <a:gd name="connsiteX8" fmla="*/ 332899 w 334803"/>
                  <a:gd name="connsiteY8" fmla="*/ 202883 h 312420"/>
                  <a:gd name="connsiteX9" fmla="*/ 332899 w 334803"/>
                  <a:gd name="connsiteY9" fmla="*/ 193358 h 312420"/>
                  <a:gd name="connsiteX10" fmla="*/ 249079 w 334803"/>
                  <a:gd name="connsiteY10" fmla="*/ 47625 h 312420"/>
                  <a:gd name="connsiteX11" fmla="*/ 240507 w 334803"/>
                  <a:gd name="connsiteY11" fmla="*/ 42863 h 312420"/>
                  <a:gd name="connsiteX12" fmla="*/ 121444 w 334803"/>
                  <a:gd name="connsiteY12" fmla="*/ 42863 h 312420"/>
                  <a:gd name="connsiteX13" fmla="*/ 112871 w 334803"/>
                  <a:gd name="connsiteY13" fmla="*/ 47625 h 312420"/>
                  <a:gd name="connsiteX14" fmla="*/ 50959 w 334803"/>
                  <a:gd name="connsiteY14" fmla="*/ 152400 h 312420"/>
                  <a:gd name="connsiteX15" fmla="*/ 50959 w 334803"/>
                  <a:gd name="connsiteY15" fmla="*/ 162878 h 312420"/>
                  <a:gd name="connsiteX16" fmla="*/ 111919 w 334803"/>
                  <a:gd name="connsiteY16" fmla="*/ 265747 h 312420"/>
                  <a:gd name="connsiteX17" fmla="*/ 120491 w 334803"/>
                  <a:gd name="connsiteY17" fmla="*/ 270510 h 312420"/>
                  <a:gd name="connsiteX18" fmla="*/ 240507 w 334803"/>
                  <a:gd name="connsiteY18" fmla="*/ 270510 h 312420"/>
                  <a:gd name="connsiteX19" fmla="*/ 249079 w 334803"/>
                  <a:gd name="connsiteY19" fmla="*/ 265747 h 312420"/>
                  <a:gd name="connsiteX20" fmla="*/ 277654 w 334803"/>
                  <a:gd name="connsiteY20" fmla="*/ 215265 h 312420"/>
                  <a:gd name="connsiteX21" fmla="*/ 277654 w 334803"/>
                  <a:gd name="connsiteY21" fmla="*/ 215265 h 312420"/>
                  <a:gd name="connsiteX22" fmla="*/ 288132 w 334803"/>
                  <a:gd name="connsiteY22" fmla="*/ 197168 h 312420"/>
                  <a:gd name="connsiteX23" fmla="*/ 270986 w 334803"/>
                  <a:gd name="connsiteY23" fmla="*/ 168593 h 312420"/>
                  <a:gd name="connsiteX24" fmla="*/ 263366 w 334803"/>
                  <a:gd name="connsiteY24" fmla="*/ 182880 h 312420"/>
                  <a:gd name="connsiteX25" fmla="*/ 263366 w 334803"/>
                  <a:gd name="connsiteY25" fmla="*/ 183833 h 312420"/>
                  <a:gd name="connsiteX26" fmla="*/ 232886 w 334803"/>
                  <a:gd name="connsiteY26" fmla="*/ 238125 h 312420"/>
                  <a:gd name="connsiteX27" fmla="*/ 224314 w 334803"/>
                  <a:gd name="connsiteY27" fmla="*/ 242888 h 312420"/>
                  <a:gd name="connsiteX28" fmla="*/ 138589 w 334803"/>
                  <a:gd name="connsiteY28" fmla="*/ 242888 h 312420"/>
                  <a:gd name="connsiteX29" fmla="*/ 130016 w 334803"/>
                  <a:gd name="connsiteY29" fmla="*/ 238125 h 312420"/>
                  <a:gd name="connsiteX30" fmla="*/ 87154 w 334803"/>
                  <a:gd name="connsiteY30" fmla="*/ 163830 h 312420"/>
                  <a:gd name="connsiteX31" fmla="*/ 87154 w 334803"/>
                  <a:gd name="connsiteY31" fmla="*/ 153353 h 312420"/>
                  <a:gd name="connsiteX32" fmla="*/ 130969 w 334803"/>
                  <a:gd name="connsiteY32" fmla="*/ 77153 h 312420"/>
                  <a:gd name="connsiteX33" fmla="*/ 139541 w 334803"/>
                  <a:gd name="connsiteY33" fmla="*/ 72390 h 312420"/>
                  <a:gd name="connsiteX34" fmla="*/ 224314 w 334803"/>
                  <a:gd name="connsiteY34" fmla="*/ 72390 h 312420"/>
                  <a:gd name="connsiteX35" fmla="*/ 232886 w 334803"/>
                  <a:gd name="connsiteY35" fmla="*/ 77153 h 312420"/>
                  <a:gd name="connsiteX36" fmla="*/ 299561 w 334803"/>
                  <a:gd name="connsiteY36" fmla="*/ 194310 h 312420"/>
                  <a:gd name="connsiteX37" fmla="*/ 299561 w 334803"/>
                  <a:gd name="connsiteY37" fmla="*/ 203835 h 312420"/>
                  <a:gd name="connsiteX38" fmla="*/ 256699 w 334803"/>
                  <a:gd name="connsiteY38" fmla="*/ 280035 h 312420"/>
                  <a:gd name="connsiteX39" fmla="*/ 248127 w 334803"/>
                  <a:gd name="connsiteY39" fmla="*/ 284797 h 312420"/>
                  <a:gd name="connsiteX40" fmla="*/ 112871 w 334803"/>
                  <a:gd name="connsiteY40" fmla="*/ 284797 h 312420"/>
                  <a:gd name="connsiteX41" fmla="*/ 104299 w 334803"/>
                  <a:gd name="connsiteY41" fmla="*/ 280035 h 312420"/>
                  <a:gd name="connsiteX42" fmla="*/ 35719 w 334803"/>
                  <a:gd name="connsiteY42" fmla="*/ 162878 h 312420"/>
                  <a:gd name="connsiteX43" fmla="*/ 35719 w 334803"/>
                  <a:gd name="connsiteY43" fmla="*/ 152400 h 312420"/>
                  <a:gd name="connsiteX44" fmla="*/ 105252 w 334803"/>
                  <a:gd name="connsiteY44" fmla="*/ 32385 h 312420"/>
                  <a:gd name="connsiteX45" fmla="*/ 113824 w 334803"/>
                  <a:gd name="connsiteY45" fmla="*/ 27622 h 312420"/>
                  <a:gd name="connsiteX46" fmla="*/ 247174 w 334803"/>
                  <a:gd name="connsiteY46" fmla="*/ 27622 h 312420"/>
                  <a:gd name="connsiteX47" fmla="*/ 255746 w 334803"/>
                  <a:gd name="connsiteY47" fmla="*/ 32385 h 312420"/>
                  <a:gd name="connsiteX48" fmla="*/ 309086 w 334803"/>
                  <a:gd name="connsiteY48" fmla="*/ 127635 h 312420"/>
                  <a:gd name="connsiteX49" fmla="*/ 309086 w 334803"/>
                  <a:gd name="connsiteY49" fmla="*/ 127635 h 312420"/>
                  <a:gd name="connsiteX50" fmla="*/ 317659 w 334803"/>
                  <a:gd name="connsiteY50" fmla="*/ 142875 h 312420"/>
                  <a:gd name="connsiteX51" fmla="*/ 334804 w 334803"/>
                  <a:gd name="connsiteY51" fmla="*/ 113347 h 312420"/>
                  <a:gd name="connsiteX52" fmla="*/ 334804 w 334803"/>
                  <a:gd name="connsiteY52" fmla="*/ 113347 h 312420"/>
                  <a:gd name="connsiteX53" fmla="*/ 331946 w 334803"/>
                  <a:gd name="connsiteY53" fmla="*/ 108585 h 312420"/>
                  <a:gd name="connsiteX54" fmla="*/ 331946 w 334803"/>
                  <a:gd name="connsiteY54" fmla="*/ 108585 h 312420"/>
                  <a:gd name="connsiteX55" fmla="*/ 324327 w 334803"/>
                  <a:gd name="connsiteY55" fmla="*/ 94297 h 312420"/>
                  <a:gd name="connsiteX56" fmla="*/ 321469 w 334803"/>
                  <a:gd name="connsiteY56" fmla="*/ 88583 h 312420"/>
                  <a:gd name="connsiteX57" fmla="*/ 321469 w 334803"/>
                  <a:gd name="connsiteY57" fmla="*/ 88583 h 312420"/>
                  <a:gd name="connsiteX58" fmla="*/ 273844 w 334803"/>
                  <a:gd name="connsiteY58" fmla="*/ 4763 h 312420"/>
                  <a:gd name="connsiteX59" fmla="*/ 265271 w 334803"/>
                  <a:gd name="connsiteY59" fmla="*/ 0 h 312420"/>
                  <a:gd name="connsiteX60" fmla="*/ 96679 w 334803"/>
                  <a:gd name="connsiteY60" fmla="*/ 0 h 31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334803" h="312420">
                    <a:moveTo>
                      <a:pt x="96679" y="0"/>
                    </a:moveTo>
                    <a:cubicBezTo>
                      <a:pt x="92869" y="0"/>
                      <a:pt x="90011" y="1905"/>
                      <a:pt x="88107" y="4763"/>
                    </a:cubicBezTo>
                    <a:lnTo>
                      <a:pt x="1429" y="152400"/>
                    </a:lnTo>
                    <a:cubicBezTo>
                      <a:pt x="-476" y="155258"/>
                      <a:pt x="-476" y="159068"/>
                      <a:pt x="1429" y="162878"/>
                    </a:cubicBezTo>
                    <a:lnTo>
                      <a:pt x="87154" y="307658"/>
                    </a:lnTo>
                    <a:cubicBezTo>
                      <a:pt x="89059" y="310515"/>
                      <a:pt x="91916" y="312420"/>
                      <a:pt x="95727" y="312420"/>
                    </a:cubicBezTo>
                    <a:lnTo>
                      <a:pt x="264319" y="312420"/>
                    </a:lnTo>
                    <a:cubicBezTo>
                      <a:pt x="268129" y="312420"/>
                      <a:pt x="270986" y="310515"/>
                      <a:pt x="272891" y="307658"/>
                    </a:cubicBezTo>
                    <a:lnTo>
                      <a:pt x="332899" y="202883"/>
                    </a:lnTo>
                    <a:cubicBezTo>
                      <a:pt x="334804" y="200025"/>
                      <a:pt x="334804" y="196215"/>
                      <a:pt x="332899" y="193358"/>
                    </a:cubicBezTo>
                    <a:lnTo>
                      <a:pt x="249079" y="47625"/>
                    </a:lnTo>
                    <a:cubicBezTo>
                      <a:pt x="247174" y="44768"/>
                      <a:pt x="244316" y="42863"/>
                      <a:pt x="240507" y="42863"/>
                    </a:cubicBezTo>
                    <a:lnTo>
                      <a:pt x="121444" y="42863"/>
                    </a:lnTo>
                    <a:cubicBezTo>
                      <a:pt x="117634" y="42863"/>
                      <a:pt x="114777" y="44768"/>
                      <a:pt x="112871" y="47625"/>
                    </a:cubicBezTo>
                    <a:lnTo>
                      <a:pt x="50959" y="152400"/>
                    </a:lnTo>
                    <a:cubicBezTo>
                      <a:pt x="49054" y="155258"/>
                      <a:pt x="49054" y="159068"/>
                      <a:pt x="50959" y="162878"/>
                    </a:cubicBezTo>
                    <a:lnTo>
                      <a:pt x="111919" y="265747"/>
                    </a:lnTo>
                    <a:cubicBezTo>
                      <a:pt x="113824" y="268605"/>
                      <a:pt x="116682" y="270510"/>
                      <a:pt x="120491" y="270510"/>
                    </a:cubicBezTo>
                    <a:lnTo>
                      <a:pt x="240507" y="270510"/>
                    </a:lnTo>
                    <a:cubicBezTo>
                      <a:pt x="244316" y="270510"/>
                      <a:pt x="247174" y="268605"/>
                      <a:pt x="249079" y="265747"/>
                    </a:cubicBezTo>
                    <a:lnTo>
                      <a:pt x="277654" y="215265"/>
                    </a:lnTo>
                    <a:lnTo>
                      <a:pt x="277654" y="215265"/>
                    </a:lnTo>
                    <a:lnTo>
                      <a:pt x="288132" y="197168"/>
                    </a:lnTo>
                    <a:lnTo>
                      <a:pt x="270986" y="168593"/>
                    </a:lnTo>
                    <a:lnTo>
                      <a:pt x="263366" y="182880"/>
                    </a:lnTo>
                    <a:lnTo>
                      <a:pt x="263366" y="183833"/>
                    </a:lnTo>
                    <a:lnTo>
                      <a:pt x="232886" y="238125"/>
                    </a:lnTo>
                    <a:cubicBezTo>
                      <a:pt x="230982" y="240983"/>
                      <a:pt x="228124" y="242888"/>
                      <a:pt x="224314" y="242888"/>
                    </a:cubicBezTo>
                    <a:lnTo>
                      <a:pt x="138589" y="242888"/>
                    </a:lnTo>
                    <a:cubicBezTo>
                      <a:pt x="134779" y="242888"/>
                      <a:pt x="131921" y="240983"/>
                      <a:pt x="130016" y="238125"/>
                    </a:cubicBezTo>
                    <a:lnTo>
                      <a:pt x="87154" y="163830"/>
                    </a:lnTo>
                    <a:cubicBezTo>
                      <a:pt x="85249" y="160972"/>
                      <a:pt x="85249" y="157163"/>
                      <a:pt x="87154" y="153353"/>
                    </a:cubicBezTo>
                    <a:lnTo>
                      <a:pt x="130969" y="77153"/>
                    </a:lnTo>
                    <a:cubicBezTo>
                      <a:pt x="132874" y="74295"/>
                      <a:pt x="135732" y="72390"/>
                      <a:pt x="139541" y="72390"/>
                    </a:cubicBezTo>
                    <a:lnTo>
                      <a:pt x="224314" y="72390"/>
                    </a:lnTo>
                    <a:cubicBezTo>
                      <a:pt x="228124" y="72390"/>
                      <a:pt x="230982" y="74295"/>
                      <a:pt x="232886" y="77153"/>
                    </a:cubicBezTo>
                    <a:lnTo>
                      <a:pt x="299561" y="194310"/>
                    </a:lnTo>
                    <a:cubicBezTo>
                      <a:pt x="301466" y="197168"/>
                      <a:pt x="301466" y="200978"/>
                      <a:pt x="299561" y="203835"/>
                    </a:cubicBezTo>
                    <a:lnTo>
                      <a:pt x="256699" y="280035"/>
                    </a:lnTo>
                    <a:cubicBezTo>
                      <a:pt x="254794" y="282893"/>
                      <a:pt x="251936" y="284797"/>
                      <a:pt x="248127" y="284797"/>
                    </a:cubicBezTo>
                    <a:lnTo>
                      <a:pt x="112871" y="284797"/>
                    </a:lnTo>
                    <a:cubicBezTo>
                      <a:pt x="109061" y="284797"/>
                      <a:pt x="106204" y="282893"/>
                      <a:pt x="104299" y="280035"/>
                    </a:cubicBezTo>
                    <a:lnTo>
                      <a:pt x="35719" y="162878"/>
                    </a:lnTo>
                    <a:cubicBezTo>
                      <a:pt x="33814" y="160020"/>
                      <a:pt x="33814" y="156210"/>
                      <a:pt x="35719" y="152400"/>
                    </a:cubicBezTo>
                    <a:lnTo>
                      <a:pt x="105252" y="32385"/>
                    </a:lnTo>
                    <a:cubicBezTo>
                      <a:pt x="107157" y="29528"/>
                      <a:pt x="110014" y="27622"/>
                      <a:pt x="113824" y="27622"/>
                    </a:cubicBezTo>
                    <a:lnTo>
                      <a:pt x="247174" y="27622"/>
                    </a:lnTo>
                    <a:cubicBezTo>
                      <a:pt x="250984" y="27622"/>
                      <a:pt x="253841" y="29528"/>
                      <a:pt x="255746" y="32385"/>
                    </a:cubicBezTo>
                    <a:lnTo>
                      <a:pt x="309086" y="127635"/>
                    </a:lnTo>
                    <a:lnTo>
                      <a:pt x="309086" y="127635"/>
                    </a:lnTo>
                    <a:lnTo>
                      <a:pt x="317659" y="142875"/>
                    </a:lnTo>
                    <a:lnTo>
                      <a:pt x="334804" y="113347"/>
                    </a:lnTo>
                    <a:lnTo>
                      <a:pt x="334804" y="113347"/>
                    </a:lnTo>
                    <a:lnTo>
                      <a:pt x="331946" y="108585"/>
                    </a:lnTo>
                    <a:lnTo>
                      <a:pt x="331946" y="108585"/>
                    </a:lnTo>
                    <a:lnTo>
                      <a:pt x="324327" y="94297"/>
                    </a:lnTo>
                    <a:lnTo>
                      <a:pt x="321469" y="88583"/>
                    </a:lnTo>
                    <a:lnTo>
                      <a:pt x="321469" y="88583"/>
                    </a:lnTo>
                    <a:lnTo>
                      <a:pt x="273844" y="4763"/>
                    </a:lnTo>
                    <a:cubicBezTo>
                      <a:pt x="271939" y="1905"/>
                      <a:pt x="269082" y="0"/>
                      <a:pt x="265271" y="0"/>
                    </a:cubicBezTo>
                    <a:lnTo>
                      <a:pt x="9667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CF0A151-2696-46B8-BEAD-A5290CD2AC6A}"/>
                  </a:ext>
                </a:extLst>
              </p:cNvPr>
              <p:cNvSpPr/>
              <p:nvPr/>
            </p:nvSpPr>
            <p:spPr>
              <a:xfrm>
                <a:off x="4686945" y="11525648"/>
                <a:ext cx="44767" cy="107632"/>
              </a:xfrm>
              <a:custGeom>
                <a:avLst/>
                <a:gdLst>
                  <a:gd name="connsiteX0" fmla="*/ 17145 w 44767"/>
                  <a:gd name="connsiteY0" fmla="*/ 47625 h 107632"/>
                  <a:gd name="connsiteX1" fmla="*/ 39053 w 44767"/>
                  <a:gd name="connsiteY1" fmla="*/ 47625 h 107632"/>
                  <a:gd name="connsiteX2" fmla="*/ 39053 w 44767"/>
                  <a:gd name="connsiteY2" fmla="*/ 62865 h 107632"/>
                  <a:gd name="connsiteX3" fmla="*/ 17145 w 44767"/>
                  <a:gd name="connsiteY3" fmla="*/ 62865 h 107632"/>
                  <a:gd name="connsiteX4" fmla="*/ 17145 w 44767"/>
                  <a:gd name="connsiteY4" fmla="*/ 107633 h 107632"/>
                  <a:gd name="connsiteX5" fmla="*/ 0 w 44767"/>
                  <a:gd name="connsiteY5" fmla="*/ 107633 h 107632"/>
                  <a:gd name="connsiteX6" fmla="*/ 0 w 44767"/>
                  <a:gd name="connsiteY6" fmla="*/ 0 h 107632"/>
                  <a:gd name="connsiteX7" fmla="*/ 44768 w 44767"/>
                  <a:gd name="connsiteY7" fmla="*/ 0 h 107632"/>
                  <a:gd name="connsiteX8" fmla="*/ 44768 w 44767"/>
                  <a:gd name="connsiteY8" fmla="*/ 15240 h 107632"/>
                  <a:gd name="connsiteX9" fmla="*/ 17145 w 44767"/>
                  <a:gd name="connsiteY9" fmla="*/ 1524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4767" h="107632">
                    <a:moveTo>
                      <a:pt x="17145" y="47625"/>
                    </a:moveTo>
                    <a:lnTo>
                      <a:pt x="39053" y="47625"/>
                    </a:lnTo>
                    <a:lnTo>
                      <a:pt x="39053" y="62865"/>
                    </a:lnTo>
                    <a:lnTo>
                      <a:pt x="17145" y="62865"/>
                    </a:lnTo>
                    <a:lnTo>
                      <a:pt x="17145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44768" y="0"/>
                    </a:lnTo>
                    <a:lnTo>
                      <a:pt x="44768" y="15240"/>
                    </a:lnTo>
                    <a:lnTo>
                      <a:pt x="17145" y="1524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85217E2-1B48-43CF-B7A9-B51052F29B09}"/>
                  </a:ext>
                </a:extLst>
              </p:cNvPr>
              <p:cNvSpPr/>
              <p:nvPr/>
            </p:nvSpPr>
            <p:spPr>
              <a:xfrm>
                <a:off x="4739332" y="11525648"/>
                <a:ext cx="51435" cy="108585"/>
              </a:xfrm>
              <a:custGeom>
                <a:avLst/>
                <a:gdLst>
                  <a:gd name="connsiteX0" fmla="*/ 16193 w 51435"/>
                  <a:gd name="connsiteY0" fmla="*/ 0 h 108585"/>
                  <a:gd name="connsiteX1" fmla="*/ 16193 w 51435"/>
                  <a:gd name="connsiteY1" fmla="*/ 82868 h 108585"/>
                  <a:gd name="connsiteX2" fmla="*/ 19050 w 51435"/>
                  <a:gd name="connsiteY2" fmla="*/ 91440 h 108585"/>
                  <a:gd name="connsiteX3" fmla="*/ 25718 w 51435"/>
                  <a:gd name="connsiteY3" fmla="*/ 93345 h 108585"/>
                  <a:gd name="connsiteX4" fmla="*/ 32385 w 51435"/>
                  <a:gd name="connsiteY4" fmla="*/ 91440 h 108585"/>
                  <a:gd name="connsiteX5" fmla="*/ 35243 w 51435"/>
                  <a:gd name="connsiteY5" fmla="*/ 82868 h 108585"/>
                  <a:gd name="connsiteX6" fmla="*/ 35243 w 51435"/>
                  <a:gd name="connsiteY6" fmla="*/ 0 h 108585"/>
                  <a:gd name="connsiteX7" fmla="*/ 51435 w 51435"/>
                  <a:gd name="connsiteY7" fmla="*/ 0 h 108585"/>
                  <a:gd name="connsiteX8" fmla="*/ 51435 w 51435"/>
                  <a:gd name="connsiteY8" fmla="*/ 81915 h 108585"/>
                  <a:gd name="connsiteX9" fmla="*/ 44768 w 51435"/>
                  <a:gd name="connsiteY9" fmla="*/ 101918 h 108585"/>
                  <a:gd name="connsiteX10" fmla="*/ 25718 w 51435"/>
                  <a:gd name="connsiteY10" fmla="*/ 108585 h 108585"/>
                  <a:gd name="connsiteX11" fmla="*/ 6668 w 51435"/>
                  <a:gd name="connsiteY11" fmla="*/ 101918 h 108585"/>
                  <a:gd name="connsiteX12" fmla="*/ 0 w 51435"/>
                  <a:gd name="connsiteY12" fmla="*/ 81915 h 108585"/>
                  <a:gd name="connsiteX13" fmla="*/ 0 w 51435"/>
                  <a:gd name="connsiteY13" fmla="*/ 0 h 108585"/>
                  <a:gd name="connsiteX14" fmla="*/ 16193 w 51435"/>
                  <a:gd name="connsiteY14" fmla="*/ 0 h 108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435" h="108585">
                    <a:moveTo>
                      <a:pt x="16193" y="0"/>
                    </a:moveTo>
                    <a:lnTo>
                      <a:pt x="16193" y="82868"/>
                    </a:lnTo>
                    <a:cubicBezTo>
                      <a:pt x="16193" y="86678"/>
                      <a:pt x="17145" y="89535"/>
                      <a:pt x="19050" y="91440"/>
                    </a:cubicBezTo>
                    <a:cubicBezTo>
                      <a:pt x="20955" y="93345"/>
                      <a:pt x="22860" y="93345"/>
                      <a:pt x="25718" y="93345"/>
                    </a:cubicBezTo>
                    <a:cubicBezTo>
                      <a:pt x="28575" y="93345"/>
                      <a:pt x="30480" y="92393"/>
                      <a:pt x="32385" y="91440"/>
                    </a:cubicBezTo>
                    <a:cubicBezTo>
                      <a:pt x="34290" y="89535"/>
                      <a:pt x="35243" y="87630"/>
                      <a:pt x="35243" y="82868"/>
                    </a:cubicBezTo>
                    <a:lnTo>
                      <a:pt x="35243" y="0"/>
                    </a:lnTo>
                    <a:lnTo>
                      <a:pt x="51435" y="0"/>
                    </a:lnTo>
                    <a:lnTo>
                      <a:pt x="51435" y="81915"/>
                    </a:lnTo>
                    <a:cubicBezTo>
                      <a:pt x="51435" y="90488"/>
                      <a:pt x="49530" y="97155"/>
                      <a:pt x="44768" y="101918"/>
                    </a:cubicBezTo>
                    <a:cubicBezTo>
                      <a:pt x="40958" y="106680"/>
                      <a:pt x="34290" y="108585"/>
                      <a:pt x="25718" y="108585"/>
                    </a:cubicBezTo>
                    <a:cubicBezTo>
                      <a:pt x="17145" y="108585"/>
                      <a:pt x="11430" y="106680"/>
                      <a:pt x="6668" y="101918"/>
                    </a:cubicBezTo>
                    <a:cubicBezTo>
                      <a:pt x="2858" y="97155"/>
                      <a:pt x="0" y="90488"/>
                      <a:pt x="0" y="81915"/>
                    </a:cubicBezTo>
                    <a:lnTo>
                      <a:pt x="0" y="0"/>
                    </a:lnTo>
                    <a:lnTo>
                      <a:pt x="1619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6884856-A46C-4115-8B0D-21C5E3EBA19E}"/>
                  </a:ext>
                </a:extLst>
              </p:cNvPr>
              <p:cNvSpPr/>
              <p:nvPr/>
            </p:nvSpPr>
            <p:spPr>
              <a:xfrm>
                <a:off x="4801245" y="11525648"/>
                <a:ext cx="53340" cy="107632"/>
              </a:xfrm>
              <a:custGeom>
                <a:avLst/>
                <a:gdLst>
                  <a:gd name="connsiteX0" fmla="*/ 15240 w 53340"/>
                  <a:gd name="connsiteY0" fmla="*/ 29528 h 107632"/>
                  <a:gd name="connsiteX1" fmla="*/ 15240 w 53340"/>
                  <a:gd name="connsiteY1" fmla="*/ 107633 h 107632"/>
                  <a:gd name="connsiteX2" fmla="*/ 0 w 53340"/>
                  <a:gd name="connsiteY2" fmla="*/ 107633 h 107632"/>
                  <a:gd name="connsiteX3" fmla="*/ 0 w 53340"/>
                  <a:gd name="connsiteY3" fmla="*/ 0 h 107632"/>
                  <a:gd name="connsiteX4" fmla="*/ 20955 w 53340"/>
                  <a:gd name="connsiteY4" fmla="*/ 0 h 107632"/>
                  <a:gd name="connsiteX5" fmla="*/ 38100 w 53340"/>
                  <a:gd name="connsiteY5" fmla="*/ 64770 h 107632"/>
                  <a:gd name="connsiteX6" fmla="*/ 38100 w 53340"/>
                  <a:gd name="connsiteY6" fmla="*/ 0 h 107632"/>
                  <a:gd name="connsiteX7" fmla="*/ 53340 w 53340"/>
                  <a:gd name="connsiteY7" fmla="*/ 0 h 107632"/>
                  <a:gd name="connsiteX8" fmla="*/ 53340 w 53340"/>
                  <a:gd name="connsiteY8" fmla="*/ 107633 h 107632"/>
                  <a:gd name="connsiteX9" fmla="*/ 36195 w 53340"/>
                  <a:gd name="connsiteY9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340" h="107632">
                    <a:moveTo>
                      <a:pt x="15240" y="29528"/>
                    </a:move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20955" y="0"/>
                    </a:lnTo>
                    <a:lnTo>
                      <a:pt x="38100" y="64770"/>
                    </a:lnTo>
                    <a:lnTo>
                      <a:pt x="38100" y="0"/>
                    </a:lnTo>
                    <a:lnTo>
                      <a:pt x="53340" y="0"/>
                    </a:lnTo>
                    <a:lnTo>
                      <a:pt x="53340" y="107633"/>
                    </a:lnTo>
                    <a:lnTo>
                      <a:pt x="3619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6626D41-8A68-4EC3-8C94-FF569B3D29E1}"/>
                  </a:ext>
                </a:extLst>
              </p:cNvPr>
              <p:cNvSpPr/>
              <p:nvPr/>
            </p:nvSpPr>
            <p:spPr>
              <a:xfrm>
                <a:off x="4866968" y="11525648"/>
                <a:ext cx="52387" cy="107632"/>
              </a:xfrm>
              <a:custGeom>
                <a:avLst/>
                <a:gdLst>
                  <a:gd name="connsiteX0" fmla="*/ 17145 w 52387"/>
                  <a:gd name="connsiteY0" fmla="*/ 15240 h 107632"/>
                  <a:gd name="connsiteX1" fmla="*/ 17145 w 52387"/>
                  <a:gd name="connsiteY1" fmla="*/ 92393 h 107632"/>
                  <a:gd name="connsiteX2" fmla="*/ 26670 w 52387"/>
                  <a:gd name="connsiteY2" fmla="*/ 92393 h 107632"/>
                  <a:gd name="connsiteX3" fmla="*/ 33338 w 52387"/>
                  <a:gd name="connsiteY3" fmla="*/ 90488 h 107632"/>
                  <a:gd name="connsiteX4" fmla="*/ 35243 w 52387"/>
                  <a:gd name="connsiteY4" fmla="*/ 81915 h 107632"/>
                  <a:gd name="connsiteX5" fmla="*/ 35243 w 52387"/>
                  <a:gd name="connsiteY5" fmla="*/ 25718 h 107632"/>
                  <a:gd name="connsiteX6" fmla="*/ 33338 w 52387"/>
                  <a:gd name="connsiteY6" fmla="*/ 17145 h 107632"/>
                  <a:gd name="connsiteX7" fmla="*/ 26670 w 52387"/>
                  <a:gd name="connsiteY7" fmla="*/ 15240 h 107632"/>
                  <a:gd name="connsiteX8" fmla="*/ 17145 w 52387"/>
                  <a:gd name="connsiteY8" fmla="*/ 15240 h 107632"/>
                  <a:gd name="connsiteX9" fmla="*/ 0 w 52387"/>
                  <a:gd name="connsiteY9" fmla="*/ 0 h 107632"/>
                  <a:gd name="connsiteX10" fmla="*/ 26670 w 52387"/>
                  <a:gd name="connsiteY10" fmla="*/ 0 h 107632"/>
                  <a:gd name="connsiteX11" fmla="*/ 45720 w 52387"/>
                  <a:gd name="connsiteY11" fmla="*/ 6668 h 107632"/>
                  <a:gd name="connsiteX12" fmla="*/ 52388 w 52387"/>
                  <a:gd name="connsiteY12" fmla="*/ 26670 h 107632"/>
                  <a:gd name="connsiteX13" fmla="*/ 52388 w 52387"/>
                  <a:gd name="connsiteY13" fmla="*/ 80963 h 107632"/>
                  <a:gd name="connsiteX14" fmla="*/ 45720 w 52387"/>
                  <a:gd name="connsiteY14" fmla="*/ 100965 h 107632"/>
                  <a:gd name="connsiteX15" fmla="*/ 26670 w 52387"/>
                  <a:gd name="connsiteY15" fmla="*/ 107633 h 107632"/>
                  <a:gd name="connsiteX16" fmla="*/ 0 w 52387"/>
                  <a:gd name="connsiteY16" fmla="*/ 107633 h 107632"/>
                  <a:gd name="connsiteX17" fmla="*/ 0 w 52387"/>
                  <a:gd name="connsiteY17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387" h="107632">
                    <a:moveTo>
                      <a:pt x="17145" y="15240"/>
                    </a:moveTo>
                    <a:lnTo>
                      <a:pt x="17145" y="92393"/>
                    </a:lnTo>
                    <a:lnTo>
                      <a:pt x="26670" y="92393"/>
                    </a:lnTo>
                    <a:cubicBezTo>
                      <a:pt x="29527" y="92393"/>
                      <a:pt x="31432" y="91440"/>
                      <a:pt x="33338" y="90488"/>
                    </a:cubicBezTo>
                    <a:cubicBezTo>
                      <a:pt x="35243" y="88583"/>
                      <a:pt x="35243" y="86678"/>
                      <a:pt x="35243" y="81915"/>
                    </a:cubicBezTo>
                    <a:lnTo>
                      <a:pt x="35243" y="25718"/>
                    </a:lnTo>
                    <a:cubicBezTo>
                      <a:pt x="35243" y="21908"/>
                      <a:pt x="34290" y="19050"/>
                      <a:pt x="33338" y="17145"/>
                    </a:cubicBezTo>
                    <a:cubicBezTo>
                      <a:pt x="31432" y="15240"/>
                      <a:pt x="29527" y="15240"/>
                      <a:pt x="26670" y="15240"/>
                    </a:cubicBezTo>
                    <a:lnTo>
                      <a:pt x="17145" y="15240"/>
                    </a:lnTo>
                    <a:close/>
                    <a:moveTo>
                      <a:pt x="0" y="0"/>
                    </a:moveTo>
                    <a:lnTo>
                      <a:pt x="26670" y="0"/>
                    </a:lnTo>
                    <a:cubicBezTo>
                      <a:pt x="35243" y="0"/>
                      <a:pt x="41910" y="1905"/>
                      <a:pt x="45720" y="6668"/>
                    </a:cubicBezTo>
                    <a:cubicBezTo>
                      <a:pt x="49530" y="11430"/>
                      <a:pt x="52388" y="18098"/>
                      <a:pt x="52388" y="26670"/>
                    </a:cubicBezTo>
                    <a:lnTo>
                      <a:pt x="52388" y="80963"/>
                    </a:lnTo>
                    <a:cubicBezTo>
                      <a:pt x="52388" y="89535"/>
                      <a:pt x="50482" y="96203"/>
                      <a:pt x="45720" y="100965"/>
                    </a:cubicBezTo>
                    <a:cubicBezTo>
                      <a:pt x="41910" y="105728"/>
                      <a:pt x="35243" y="107633"/>
                      <a:pt x="26670" y="107633"/>
                    </a:cubicBezTo>
                    <a:lnTo>
                      <a:pt x="0" y="10763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E168C330-BA84-44D9-8B43-70D7142F31A7}"/>
                  </a:ext>
                </a:extLst>
              </p:cNvPr>
              <p:cNvSpPr/>
              <p:nvPr/>
            </p:nvSpPr>
            <p:spPr>
              <a:xfrm>
                <a:off x="4925070" y="11525648"/>
                <a:ext cx="59055" cy="107632"/>
              </a:xfrm>
              <a:custGeom>
                <a:avLst/>
                <a:gdLst>
                  <a:gd name="connsiteX0" fmla="*/ 20955 w 59055"/>
                  <a:gd name="connsiteY0" fmla="*/ 73343 h 107632"/>
                  <a:gd name="connsiteX1" fmla="*/ 37148 w 59055"/>
                  <a:gd name="connsiteY1" fmla="*/ 73343 h 107632"/>
                  <a:gd name="connsiteX2" fmla="*/ 28575 w 59055"/>
                  <a:gd name="connsiteY2" fmla="*/ 19050 h 107632"/>
                  <a:gd name="connsiteX3" fmla="*/ 20955 w 59055"/>
                  <a:gd name="connsiteY3" fmla="*/ 73343 h 107632"/>
                  <a:gd name="connsiteX4" fmla="*/ 59055 w 59055"/>
                  <a:gd name="connsiteY4" fmla="*/ 107633 h 107632"/>
                  <a:gd name="connsiteX5" fmla="*/ 41910 w 59055"/>
                  <a:gd name="connsiteY5" fmla="*/ 107633 h 107632"/>
                  <a:gd name="connsiteX6" fmla="*/ 39053 w 59055"/>
                  <a:gd name="connsiteY6" fmla="*/ 87630 h 107632"/>
                  <a:gd name="connsiteX7" fmla="*/ 18098 w 59055"/>
                  <a:gd name="connsiteY7" fmla="*/ 87630 h 107632"/>
                  <a:gd name="connsiteX8" fmla="*/ 15240 w 59055"/>
                  <a:gd name="connsiteY8" fmla="*/ 107633 h 107632"/>
                  <a:gd name="connsiteX9" fmla="*/ 0 w 59055"/>
                  <a:gd name="connsiteY9" fmla="*/ 107633 h 107632"/>
                  <a:gd name="connsiteX10" fmla="*/ 17145 w 59055"/>
                  <a:gd name="connsiteY10" fmla="*/ 0 h 107632"/>
                  <a:gd name="connsiteX11" fmla="*/ 41910 w 59055"/>
                  <a:gd name="connsiteY11" fmla="*/ 0 h 107632"/>
                  <a:gd name="connsiteX12" fmla="*/ 59055 w 59055"/>
                  <a:gd name="connsiteY12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055" h="107632">
                    <a:moveTo>
                      <a:pt x="20955" y="73343"/>
                    </a:moveTo>
                    <a:lnTo>
                      <a:pt x="37148" y="73343"/>
                    </a:lnTo>
                    <a:lnTo>
                      <a:pt x="28575" y="19050"/>
                    </a:lnTo>
                    <a:lnTo>
                      <a:pt x="20955" y="73343"/>
                    </a:lnTo>
                    <a:close/>
                    <a:moveTo>
                      <a:pt x="59055" y="107633"/>
                    </a:moveTo>
                    <a:lnTo>
                      <a:pt x="41910" y="107633"/>
                    </a:lnTo>
                    <a:lnTo>
                      <a:pt x="39053" y="87630"/>
                    </a:lnTo>
                    <a:lnTo>
                      <a:pt x="18098" y="87630"/>
                    </a:ln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17145" y="0"/>
                    </a:lnTo>
                    <a:lnTo>
                      <a:pt x="41910" y="0"/>
                    </a:lnTo>
                    <a:lnTo>
                      <a:pt x="5905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4550503-22D4-4FE2-85EB-9642BD0EBB3F}"/>
                  </a:ext>
                </a:extLst>
              </p:cNvPr>
              <p:cNvSpPr/>
              <p:nvPr/>
            </p:nvSpPr>
            <p:spPr>
              <a:xfrm>
                <a:off x="4989840" y="11524696"/>
                <a:ext cx="51434" cy="109537"/>
              </a:xfrm>
              <a:custGeom>
                <a:avLst/>
                <a:gdLst>
                  <a:gd name="connsiteX0" fmla="*/ 51435 w 51434"/>
                  <a:gd name="connsiteY0" fmla="*/ 68580 h 109537"/>
                  <a:gd name="connsiteX1" fmla="*/ 51435 w 51434"/>
                  <a:gd name="connsiteY1" fmla="*/ 82867 h 109537"/>
                  <a:gd name="connsiteX2" fmla="*/ 44767 w 51434"/>
                  <a:gd name="connsiteY2" fmla="*/ 102870 h 109537"/>
                  <a:gd name="connsiteX3" fmla="*/ 25717 w 51434"/>
                  <a:gd name="connsiteY3" fmla="*/ 109538 h 109537"/>
                  <a:gd name="connsiteX4" fmla="*/ 6667 w 51434"/>
                  <a:gd name="connsiteY4" fmla="*/ 102870 h 109537"/>
                  <a:gd name="connsiteX5" fmla="*/ 0 w 51434"/>
                  <a:gd name="connsiteY5" fmla="*/ 82867 h 109537"/>
                  <a:gd name="connsiteX6" fmla="*/ 0 w 51434"/>
                  <a:gd name="connsiteY6" fmla="*/ 26670 h 109537"/>
                  <a:gd name="connsiteX7" fmla="*/ 6667 w 51434"/>
                  <a:gd name="connsiteY7" fmla="*/ 6667 h 109537"/>
                  <a:gd name="connsiteX8" fmla="*/ 25717 w 51434"/>
                  <a:gd name="connsiteY8" fmla="*/ 0 h 109537"/>
                  <a:gd name="connsiteX9" fmla="*/ 44767 w 51434"/>
                  <a:gd name="connsiteY9" fmla="*/ 6667 h 109537"/>
                  <a:gd name="connsiteX10" fmla="*/ 51435 w 51434"/>
                  <a:gd name="connsiteY10" fmla="*/ 26670 h 109537"/>
                  <a:gd name="connsiteX11" fmla="*/ 51435 w 51434"/>
                  <a:gd name="connsiteY11" fmla="*/ 37147 h 109537"/>
                  <a:gd name="connsiteX12" fmla="*/ 35242 w 51434"/>
                  <a:gd name="connsiteY12" fmla="*/ 37147 h 109537"/>
                  <a:gd name="connsiteX13" fmla="*/ 35242 w 51434"/>
                  <a:gd name="connsiteY13" fmla="*/ 25717 h 109537"/>
                  <a:gd name="connsiteX14" fmla="*/ 32385 w 51434"/>
                  <a:gd name="connsiteY14" fmla="*/ 17145 h 109537"/>
                  <a:gd name="connsiteX15" fmla="*/ 25717 w 51434"/>
                  <a:gd name="connsiteY15" fmla="*/ 14288 h 109537"/>
                  <a:gd name="connsiteX16" fmla="*/ 19050 w 51434"/>
                  <a:gd name="connsiteY16" fmla="*/ 17145 h 109537"/>
                  <a:gd name="connsiteX17" fmla="*/ 16192 w 51434"/>
                  <a:gd name="connsiteY17" fmla="*/ 25717 h 109537"/>
                  <a:gd name="connsiteX18" fmla="*/ 16192 w 51434"/>
                  <a:gd name="connsiteY18" fmla="*/ 83820 h 109537"/>
                  <a:gd name="connsiteX19" fmla="*/ 19050 w 51434"/>
                  <a:gd name="connsiteY19" fmla="*/ 92392 h 109537"/>
                  <a:gd name="connsiteX20" fmla="*/ 25717 w 51434"/>
                  <a:gd name="connsiteY20" fmla="*/ 94297 h 109537"/>
                  <a:gd name="connsiteX21" fmla="*/ 32385 w 51434"/>
                  <a:gd name="connsiteY21" fmla="*/ 92392 h 109537"/>
                  <a:gd name="connsiteX22" fmla="*/ 35242 w 51434"/>
                  <a:gd name="connsiteY22" fmla="*/ 83820 h 109537"/>
                  <a:gd name="connsiteX23" fmla="*/ 35242 w 51434"/>
                  <a:gd name="connsiteY23" fmla="*/ 68580 h 109537"/>
                  <a:gd name="connsiteX24" fmla="*/ 51435 w 51434"/>
                  <a:gd name="connsiteY24" fmla="*/ 68580 h 109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434" h="109537">
                    <a:moveTo>
                      <a:pt x="51435" y="68580"/>
                    </a:moveTo>
                    <a:lnTo>
                      <a:pt x="51435" y="82867"/>
                    </a:lnTo>
                    <a:cubicBezTo>
                      <a:pt x="51435" y="91440"/>
                      <a:pt x="49530" y="98107"/>
                      <a:pt x="44767" y="102870"/>
                    </a:cubicBezTo>
                    <a:cubicBezTo>
                      <a:pt x="40957" y="107632"/>
                      <a:pt x="34290" y="109538"/>
                      <a:pt x="25717" y="109538"/>
                    </a:cubicBezTo>
                    <a:cubicBezTo>
                      <a:pt x="17145" y="109538"/>
                      <a:pt x="11430" y="107632"/>
                      <a:pt x="6667" y="102870"/>
                    </a:cubicBezTo>
                    <a:cubicBezTo>
                      <a:pt x="2857" y="98107"/>
                      <a:pt x="0" y="91440"/>
                      <a:pt x="0" y="82867"/>
                    </a:cubicBezTo>
                    <a:lnTo>
                      <a:pt x="0" y="26670"/>
                    </a:lnTo>
                    <a:cubicBezTo>
                      <a:pt x="0" y="18097"/>
                      <a:pt x="1905" y="11430"/>
                      <a:pt x="6667" y="6667"/>
                    </a:cubicBezTo>
                    <a:cubicBezTo>
                      <a:pt x="10477" y="1905"/>
                      <a:pt x="17145" y="0"/>
                      <a:pt x="25717" y="0"/>
                    </a:cubicBezTo>
                    <a:cubicBezTo>
                      <a:pt x="34290" y="0"/>
                      <a:pt x="40005" y="1905"/>
                      <a:pt x="44767" y="6667"/>
                    </a:cubicBezTo>
                    <a:cubicBezTo>
                      <a:pt x="48577" y="11430"/>
                      <a:pt x="51435" y="18097"/>
                      <a:pt x="51435" y="26670"/>
                    </a:cubicBezTo>
                    <a:lnTo>
                      <a:pt x="51435" y="37147"/>
                    </a:lnTo>
                    <a:lnTo>
                      <a:pt x="35242" y="37147"/>
                    </a:lnTo>
                    <a:lnTo>
                      <a:pt x="35242" y="25717"/>
                    </a:lnTo>
                    <a:cubicBezTo>
                      <a:pt x="35242" y="21907"/>
                      <a:pt x="34290" y="19050"/>
                      <a:pt x="32385" y="17145"/>
                    </a:cubicBezTo>
                    <a:cubicBezTo>
                      <a:pt x="30480" y="15240"/>
                      <a:pt x="28575" y="14288"/>
                      <a:pt x="25717" y="14288"/>
                    </a:cubicBezTo>
                    <a:cubicBezTo>
                      <a:pt x="22860" y="14288"/>
                      <a:pt x="20955" y="15240"/>
                      <a:pt x="19050" y="17145"/>
                    </a:cubicBezTo>
                    <a:cubicBezTo>
                      <a:pt x="17145" y="19050"/>
                      <a:pt x="16192" y="21907"/>
                      <a:pt x="16192" y="25717"/>
                    </a:cubicBezTo>
                    <a:lnTo>
                      <a:pt x="16192" y="83820"/>
                    </a:lnTo>
                    <a:cubicBezTo>
                      <a:pt x="16192" y="87630"/>
                      <a:pt x="17145" y="90488"/>
                      <a:pt x="19050" y="92392"/>
                    </a:cubicBezTo>
                    <a:cubicBezTo>
                      <a:pt x="20955" y="94297"/>
                      <a:pt x="22860" y="94297"/>
                      <a:pt x="25717" y="94297"/>
                    </a:cubicBezTo>
                    <a:cubicBezTo>
                      <a:pt x="28575" y="94297"/>
                      <a:pt x="30480" y="93345"/>
                      <a:pt x="32385" y="92392"/>
                    </a:cubicBezTo>
                    <a:cubicBezTo>
                      <a:pt x="34290" y="90488"/>
                      <a:pt x="35242" y="88582"/>
                      <a:pt x="35242" y="83820"/>
                    </a:cubicBezTo>
                    <a:lnTo>
                      <a:pt x="35242" y="68580"/>
                    </a:lnTo>
                    <a:lnTo>
                      <a:pt x="51435" y="68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9814DD9-26B0-4B0B-BD39-1BC299DF9320}"/>
                  </a:ext>
                </a:extLst>
              </p:cNvPr>
              <p:cNvSpPr/>
              <p:nvPr/>
            </p:nvSpPr>
            <p:spPr>
              <a:xfrm>
                <a:off x="5051753" y="11525648"/>
                <a:ext cx="17144" cy="107632"/>
              </a:xfrm>
              <a:custGeom>
                <a:avLst/>
                <a:gdLst>
                  <a:gd name="connsiteX0" fmla="*/ 0 w 17144"/>
                  <a:gd name="connsiteY0" fmla="*/ 0 h 107632"/>
                  <a:gd name="connsiteX1" fmla="*/ 17145 w 17144"/>
                  <a:gd name="connsiteY1" fmla="*/ 0 h 107632"/>
                  <a:gd name="connsiteX2" fmla="*/ 17145 w 17144"/>
                  <a:gd name="connsiteY2" fmla="*/ 107632 h 107632"/>
                  <a:gd name="connsiteX3" fmla="*/ 0 w 17144"/>
                  <a:gd name="connsiteY3" fmla="*/ 107632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4" h="107632">
                    <a:moveTo>
                      <a:pt x="0" y="0"/>
                    </a:moveTo>
                    <a:lnTo>
                      <a:pt x="17145" y="0"/>
                    </a:lnTo>
                    <a:lnTo>
                      <a:pt x="17145" y="107632"/>
                    </a:lnTo>
                    <a:lnTo>
                      <a:pt x="0" y="1076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BE55A5DC-3D22-45FD-AD92-6C65F99E1B1F}"/>
                  </a:ext>
                </a:extLst>
              </p:cNvPr>
              <p:cNvSpPr/>
              <p:nvPr/>
            </p:nvSpPr>
            <p:spPr>
              <a:xfrm>
                <a:off x="5079375" y="11502788"/>
                <a:ext cx="51435" cy="131445"/>
              </a:xfrm>
              <a:custGeom>
                <a:avLst/>
                <a:gdLst>
                  <a:gd name="connsiteX0" fmla="*/ 17145 w 51435"/>
                  <a:gd name="connsiteY0" fmla="*/ 105728 h 131445"/>
                  <a:gd name="connsiteX1" fmla="*/ 20003 w 51435"/>
                  <a:gd name="connsiteY1" fmla="*/ 114300 h 131445"/>
                  <a:gd name="connsiteX2" fmla="*/ 26670 w 51435"/>
                  <a:gd name="connsiteY2" fmla="*/ 117158 h 131445"/>
                  <a:gd name="connsiteX3" fmla="*/ 33338 w 51435"/>
                  <a:gd name="connsiteY3" fmla="*/ 114300 h 131445"/>
                  <a:gd name="connsiteX4" fmla="*/ 36195 w 51435"/>
                  <a:gd name="connsiteY4" fmla="*/ 105728 h 131445"/>
                  <a:gd name="connsiteX5" fmla="*/ 36195 w 51435"/>
                  <a:gd name="connsiteY5" fmla="*/ 47625 h 131445"/>
                  <a:gd name="connsiteX6" fmla="*/ 33338 w 51435"/>
                  <a:gd name="connsiteY6" fmla="*/ 39053 h 131445"/>
                  <a:gd name="connsiteX7" fmla="*/ 26670 w 51435"/>
                  <a:gd name="connsiteY7" fmla="*/ 36195 h 131445"/>
                  <a:gd name="connsiteX8" fmla="*/ 20003 w 51435"/>
                  <a:gd name="connsiteY8" fmla="*/ 39053 h 131445"/>
                  <a:gd name="connsiteX9" fmla="*/ 17145 w 51435"/>
                  <a:gd name="connsiteY9" fmla="*/ 47625 h 131445"/>
                  <a:gd name="connsiteX10" fmla="*/ 17145 w 51435"/>
                  <a:gd name="connsiteY10" fmla="*/ 105728 h 131445"/>
                  <a:gd name="connsiteX11" fmla="*/ 43815 w 51435"/>
                  <a:gd name="connsiteY11" fmla="*/ 0 h 131445"/>
                  <a:gd name="connsiteX12" fmla="*/ 28575 w 51435"/>
                  <a:gd name="connsiteY12" fmla="*/ 17145 h 131445"/>
                  <a:gd name="connsiteX13" fmla="*/ 17145 w 51435"/>
                  <a:gd name="connsiteY13" fmla="*/ 17145 h 131445"/>
                  <a:gd name="connsiteX14" fmla="*/ 27623 w 51435"/>
                  <a:gd name="connsiteY14" fmla="*/ 0 h 131445"/>
                  <a:gd name="connsiteX15" fmla="*/ 43815 w 51435"/>
                  <a:gd name="connsiteY15" fmla="*/ 0 h 131445"/>
                  <a:gd name="connsiteX16" fmla="*/ 0 w 51435"/>
                  <a:gd name="connsiteY16" fmla="*/ 48578 h 131445"/>
                  <a:gd name="connsiteX17" fmla="*/ 6668 w 51435"/>
                  <a:gd name="connsiteY17" fmla="*/ 28575 h 131445"/>
                  <a:gd name="connsiteX18" fmla="*/ 25718 w 51435"/>
                  <a:gd name="connsiteY18" fmla="*/ 21908 h 131445"/>
                  <a:gd name="connsiteX19" fmla="*/ 44768 w 51435"/>
                  <a:gd name="connsiteY19" fmla="*/ 28575 h 131445"/>
                  <a:gd name="connsiteX20" fmla="*/ 51435 w 51435"/>
                  <a:gd name="connsiteY20" fmla="*/ 48578 h 131445"/>
                  <a:gd name="connsiteX21" fmla="*/ 51435 w 51435"/>
                  <a:gd name="connsiteY21" fmla="*/ 104775 h 131445"/>
                  <a:gd name="connsiteX22" fmla="*/ 44768 w 51435"/>
                  <a:gd name="connsiteY22" fmla="*/ 124778 h 131445"/>
                  <a:gd name="connsiteX23" fmla="*/ 25718 w 51435"/>
                  <a:gd name="connsiteY23" fmla="*/ 131445 h 131445"/>
                  <a:gd name="connsiteX24" fmla="*/ 6668 w 51435"/>
                  <a:gd name="connsiteY24" fmla="*/ 124778 h 131445"/>
                  <a:gd name="connsiteX25" fmla="*/ 0 w 51435"/>
                  <a:gd name="connsiteY25" fmla="*/ 104775 h 131445"/>
                  <a:gd name="connsiteX26" fmla="*/ 0 w 51435"/>
                  <a:gd name="connsiteY26" fmla="*/ 48578 h 131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1435" h="131445">
                    <a:moveTo>
                      <a:pt x="17145" y="105728"/>
                    </a:moveTo>
                    <a:cubicBezTo>
                      <a:pt x="17145" y="109538"/>
                      <a:pt x="18098" y="112395"/>
                      <a:pt x="20003" y="114300"/>
                    </a:cubicBezTo>
                    <a:cubicBezTo>
                      <a:pt x="21907" y="116205"/>
                      <a:pt x="23813" y="117158"/>
                      <a:pt x="26670" y="117158"/>
                    </a:cubicBezTo>
                    <a:cubicBezTo>
                      <a:pt x="29528" y="117158"/>
                      <a:pt x="31432" y="116205"/>
                      <a:pt x="33338" y="114300"/>
                    </a:cubicBezTo>
                    <a:cubicBezTo>
                      <a:pt x="35243" y="112395"/>
                      <a:pt x="36195" y="109538"/>
                      <a:pt x="36195" y="105728"/>
                    </a:cubicBezTo>
                    <a:lnTo>
                      <a:pt x="36195" y="47625"/>
                    </a:lnTo>
                    <a:cubicBezTo>
                      <a:pt x="36195" y="43815"/>
                      <a:pt x="35243" y="40958"/>
                      <a:pt x="33338" y="39053"/>
                    </a:cubicBezTo>
                    <a:cubicBezTo>
                      <a:pt x="31432" y="37147"/>
                      <a:pt x="29528" y="36195"/>
                      <a:pt x="26670" y="36195"/>
                    </a:cubicBezTo>
                    <a:cubicBezTo>
                      <a:pt x="23813" y="36195"/>
                      <a:pt x="21907" y="37147"/>
                      <a:pt x="20003" y="39053"/>
                    </a:cubicBezTo>
                    <a:cubicBezTo>
                      <a:pt x="18098" y="40958"/>
                      <a:pt x="17145" y="43815"/>
                      <a:pt x="17145" y="47625"/>
                    </a:cubicBezTo>
                    <a:lnTo>
                      <a:pt x="17145" y="105728"/>
                    </a:lnTo>
                    <a:close/>
                    <a:moveTo>
                      <a:pt x="43815" y="0"/>
                    </a:moveTo>
                    <a:lnTo>
                      <a:pt x="28575" y="17145"/>
                    </a:lnTo>
                    <a:lnTo>
                      <a:pt x="17145" y="17145"/>
                    </a:lnTo>
                    <a:lnTo>
                      <a:pt x="27623" y="0"/>
                    </a:lnTo>
                    <a:lnTo>
                      <a:pt x="43815" y="0"/>
                    </a:lnTo>
                    <a:close/>
                    <a:moveTo>
                      <a:pt x="0" y="48578"/>
                    </a:moveTo>
                    <a:cubicBezTo>
                      <a:pt x="0" y="40005"/>
                      <a:pt x="1905" y="33338"/>
                      <a:pt x="6668" y="28575"/>
                    </a:cubicBezTo>
                    <a:cubicBezTo>
                      <a:pt x="11430" y="23813"/>
                      <a:pt x="17145" y="21908"/>
                      <a:pt x="25718" y="21908"/>
                    </a:cubicBezTo>
                    <a:cubicBezTo>
                      <a:pt x="34290" y="21908"/>
                      <a:pt x="40005" y="23813"/>
                      <a:pt x="44768" y="28575"/>
                    </a:cubicBezTo>
                    <a:cubicBezTo>
                      <a:pt x="49530" y="33338"/>
                      <a:pt x="51435" y="40005"/>
                      <a:pt x="51435" y="48578"/>
                    </a:cubicBezTo>
                    <a:lnTo>
                      <a:pt x="51435" y="104775"/>
                    </a:lnTo>
                    <a:cubicBezTo>
                      <a:pt x="51435" y="113347"/>
                      <a:pt x="49530" y="120015"/>
                      <a:pt x="44768" y="124778"/>
                    </a:cubicBezTo>
                    <a:cubicBezTo>
                      <a:pt x="40005" y="129540"/>
                      <a:pt x="34290" y="131445"/>
                      <a:pt x="25718" y="131445"/>
                    </a:cubicBezTo>
                    <a:cubicBezTo>
                      <a:pt x="17145" y="131445"/>
                      <a:pt x="11430" y="129540"/>
                      <a:pt x="6668" y="124778"/>
                    </a:cubicBezTo>
                    <a:cubicBezTo>
                      <a:pt x="1905" y="120015"/>
                      <a:pt x="0" y="113347"/>
                      <a:pt x="0" y="104775"/>
                    </a:cubicBezTo>
                    <a:lnTo>
                      <a:pt x="0" y="485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8E34C1F-DA3A-47FF-A9FA-118F114F085A}"/>
                  </a:ext>
                </a:extLst>
              </p:cNvPr>
              <p:cNvSpPr/>
              <p:nvPr/>
            </p:nvSpPr>
            <p:spPr>
              <a:xfrm>
                <a:off x="5142240" y="11525648"/>
                <a:ext cx="53339" cy="107632"/>
              </a:xfrm>
              <a:custGeom>
                <a:avLst/>
                <a:gdLst>
                  <a:gd name="connsiteX0" fmla="*/ 15240 w 53339"/>
                  <a:gd name="connsiteY0" fmla="*/ 29528 h 107632"/>
                  <a:gd name="connsiteX1" fmla="*/ 15240 w 53339"/>
                  <a:gd name="connsiteY1" fmla="*/ 107633 h 107632"/>
                  <a:gd name="connsiteX2" fmla="*/ 0 w 53339"/>
                  <a:gd name="connsiteY2" fmla="*/ 107633 h 107632"/>
                  <a:gd name="connsiteX3" fmla="*/ 0 w 53339"/>
                  <a:gd name="connsiteY3" fmla="*/ 0 h 107632"/>
                  <a:gd name="connsiteX4" fmla="*/ 20955 w 53339"/>
                  <a:gd name="connsiteY4" fmla="*/ 0 h 107632"/>
                  <a:gd name="connsiteX5" fmla="*/ 38100 w 53339"/>
                  <a:gd name="connsiteY5" fmla="*/ 64770 h 107632"/>
                  <a:gd name="connsiteX6" fmla="*/ 38100 w 53339"/>
                  <a:gd name="connsiteY6" fmla="*/ 0 h 107632"/>
                  <a:gd name="connsiteX7" fmla="*/ 53340 w 53339"/>
                  <a:gd name="connsiteY7" fmla="*/ 0 h 107632"/>
                  <a:gd name="connsiteX8" fmla="*/ 53340 w 53339"/>
                  <a:gd name="connsiteY8" fmla="*/ 107633 h 107632"/>
                  <a:gd name="connsiteX9" fmla="*/ 36195 w 53339"/>
                  <a:gd name="connsiteY9" fmla="*/ 107633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339" h="107632">
                    <a:moveTo>
                      <a:pt x="15240" y="29528"/>
                    </a:moveTo>
                    <a:lnTo>
                      <a:pt x="15240" y="107633"/>
                    </a:lnTo>
                    <a:lnTo>
                      <a:pt x="0" y="107633"/>
                    </a:lnTo>
                    <a:lnTo>
                      <a:pt x="0" y="0"/>
                    </a:lnTo>
                    <a:lnTo>
                      <a:pt x="20955" y="0"/>
                    </a:lnTo>
                    <a:lnTo>
                      <a:pt x="38100" y="64770"/>
                    </a:lnTo>
                    <a:lnTo>
                      <a:pt x="38100" y="0"/>
                    </a:lnTo>
                    <a:lnTo>
                      <a:pt x="53340" y="0"/>
                    </a:lnTo>
                    <a:lnTo>
                      <a:pt x="53340" y="107633"/>
                    </a:lnTo>
                    <a:lnTo>
                      <a:pt x="36195" y="1076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grpSp>
            <p:nvGrpSpPr>
              <p:cNvPr id="42" name="Graphic 8">
                <a:extLst>
                  <a:ext uri="{FF2B5EF4-FFF2-40B4-BE49-F238E27FC236}">
                    <a16:creationId xmlns:a16="http://schemas.microsoft.com/office/drawing/2014/main" id="{8A89F1D2-1950-472D-8021-6F6D1FF42F11}"/>
                  </a:ext>
                </a:extLst>
              </p:cNvPr>
              <p:cNvGrpSpPr/>
              <p:nvPr/>
            </p:nvGrpSpPr>
            <p:grpSpPr>
              <a:xfrm>
                <a:off x="4620270" y="11655188"/>
                <a:ext cx="497205" cy="109537"/>
                <a:chOff x="4620270" y="11655188"/>
                <a:chExt cx="497205" cy="109537"/>
              </a:xfrm>
              <a:grpFill/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7BBD5BA-6F2B-44BF-980F-CD714481FECE}"/>
                    </a:ext>
                  </a:extLst>
                </p:cNvPr>
                <p:cNvSpPr/>
                <p:nvPr/>
              </p:nvSpPr>
              <p:spPr>
                <a:xfrm>
                  <a:off x="4620270" y="11655188"/>
                  <a:ext cx="51435" cy="109537"/>
                </a:xfrm>
                <a:custGeom>
                  <a:avLst/>
                  <a:gdLst>
                    <a:gd name="connsiteX0" fmla="*/ 27623 w 51435"/>
                    <a:gd name="connsiteY0" fmla="*/ 48578 h 109537"/>
                    <a:gd name="connsiteX1" fmla="*/ 51435 w 51435"/>
                    <a:gd name="connsiteY1" fmla="*/ 48578 h 109537"/>
                    <a:gd name="connsiteX2" fmla="*/ 51435 w 51435"/>
                    <a:gd name="connsiteY2" fmla="*/ 82868 h 109537"/>
                    <a:gd name="connsiteX3" fmla="*/ 44768 w 51435"/>
                    <a:gd name="connsiteY3" fmla="*/ 102870 h 109537"/>
                    <a:gd name="connsiteX4" fmla="*/ 25718 w 51435"/>
                    <a:gd name="connsiteY4" fmla="*/ 109538 h 109537"/>
                    <a:gd name="connsiteX5" fmla="*/ 6668 w 51435"/>
                    <a:gd name="connsiteY5" fmla="*/ 102870 h 109537"/>
                    <a:gd name="connsiteX6" fmla="*/ 0 w 51435"/>
                    <a:gd name="connsiteY6" fmla="*/ 82868 h 109537"/>
                    <a:gd name="connsiteX7" fmla="*/ 0 w 51435"/>
                    <a:gd name="connsiteY7" fmla="*/ 26670 h 109537"/>
                    <a:gd name="connsiteX8" fmla="*/ 6668 w 51435"/>
                    <a:gd name="connsiteY8" fmla="*/ 6668 h 109537"/>
                    <a:gd name="connsiteX9" fmla="*/ 25718 w 51435"/>
                    <a:gd name="connsiteY9" fmla="*/ 0 h 109537"/>
                    <a:gd name="connsiteX10" fmla="*/ 44768 w 51435"/>
                    <a:gd name="connsiteY10" fmla="*/ 6668 h 109537"/>
                    <a:gd name="connsiteX11" fmla="*/ 51435 w 51435"/>
                    <a:gd name="connsiteY11" fmla="*/ 26670 h 109537"/>
                    <a:gd name="connsiteX12" fmla="*/ 51435 w 51435"/>
                    <a:gd name="connsiteY12" fmla="*/ 37147 h 109537"/>
                    <a:gd name="connsiteX13" fmla="*/ 35243 w 51435"/>
                    <a:gd name="connsiteY13" fmla="*/ 37147 h 109537"/>
                    <a:gd name="connsiteX14" fmla="*/ 35243 w 51435"/>
                    <a:gd name="connsiteY14" fmla="*/ 25718 h 109537"/>
                    <a:gd name="connsiteX15" fmla="*/ 32385 w 51435"/>
                    <a:gd name="connsiteY15" fmla="*/ 17145 h 109537"/>
                    <a:gd name="connsiteX16" fmla="*/ 25718 w 51435"/>
                    <a:gd name="connsiteY16" fmla="*/ 14288 h 109537"/>
                    <a:gd name="connsiteX17" fmla="*/ 19050 w 51435"/>
                    <a:gd name="connsiteY17" fmla="*/ 17145 h 109537"/>
                    <a:gd name="connsiteX18" fmla="*/ 16193 w 51435"/>
                    <a:gd name="connsiteY18" fmla="*/ 25718 h 109537"/>
                    <a:gd name="connsiteX19" fmla="*/ 16193 w 51435"/>
                    <a:gd name="connsiteY19" fmla="*/ 83820 h 109537"/>
                    <a:gd name="connsiteX20" fmla="*/ 19050 w 51435"/>
                    <a:gd name="connsiteY20" fmla="*/ 92393 h 109537"/>
                    <a:gd name="connsiteX21" fmla="*/ 25718 w 51435"/>
                    <a:gd name="connsiteY21" fmla="*/ 94297 h 109537"/>
                    <a:gd name="connsiteX22" fmla="*/ 32385 w 51435"/>
                    <a:gd name="connsiteY22" fmla="*/ 92393 h 109537"/>
                    <a:gd name="connsiteX23" fmla="*/ 35243 w 51435"/>
                    <a:gd name="connsiteY23" fmla="*/ 83820 h 109537"/>
                    <a:gd name="connsiteX24" fmla="*/ 35243 w 51435"/>
                    <a:gd name="connsiteY24" fmla="*/ 63818 h 109537"/>
                    <a:gd name="connsiteX25" fmla="*/ 27623 w 51435"/>
                    <a:gd name="connsiteY25" fmla="*/ 63818 h 109537"/>
                    <a:gd name="connsiteX26" fmla="*/ 27623 w 51435"/>
                    <a:gd name="connsiteY26" fmla="*/ 48578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" h="109537">
                      <a:moveTo>
                        <a:pt x="27623" y="48578"/>
                      </a:moveTo>
                      <a:lnTo>
                        <a:pt x="51435" y="48578"/>
                      </a:ln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958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2858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0478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8578" y="11430"/>
                        <a:pt x="51435" y="18097"/>
                        <a:pt x="51435" y="26670"/>
                      </a:cubicBezTo>
                      <a:lnTo>
                        <a:pt x="51435" y="37147"/>
                      </a:lnTo>
                      <a:lnTo>
                        <a:pt x="35243" y="37147"/>
                      </a:lnTo>
                      <a:lnTo>
                        <a:pt x="35243" y="25718"/>
                      </a:lnTo>
                      <a:cubicBezTo>
                        <a:pt x="35243" y="21908"/>
                        <a:pt x="34290" y="19050"/>
                        <a:pt x="32385" y="17145"/>
                      </a:cubicBezTo>
                      <a:cubicBezTo>
                        <a:pt x="30480" y="15240"/>
                        <a:pt x="28575" y="14288"/>
                        <a:pt x="25718" y="14288"/>
                      </a:cubicBezTo>
                      <a:cubicBezTo>
                        <a:pt x="22860" y="14288"/>
                        <a:pt x="20955" y="15240"/>
                        <a:pt x="19050" y="17145"/>
                      </a:cubicBezTo>
                      <a:cubicBezTo>
                        <a:pt x="17145" y="19050"/>
                        <a:pt x="16193" y="21908"/>
                        <a:pt x="16193" y="25718"/>
                      </a:cubicBezTo>
                      <a:lnTo>
                        <a:pt x="16193" y="83820"/>
                      </a:lnTo>
                      <a:cubicBezTo>
                        <a:pt x="16193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8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3" y="88583"/>
                        <a:pt x="35243" y="83820"/>
                      </a:cubicBezTo>
                      <a:lnTo>
                        <a:pt x="35243" y="63818"/>
                      </a:lnTo>
                      <a:lnTo>
                        <a:pt x="27623" y="63818"/>
                      </a:lnTo>
                      <a:lnTo>
                        <a:pt x="27623" y="4857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6D3B384-6EC2-4921-AE13-513C051DD211}"/>
                    </a:ext>
                  </a:extLst>
                </p:cNvPr>
                <p:cNvSpPr/>
                <p:nvPr/>
              </p:nvSpPr>
              <p:spPr>
                <a:xfrm>
                  <a:off x="4682182" y="11656141"/>
                  <a:ext cx="52387" cy="107632"/>
                </a:xfrm>
                <a:custGeom>
                  <a:avLst/>
                  <a:gdLst>
                    <a:gd name="connsiteX0" fmla="*/ 17145 w 52387"/>
                    <a:gd name="connsiteY0" fmla="*/ 15240 h 107632"/>
                    <a:gd name="connsiteX1" fmla="*/ 17145 w 52387"/>
                    <a:gd name="connsiteY1" fmla="*/ 48578 h 107632"/>
                    <a:gd name="connsiteX2" fmla="*/ 23813 w 52387"/>
                    <a:gd name="connsiteY2" fmla="*/ 48578 h 107632"/>
                    <a:gd name="connsiteX3" fmla="*/ 31433 w 52387"/>
                    <a:gd name="connsiteY3" fmla="*/ 45720 h 107632"/>
                    <a:gd name="connsiteX4" fmla="*/ 34290 w 52387"/>
                    <a:gd name="connsiteY4" fmla="*/ 37147 h 107632"/>
                    <a:gd name="connsiteX5" fmla="*/ 34290 w 52387"/>
                    <a:gd name="connsiteY5" fmla="*/ 26670 h 107632"/>
                    <a:gd name="connsiteX6" fmla="*/ 32385 w 52387"/>
                    <a:gd name="connsiteY6" fmla="*/ 18097 h 107632"/>
                    <a:gd name="connsiteX7" fmla="*/ 25718 w 52387"/>
                    <a:gd name="connsiteY7" fmla="*/ 15240 h 107632"/>
                    <a:gd name="connsiteX8" fmla="*/ 17145 w 52387"/>
                    <a:gd name="connsiteY8" fmla="*/ 15240 h 107632"/>
                    <a:gd name="connsiteX9" fmla="*/ 36195 w 52387"/>
                    <a:gd name="connsiteY9" fmla="*/ 107632 h 107632"/>
                    <a:gd name="connsiteX10" fmla="*/ 35243 w 52387"/>
                    <a:gd name="connsiteY10" fmla="*/ 105728 h 107632"/>
                    <a:gd name="connsiteX11" fmla="*/ 34290 w 52387"/>
                    <a:gd name="connsiteY11" fmla="*/ 103822 h 107632"/>
                    <a:gd name="connsiteX12" fmla="*/ 34290 w 52387"/>
                    <a:gd name="connsiteY12" fmla="*/ 100013 h 107632"/>
                    <a:gd name="connsiteX13" fmla="*/ 34290 w 52387"/>
                    <a:gd name="connsiteY13" fmla="*/ 94297 h 107632"/>
                    <a:gd name="connsiteX14" fmla="*/ 34290 w 52387"/>
                    <a:gd name="connsiteY14" fmla="*/ 77153 h 107632"/>
                    <a:gd name="connsiteX15" fmla="*/ 31433 w 52387"/>
                    <a:gd name="connsiteY15" fmla="*/ 66675 h 107632"/>
                    <a:gd name="connsiteX16" fmla="*/ 22860 w 52387"/>
                    <a:gd name="connsiteY16" fmla="*/ 63818 h 107632"/>
                    <a:gd name="connsiteX17" fmla="*/ 17145 w 52387"/>
                    <a:gd name="connsiteY17" fmla="*/ 63818 h 107632"/>
                    <a:gd name="connsiteX18" fmla="*/ 17145 w 52387"/>
                    <a:gd name="connsiteY18" fmla="*/ 107632 h 107632"/>
                    <a:gd name="connsiteX19" fmla="*/ 0 w 52387"/>
                    <a:gd name="connsiteY19" fmla="*/ 107632 h 107632"/>
                    <a:gd name="connsiteX20" fmla="*/ 0 w 52387"/>
                    <a:gd name="connsiteY20" fmla="*/ 0 h 107632"/>
                    <a:gd name="connsiteX21" fmla="*/ 25718 w 52387"/>
                    <a:gd name="connsiteY21" fmla="*/ 0 h 107632"/>
                    <a:gd name="connsiteX22" fmla="*/ 44768 w 52387"/>
                    <a:gd name="connsiteY22" fmla="*/ 5715 h 107632"/>
                    <a:gd name="connsiteX23" fmla="*/ 50483 w 52387"/>
                    <a:gd name="connsiteY23" fmla="*/ 24765 h 107632"/>
                    <a:gd name="connsiteX24" fmla="*/ 50483 w 52387"/>
                    <a:gd name="connsiteY24" fmla="*/ 33338 h 107632"/>
                    <a:gd name="connsiteX25" fmla="*/ 39053 w 52387"/>
                    <a:gd name="connsiteY25" fmla="*/ 55245 h 107632"/>
                    <a:gd name="connsiteX26" fmla="*/ 47625 w 52387"/>
                    <a:gd name="connsiteY26" fmla="*/ 63818 h 107632"/>
                    <a:gd name="connsiteX27" fmla="*/ 50483 w 52387"/>
                    <a:gd name="connsiteY27" fmla="*/ 78105 h 107632"/>
                    <a:gd name="connsiteX28" fmla="*/ 50483 w 52387"/>
                    <a:gd name="connsiteY28" fmla="*/ 94297 h 107632"/>
                    <a:gd name="connsiteX29" fmla="*/ 50483 w 52387"/>
                    <a:gd name="connsiteY29" fmla="*/ 100965 h 107632"/>
                    <a:gd name="connsiteX30" fmla="*/ 52388 w 52387"/>
                    <a:gd name="connsiteY30" fmla="*/ 106680 h 107632"/>
                    <a:gd name="connsiteX31" fmla="*/ 36195 w 52387"/>
                    <a:gd name="connsiteY31" fmla="*/ 106680 h 107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52387" h="107632">
                      <a:moveTo>
                        <a:pt x="17145" y="15240"/>
                      </a:moveTo>
                      <a:lnTo>
                        <a:pt x="17145" y="48578"/>
                      </a:lnTo>
                      <a:lnTo>
                        <a:pt x="23813" y="48578"/>
                      </a:lnTo>
                      <a:cubicBezTo>
                        <a:pt x="26670" y="48578"/>
                        <a:pt x="29528" y="47625"/>
                        <a:pt x="31433" y="45720"/>
                      </a:cubicBezTo>
                      <a:cubicBezTo>
                        <a:pt x="33338" y="43815"/>
                        <a:pt x="34290" y="40957"/>
                        <a:pt x="34290" y="37147"/>
                      </a:cubicBezTo>
                      <a:lnTo>
                        <a:pt x="34290" y="26670"/>
                      </a:lnTo>
                      <a:cubicBezTo>
                        <a:pt x="34290" y="22860"/>
                        <a:pt x="33338" y="20003"/>
                        <a:pt x="32385" y="18097"/>
                      </a:cubicBezTo>
                      <a:cubicBezTo>
                        <a:pt x="31433" y="16193"/>
                        <a:pt x="28575" y="15240"/>
                        <a:pt x="25718" y="15240"/>
                      </a:cubicBezTo>
                      <a:lnTo>
                        <a:pt x="17145" y="15240"/>
                      </a:lnTo>
                      <a:close/>
                      <a:moveTo>
                        <a:pt x="36195" y="107632"/>
                      </a:moveTo>
                      <a:cubicBezTo>
                        <a:pt x="36195" y="106680"/>
                        <a:pt x="36195" y="106680"/>
                        <a:pt x="35243" y="105728"/>
                      </a:cubicBezTo>
                      <a:cubicBezTo>
                        <a:pt x="35243" y="104775"/>
                        <a:pt x="35243" y="104775"/>
                        <a:pt x="34290" y="103822"/>
                      </a:cubicBezTo>
                      <a:cubicBezTo>
                        <a:pt x="34290" y="102870"/>
                        <a:pt x="34290" y="101918"/>
                        <a:pt x="34290" y="100013"/>
                      </a:cubicBezTo>
                      <a:cubicBezTo>
                        <a:pt x="34290" y="98107"/>
                        <a:pt x="34290" y="97155"/>
                        <a:pt x="34290" y="94297"/>
                      </a:cubicBezTo>
                      <a:lnTo>
                        <a:pt x="34290" y="77153"/>
                      </a:lnTo>
                      <a:cubicBezTo>
                        <a:pt x="34290" y="72390"/>
                        <a:pt x="33338" y="68580"/>
                        <a:pt x="31433" y="66675"/>
                      </a:cubicBezTo>
                      <a:cubicBezTo>
                        <a:pt x="29528" y="64770"/>
                        <a:pt x="26670" y="63818"/>
                        <a:pt x="22860" y="63818"/>
                      </a:cubicBezTo>
                      <a:lnTo>
                        <a:pt x="17145" y="63818"/>
                      </a:lnTo>
                      <a:lnTo>
                        <a:pt x="17145" y="107632"/>
                      </a:lnTo>
                      <a:lnTo>
                        <a:pt x="0" y="107632"/>
                      </a:lnTo>
                      <a:lnTo>
                        <a:pt x="0" y="0"/>
                      </a:lnTo>
                      <a:lnTo>
                        <a:pt x="25718" y="0"/>
                      </a:lnTo>
                      <a:cubicBezTo>
                        <a:pt x="34290" y="0"/>
                        <a:pt x="40958" y="1905"/>
                        <a:pt x="44768" y="5715"/>
                      </a:cubicBezTo>
                      <a:cubicBezTo>
                        <a:pt x="48578" y="9525"/>
                        <a:pt x="50483" y="16193"/>
                        <a:pt x="50483" y="24765"/>
                      </a:cubicBezTo>
                      <a:lnTo>
                        <a:pt x="50483" y="33338"/>
                      </a:lnTo>
                      <a:cubicBezTo>
                        <a:pt x="50483" y="44768"/>
                        <a:pt x="46673" y="51435"/>
                        <a:pt x="39053" y="55245"/>
                      </a:cubicBezTo>
                      <a:cubicBezTo>
                        <a:pt x="43815" y="57150"/>
                        <a:pt x="46673" y="60007"/>
                        <a:pt x="47625" y="63818"/>
                      </a:cubicBezTo>
                      <a:cubicBezTo>
                        <a:pt x="49530" y="67628"/>
                        <a:pt x="50483" y="72390"/>
                        <a:pt x="50483" y="78105"/>
                      </a:cubicBezTo>
                      <a:lnTo>
                        <a:pt x="50483" y="94297"/>
                      </a:lnTo>
                      <a:cubicBezTo>
                        <a:pt x="50483" y="97155"/>
                        <a:pt x="50483" y="99060"/>
                        <a:pt x="50483" y="100965"/>
                      </a:cubicBezTo>
                      <a:cubicBezTo>
                        <a:pt x="50483" y="102870"/>
                        <a:pt x="51435" y="104775"/>
                        <a:pt x="52388" y="106680"/>
                      </a:cubicBezTo>
                      <a:lnTo>
                        <a:pt x="36195" y="10668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5F8C989-5CE6-4A42-937B-C45CAB4E8C69}"/>
                    </a:ext>
                  </a:extLst>
                </p:cNvPr>
                <p:cNvSpPr/>
                <p:nvPr/>
              </p:nvSpPr>
              <p:spPr>
                <a:xfrm>
                  <a:off x="4744095" y="11656141"/>
                  <a:ext cx="51435" cy="108584"/>
                </a:xfrm>
                <a:custGeom>
                  <a:avLst/>
                  <a:gdLst>
                    <a:gd name="connsiteX0" fmla="*/ 16193 w 51435"/>
                    <a:gd name="connsiteY0" fmla="*/ 0 h 108584"/>
                    <a:gd name="connsiteX1" fmla="*/ 16193 w 51435"/>
                    <a:gd name="connsiteY1" fmla="*/ 82868 h 108584"/>
                    <a:gd name="connsiteX2" fmla="*/ 19050 w 51435"/>
                    <a:gd name="connsiteY2" fmla="*/ 91440 h 108584"/>
                    <a:gd name="connsiteX3" fmla="*/ 25718 w 51435"/>
                    <a:gd name="connsiteY3" fmla="*/ 93345 h 108584"/>
                    <a:gd name="connsiteX4" fmla="*/ 32385 w 51435"/>
                    <a:gd name="connsiteY4" fmla="*/ 91440 h 108584"/>
                    <a:gd name="connsiteX5" fmla="*/ 35243 w 51435"/>
                    <a:gd name="connsiteY5" fmla="*/ 82868 h 108584"/>
                    <a:gd name="connsiteX6" fmla="*/ 35243 w 51435"/>
                    <a:gd name="connsiteY6" fmla="*/ 0 h 108584"/>
                    <a:gd name="connsiteX7" fmla="*/ 51435 w 51435"/>
                    <a:gd name="connsiteY7" fmla="*/ 0 h 108584"/>
                    <a:gd name="connsiteX8" fmla="*/ 51435 w 51435"/>
                    <a:gd name="connsiteY8" fmla="*/ 81915 h 108584"/>
                    <a:gd name="connsiteX9" fmla="*/ 44768 w 51435"/>
                    <a:gd name="connsiteY9" fmla="*/ 101918 h 108584"/>
                    <a:gd name="connsiteX10" fmla="*/ 25718 w 51435"/>
                    <a:gd name="connsiteY10" fmla="*/ 108585 h 108584"/>
                    <a:gd name="connsiteX11" fmla="*/ 6668 w 51435"/>
                    <a:gd name="connsiteY11" fmla="*/ 101918 h 108584"/>
                    <a:gd name="connsiteX12" fmla="*/ 0 w 51435"/>
                    <a:gd name="connsiteY12" fmla="*/ 81915 h 108584"/>
                    <a:gd name="connsiteX13" fmla="*/ 0 w 51435"/>
                    <a:gd name="connsiteY13" fmla="*/ 0 h 108584"/>
                    <a:gd name="connsiteX14" fmla="*/ 16193 w 51435"/>
                    <a:gd name="connsiteY14" fmla="*/ 0 h 108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435" h="108584">
                      <a:moveTo>
                        <a:pt x="16193" y="0"/>
                      </a:moveTo>
                      <a:lnTo>
                        <a:pt x="16193" y="82868"/>
                      </a:lnTo>
                      <a:cubicBezTo>
                        <a:pt x="16193" y="86678"/>
                        <a:pt x="17145" y="89535"/>
                        <a:pt x="19050" y="91440"/>
                      </a:cubicBezTo>
                      <a:cubicBezTo>
                        <a:pt x="20955" y="93345"/>
                        <a:pt x="22860" y="93345"/>
                        <a:pt x="25718" y="93345"/>
                      </a:cubicBezTo>
                      <a:cubicBezTo>
                        <a:pt x="28575" y="93345"/>
                        <a:pt x="30480" y="92393"/>
                        <a:pt x="32385" y="91440"/>
                      </a:cubicBezTo>
                      <a:cubicBezTo>
                        <a:pt x="34290" y="89535"/>
                        <a:pt x="35243" y="87630"/>
                        <a:pt x="35243" y="82868"/>
                      </a:cubicBezTo>
                      <a:lnTo>
                        <a:pt x="35243" y="0"/>
                      </a:lnTo>
                      <a:lnTo>
                        <a:pt x="51435" y="0"/>
                      </a:lnTo>
                      <a:lnTo>
                        <a:pt x="51435" y="81915"/>
                      </a:lnTo>
                      <a:cubicBezTo>
                        <a:pt x="51435" y="90488"/>
                        <a:pt x="49530" y="97155"/>
                        <a:pt x="44768" y="101918"/>
                      </a:cubicBezTo>
                      <a:cubicBezTo>
                        <a:pt x="40958" y="106680"/>
                        <a:pt x="34290" y="108585"/>
                        <a:pt x="25718" y="108585"/>
                      </a:cubicBezTo>
                      <a:cubicBezTo>
                        <a:pt x="17145" y="108585"/>
                        <a:pt x="11430" y="106680"/>
                        <a:pt x="6668" y="101918"/>
                      </a:cubicBezTo>
                      <a:cubicBezTo>
                        <a:pt x="2858" y="97155"/>
                        <a:pt x="0" y="90488"/>
                        <a:pt x="0" y="81915"/>
                      </a:cubicBezTo>
                      <a:lnTo>
                        <a:pt x="0" y="0"/>
                      </a:lnTo>
                      <a:lnTo>
                        <a:pt x="16193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EDF00363-6326-4AD6-B67F-FF7AE3B4426C}"/>
                    </a:ext>
                  </a:extLst>
                </p:cNvPr>
                <p:cNvSpPr/>
                <p:nvPr/>
              </p:nvSpPr>
              <p:spPr>
                <a:xfrm>
                  <a:off x="4806007" y="11656141"/>
                  <a:ext cx="50482" cy="108584"/>
                </a:xfrm>
                <a:custGeom>
                  <a:avLst/>
                  <a:gdLst>
                    <a:gd name="connsiteX0" fmla="*/ 17145 w 50482"/>
                    <a:gd name="connsiteY0" fmla="*/ 15240 h 108584"/>
                    <a:gd name="connsiteX1" fmla="*/ 17145 w 50482"/>
                    <a:gd name="connsiteY1" fmla="*/ 51435 h 108584"/>
                    <a:gd name="connsiteX2" fmla="*/ 24765 w 50482"/>
                    <a:gd name="connsiteY2" fmla="*/ 51435 h 108584"/>
                    <a:gd name="connsiteX3" fmla="*/ 30480 w 50482"/>
                    <a:gd name="connsiteY3" fmla="*/ 49530 h 108584"/>
                    <a:gd name="connsiteX4" fmla="*/ 32385 w 50482"/>
                    <a:gd name="connsiteY4" fmla="*/ 41910 h 108584"/>
                    <a:gd name="connsiteX5" fmla="*/ 32385 w 50482"/>
                    <a:gd name="connsiteY5" fmla="*/ 25718 h 108584"/>
                    <a:gd name="connsiteX6" fmla="*/ 30480 w 50482"/>
                    <a:gd name="connsiteY6" fmla="*/ 18097 h 108584"/>
                    <a:gd name="connsiteX7" fmla="*/ 24765 w 50482"/>
                    <a:gd name="connsiteY7" fmla="*/ 16193 h 108584"/>
                    <a:gd name="connsiteX8" fmla="*/ 17145 w 50482"/>
                    <a:gd name="connsiteY8" fmla="*/ 16193 h 108584"/>
                    <a:gd name="connsiteX9" fmla="*/ 24765 w 50482"/>
                    <a:gd name="connsiteY9" fmla="*/ 0 h 108584"/>
                    <a:gd name="connsiteX10" fmla="*/ 43815 w 50482"/>
                    <a:gd name="connsiteY10" fmla="*/ 6668 h 108584"/>
                    <a:gd name="connsiteX11" fmla="*/ 50483 w 50482"/>
                    <a:gd name="connsiteY11" fmla="*/ 26670 h 108584"/>
                    <a:gd name="connsiteX12" fmla="*/ 50483 w 50482"/>
                    <a:gd name="connsiteY12" fmla="*/ 40957 h 108584"/>
                    <a:gd name="connsiteX13" fmla="*/ 43815 w 50482"/>
                    <a:gd name="connsiteY13" fmla="*/ 60960 h 108584"/>
                    <a:gd name="connsiteX14" fmla="*/ 24765 w 50482"/>
                    <a:gd name="connsiteY14" fmla="*/ 67628 h 108584"/>
                    <a:gd name="connsiteX15" fmla="*/ 17145 w 50482"/>
                    <a:gd name="connsiteY15" fmla="*/ 67628 h 108584"/>
                    <a:gd name="connsiteX16" fmla="*/ 17145 w 50482"/>
                    <a:gd name="connsiteY16" fmla="*/ 108585 h 108584"/>
                    <a:gd name="connsiteX17" fmla="*/ 0 w 50482"/>
                    <a:gd name="connsiteY17" fmla="*/ 108585 h 108584"/>
                    <a:gd name="connsiteX18" fmla="*/ 0 w 50482"/>
                    <a:gd name="connsiteY18" fmla="*/ 0 h 108584"/>
                    <a:gd name="connsiteX19" fmla="*/ 24765 w 50482"/>
                    <a:gd name="connsiteY19" fmla="*/ 0 h 108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50482" h="108584">
                      <a:moveTo>
                        <a:pt x="17145" y="15240"/>
                      </a:moveTo>
                      <a:lnTo>
                        <a:pt x="17145" y="51435"/>
                      </a:lnTo>
                      <a:lnTo>
                        <a:pt x="24765" y="51435"/>
                      </a:lnTo>
                      <a:cubicBezTo>
                        <a:pt x="27623" y="51435"/>
                        <a:pt x="29528" y="50482"/>
                        <a:pt x="30480" y="49530"/>
                      </a:cubicBezTo>
                      <a:cubicBezTo>
                        <a:pt x="32385" y="47625"/>
                        <a:pt x="32385" y="45720"/>
                        <a:pt x="32385" y="41910"/>
                      </a:cubicBezTo>
                      <a:lnTo>
                        <a:pt x="32385" y="25718"/>
                      </a:lnTo>
                      <a:cubicBezTo>
                        <a:pt x="32385" y="21907"/>
                        <a:pt x="31433" y="19050"/>
                        <a:pt x="30480" y="18097"/>
                      </a:cubicBezTo>
                      <a:cubicBezTo>
                        <a:pt x="28575" y="16193"/>
                        <a:pt x="26670" y="16193"/>
                        <a:pt x="24765" y="16193"/>
                      </a:cubicBezTo>
                      <a:lnTo>
                        <a:pt x="17145" y="16193"/>
                      </a:lnTo>
                      <a:close/>
                      <a:moveTo>
                        <a:pt x="24765" y="0"/>
                      </a:moveTo>
                      <a:cubicBezTo>
                        <a:pt x="33338" y="0"/>
                        <a:pt x="40005" y="1905"/>
                        <a:pt x="43815" y="6668"/>
                      </a:cubicBezTo>
                      <a:cubicBezTo>
                        <a:pt x="47625" y="11430"/>
                        <a:pt x="50483" y="18097"/>
                        <a:pt x="50483" y="26670"/>
                      </a:cubicBezTo>
                      <a:lnTo>
                        <a:pt x="50483" y="40957"/>
                      </a:lnTo>
                      <a:cubicBezTo>
                        <a:pt x="50483" y="49530"/>
                        <a:pt x="48578" y="56197"/>
                        <a:pt x="43815" y="60960"/>
                      </a:cubicBezTo>
                      <a:cubicBezTo>
                        <a:pt x="40005" y="65722"/>
                        <a:pt x="33338" y="67628"/>
                        <a:pt x="24765" y="67628"/>
                      </a:cubicBezTo>
                      <a:lnTo>
                        <a:pt x="17145" y="67628"/>
                      </a:lnTo>
                      <a:lnTo>
                        <a:pt x="17145" y="108585"/>
                      </a:lnTo>
                      <a:lnTo>
                        <a:pt x="0" y="108585"/>
                      </a:lnTo>
                      <a:lnTo>
                        <a:pt x="0" y="0"/>
                      </a:lnTo>
                      <a:lnTo>
                        <a:pt x="24765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8F80418-2952-4ED0-8D52-DECA0E73CDDD}"/>
                    </a:ext>
                  </a:extLst>
                </p:cNvPr>
                <p:cNvSpPr/>
                <p:nvPr/>
              </p:nvSpPr>
              <p:spPr>
                <a:xfrm>
                  <a:off x="4863157" y="11655188"/>
                  <a:ext cx="51435" cy="109537"/>
                </a:xfrm>
                <a:custGeom>
                  <a:avLst/>
                  <a:gdLst>
                    <a:gd name="connsiteX0" fmla="*/ 17145 w 51435"/>
                    <a:gd name="connsiteY0" fmla="*/ 83820 h 109537"/>
                    <a:gd name="connsiteX1" fmla="*/ 20003 w 51435"/>
                    <a:gd name="connsiteY1" fmla="*/ 92393 h 109537"/>
                    <a:gd name="connsiteX2" fmla="*/ 26670 w 51435"/>
                    <a:gd name="connsiteY2" fmla="*/ 95250 h 109537"/>
                    <a:gd name="connsiteX3" fmla="*/ 33338 w 51435"/>
                    <a:gd name="connsiteY3" fmla="*/ 92393 h 109537"/>
                    <a:gd name="connsiteX4" fmla="*/ 36195 w 51435"/>
                    <a:gd name="connsiteY4" fmla="*/ 83820 h 109537"/>
                    <a:gd name="connsiteX5" fmla="*/ 36195 w 51435"/>
                    <a:gd name="connsiteY5" fmla="*/ 25718 h 109537"/>
                    <a:gd name="connsiteX6" fmla="*/ 33338 w 51435"/>
                    <a:gd name="connsiteY6" fmla="*/ 17145 h 109537"/>
                    <a:gd name="connsiteX7" fmla="*/ 26670 w 51435"/>
                    <a:gd name="connsiteY7" fmla="*/ 14288 h 109537"/>
                    <a:gd name="connsiteX8" fmla="*/ 20003 w 51435"/>
                    <a:gd name="connsiteY8" fmla="*/ 17145 h 109537"/>
                    <a:gd name="connsiteX9" fmla="*/ 17145 w 51435"/>
                    <a:gd name="connsiteY9" fmla="*/ 25718 h 109537"/>
                    <a:gd name="connsiteX10" fmla="*/ 17145 w 51435"/>
                    <a:gd name="connsiteY10" fmla="*/ 83820 h 109537"/>
                    <a:gd name="connsiteX11" fmla="*/ 0 w 51435"/>
                    <a:gd name="connsiteY11" fmla="*/ 26670 h 109537"/>
                    <a:gd name="connsiteX12" fmla="*/ 6668 w 51435"/>
                    <a:gd name="connsiteY12" fmla="*/ 6668 h 109537"/>
                    <a:gd name="connsiteX13" fmla="*/ 25718 w 51435"/>
                    <a:gd name="connsiteY13" fmla="*/ 0 h 109537"/>
                    <a:gd name="connsiteX14" fmla="*/ 44768 w 51435"/>
                    <a:gd name="connsiteY14" fmla="*/ 6668 h 109537"/>
                    <a:gd name="connsiteX15" fmla="*/ 51435 w 51435"/>
                    <a:gd name="connsiteY15" fmla="*/ 26670 h 109537"/>
                    <a:gd name="connsiteX16" fmla="*/ 51435 w 51435"/>
                    <a:gd name="connsiteY16" fmla="*/ 82868 h 109537"/>
                    <a:gd name="connsiteX17" fmla="*/ 44768 w 51435"/>
                    <a:gd name="connsiteY17" fmla="*/ 102870 h 109537"/>
                    <a:gd name="connsiteX18" fmla="*/ 25718 w 51435"/>
                    <a:gd name="connsiteY18" fmla="*/ 109538 h 109537"/>
                    <a:gd name="connsiteX19" fmla="*/ 6668 w 51435"/>
                    <a:gd name="connsiteY19" fmla="*/ 102870 h 109537"/>
                    <a:gd name="connsiteX20" fmla="*/ 0 w 51435"/>
                    <a:gd name="connsiteY20" fmla="*/ 82868 h 109537"/>
                    <a:gd name="connsiteX21" fmla="*/ 0 w 51435"/>
                    <a:gd name="connsiteY21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35" h="109537">
                      <a:moveTo>
                        <a:pt x="17145" y="83820"/>
                      </a:moveTo>
                      <a:cubicBezTo>
                        <a:pt x="17145" y="87630"/>
                        <a:pt x="18098" y="90488"/>
                        <a:pt x="20003" y="92393"/>
                      </a:cubicBezTo>
                      <a:cubicBezTo>
                        <a:pt x="21908" y="94297"/>
                        <a:pt x="23813" y="95250"/>
                        <a:pt x="26670" y="95250"/>
                      </a:cubicBezTo>
                      <a:cubicBezTo>
                        <a:pt x="29528" y="95250"/>
                        <a:pt x="31433" y="94297"/>
                        <a:pt x="33338" y="92393"/>
                      </a:cubicBezTo>
                      <a:cubicBezTo>
                        <a:pt x="35243" y="90488"/>
                        <a:pt x="36195" y="87630"/>
                        <a:pt x="36195" y="83820"/>
                      </a:cubicBez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3338" y="17145"/>
                      </a:cubicBezTo>
                      <a:cubicBezTo>
                        <a:pt x="31433" y="15240"/>
                        <a:pt x="29528" y="14288"/>
                        <a:pt x="26670" y="14288"/>
                      </a:cubicBezTo>
                      <a:cubicBezTo>
                        <a:pt x="23813" y="14288"/>
                        <a:pt x="21908" y="15240"/>
                        <a:pt x="20003" y="17145"/>
                      </a:cubicBezTo>
                      <a:cubicBezTo>
                        <a:pt x="18098" y="19050"/>
                        <a:pt x="17145" y="21908"/>
                        <a:pt x="17145" y="25718"/>
                      </a:cubicBezTo>
                      <a:lnTo>
                        <a:pt x="17145" y="83820"/>
                      </a:lnTo>
                      <a:close/>
                      <a:moveTo>
                        <a:pt x="0" y="26670"/>
                      </a:move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1430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9530" y="11430"/>
                        <a:pt x="51435" y="18097"/>
                        <a:pt x="51435" y="26670"/>
                      </a:cubicBez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005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1905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E6AD6E74-F82F-4ED5-8A3F-4B677CF6247D}"/>
                    </a:ext>
                  </a:extLst>
                </p:cNvPr>
                <p:cNvSpPr/>
                <p:nvPr/>
              </p:nvSpPr>
              <p:spPr>
                <a:xfrm>
                  <a:off x="4945073" y="11655188"/>
                  <a:ext cx="53339" cy="109537"/>
                </a:xfrm>
                <a:custGeom>
                  <a:avLst/>
                  <a:gdLst>
                    <a:gd name="connsiteX0" fmla="*/ 1905 w 53339"/>
                    <a:gd name="connsiteY0" fmla="*/ 26670 h 109537"/>
                    <a:gd name="connsiteX1" fmla="*/ 8572 w 53339"/>
                    <a:gd name="connsiteY1" fmla="*/ 6668 h 109537"/>
                    <a:gd name="connsiteX2" fmla="*/ 27622 w 53339"/>
                    <a:gd name="connsiteY2" fmla="*/ 0 h 109537"/>
                    <a:gd name="connsiteX3" fmla="*/ 46672 w 53339"/>
                    <a:gd name="connsiteY3" fmla="*/ 6668 h 109537"/>
                    <a:gd name="connsiteX4" fmla="*/ 53340 w 53339"/>
                    <a:gd name="connsiteY4" fmla="*/ 26670 h 109537"/>
                    <a:gd name="connsiteX5" fmla="*/ 53340 w 53339"/>
                    <a:gd name="connsiteY5" fmla="*/ 30480 h 109537"/>
                    <a:gd name="connsiteX6" fmla="*/ 36195 w 53339"/>
                    <a:gd name="connsiteY6" fmla="*/ 30480 h 109537"/>
                    <a:gd name="connsiteX7" fmla="*/ 36195 w 53339"/>
                    <a:gd name="connsiteY7" fmla="*/ 25718 h 109537"/>
                    <a:gd name="connsiteX8" fmla="*/ 34290 w 53339"/>
                    <a:gd name="connsiteY8" fmla="*/ 17145 h 109537"/>
                    <a:gd name="connsiteX9" fmla="*/ 27622 w 53339"/>
                    <a:gd name="connsiteY9" fmla="*/ 14288 h 109537"/>
                    <a:gd name="connsiteX10" fmla="*/ 20955 w 53339"/>
                    <a:gd name="connsiteY10" fmla="*/ 17145 h 109537"/>
                    <a:gd name="connsiteX11" fmla="*/ 19050 w 53339"/>
                    <a:gd name="connsiteY11" fmla="*/ 25718 h 109537"/>
                    <a:gd name="connsiteX12" fmla="*/ 21907 w 53339"/>
                    <a:gd name="connsiteY12" fmla="*/ 35243 h 109537"/>
                    <a:gd name="connsiteX13" fmla="*/ 27622 w 53339"/>
                    <a:gd name="connsiteY13" fmla="*/ 42863 h 109537"/>
                    <a:gd name="connsiteX14" fmla="*/ 35243 w 53339"/>
                    <a:gd name="connsiteY14" fmla="*/ 50483 h 109537"/>
                    <a:gd name="connsiteX15" fmla="*/ 42863 w 53339"/>
                    <a:gd name="connsiteY15" fmla="*/ 59055 h 109537"/>
                    <a:gd name="connsiteX16" fmla="*/ 48577 w 53339"/>
                    <a:gd name="connsiteY16" fmla="*/ 69533 h 109537"/>
                    <a:gd name="connsiteX17" fmla="*/ 51435 w 53339"/>
                    <a:gd name="connsiteY17" fmla="*/ 82868 h 109537"/>
                    <a:gd name="connsiteX18" fmla="*/ 44768 w 53339"/>
                    <a:gd name="connsiteY18" fmla="*/ 102870 h 109537"/>
                    <a:gd name="connsiteX19" fmla="*/ 25718 w 53339"/>
                    <a:gd name="connsiteY19" fmla="*/ 109538 h 109537"/>
                    <a:gd name="connsiteX20" fmla="*/ 6668 w 53339"/>
                    <a:gd name="connsiteY20" fmla="*/ 102870 h 109537"/>
                    <a:gd name="connsiteX21" fmla="*/ 0 w 53339"/>
                    <a:gd name="connsiteY21" fmla="*/ 82868 h 109537"/>
                    <a:gd name="connsiteX22" fmla="*/ 0 w 53339"/>
                    <a:gd name="connsiteY22" fmla="*/ 76200 h 109537"/>
                    <a:gd name="connsiteX23" fmla="*/ 16193 w 53339"/>
                    <a:gd name="connsiteY23" fmla="*/ 76200 h 109537"/>
                    <a:gd name="connsiteX24" fmla="*/ 16193 w 53339"/>
                    <a:gd name="connsiteY24" fmla="*/ 83820 h 109537"/>
                    <a:gd name="connsiteX25" fmla="*/ 19050 w 53339"/>
                    <a:gd name="connsiteY25" fmla="*/ 92393 h 109537"/>
                    <a:gd name="connsiteX26" fmla="*/ 25718 w 53339"/>
                    <a:gd name="connsiteY26" fmla="*/ 94297 h 109537"/>
                    <a:gd name="connsiteX27" fmla="*/ 32385 w 53339"/>
                    <a:gd name="connsiteY27" fmla="*/ 92393 h 109537"/>
                    <a:gd name="connsiteX28" fmla="*/ 35243 w 53339"/>
                    <a:gd name="connsiteY28" fmla="*/ 83820 h 109537"/>
                    <a:gd name="connsiteX29" fmla="*/ 32385 w 53339"/>
                    <a:gd name="connsiteY29" fmla="*/ 74295 h 109537"/>
                    <a:gd name="connsiteX30" fmla="*/ 26670 w 53339"/>
                    <a:gd name="connsiteY30" fmla="*/ 66675 h 109537"/>
                    <a:gd name="connsiteX31" fmla="*/ 19050 w 53339"/>
                    <a:gd name="connsiteY31" fmla="*/ 59055 h 109537"/>
                    <a:gd name="connsiteX32" fmla="*/ 11430 w 53339"/>
                    <a:gd name="connsiteY32" fmla="*/ 50483 h 109537"/>
                    <a:gd name="connsiteX33" fmla="*/ 5715 w 53339"/>
                    <a:gd name="connsiteY33" fmla="*/ 40005 h 109537"/>
                    <a:gd name="connsiteX34" fmla="*/ 1905 w 53339"/>
                    <a:gd name="connsiteY34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39" h="109537">
                      <a:moveTo>
                        <a:pt x="1905" y="26670"/>
                      </a:moveTo>
                      <a:cubicBezTo>
                        <a:pt x="1905" y="18097"/>
                        <a:pt x="3810" y="11430"/>
                        <a:pt x="8572" y="6668"/>
                      </a:cubicBezTo>
                      <a:cubicBezTo>
                        <a:pt x="12382" y="1905"/>
                        <a:pt x="19050" y="0"/>
                        <a:pt x="27622" y="0"/>
                      </a:cubicBezTo>
                      <a:cubicBezTo>
                        <a:pt x="36195" y="0"/>
                        <a:pt x="41910" y="1905"/>
                        <a:pt x="46672" y="6668"/>
                      </a:cubicBezTo>
                      <a:cubicBezTo>
                        <a:pt x="50482" y="11430"/>
                        <a:pt x="53340" y="18097"/>
                        <a:pt x="53340" y="26670"/>
                      </a:cubicBezTo>
                      <a:lnTo>
                        <a:pt x="53340" y="30480"/>
                      </a:lnTo>
                      <a:lnTo>
                        <a:pt x="36195" y="30480"/>
                      </a:ln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4290" y="17145"/>
                      </a:cubicBezTo>
                      <a:cubicBezTo>
                        <a:pt x="32385" y="15240"/>
                        <a:pt x="30480" y="14288"/>
                        <a:pt x="27622" y="14288"/>
                      </a:cubicBezTo>
                      <a:cubicBezTo>
                        <a:pt x="24765" y="14288"/>
                        <a:pt x="22860" y="15240"/>
                        <a:pt x="20955" y="17145"/>
                      </a:cubicBezTo>
                      <a:cubicBezTo>
                        <a:pt x="19050" y="19050"/>
                        <a:pt x="19050" y="21908"/>
                        <a:pt x="19050" y="25718"/>
                      </a:cubicBezTo>
                      <a:cubicBezTo>
                        <a:pt x="19050" y="29528"/>
                        <a:pt x="20002" y="32385"/>
                        <a:pt x="21907" y="35243"/>
                      </a:cubicBezTo>
                      <a:cubicBezTo>
                        <a:pt x="23813" y="38100"/>
                        <a:pt x="25718" y="40958"/>
                        <a:pt x="27622" y="42863"/>
                      </a:cubicBezTo>
                      <a:cubicBezTo>
                        <a:pt x="30480" y="45720"/>
                        <a:pt x="32385" y="47625"/>
                        <a:pt x="35243" y="50483"/>
                      </a:cubicBezTo>
                      <a:cubicBezTo>
                        <a:pt x="38100" y="53340"/>
                        <a:pt x="40957" y="56197"/>
                        <a:pt x="42863" y="59055"/>
                      </a:cubicBezTo>
                      <a:cubicBezTo>
                        <a:pt x="45720" y="61913"/>
                        <a:pt x="47625" y="65722"/>
                        <a:pt x="48577" y="69533"/>
                      </a:cubicBezTo>
                      <a:cubicBezTo>
                        <a:pt x="50482" y="73343"/>
                        <a:pt x="51435" y="78105"/>
                        <a:pt x="51435" y="82868"/>
                      </a:cubicBez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957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2857" y="98108"/>
                        <a:pt x="0" y="91440"/>
                        <a:pt x="0" y="82868"/>
                      </a:cubicBezTo>
                      <a:lnTo>
                        <a:pt x="0" y="76200"/>
                      </a:lnTo>
                      <a:lnTo>
                        <a:pt x="16193" y="76200"/>
                      </a:lnTo>
                      <a:lnTo>
                        <a:pt x="16193" y="83820"/>
                      </a:lnTo>
                      <a:cubicBezTo>
                        <a:pt x="16193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8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3" y="88583"/>
                        <a:pt x="35243" y="83820"/>
                      </a:cubicBezTo>
                      <a:cubicBezTo>
                        <a:pt x="35243" y="80010"/>
                        <a:pt x="34290" y="77153"/>
                        <a:pt x="32385" y="74295"/>
                      </a:cubicBezTo>
                      <a:cubicBezTo>
                        <a:pt x="30480" y="71438"/>
                        <a:pt x="28575" y="68580"/>
                        <a:pt x="26670" y="66675"/>
                      </a:cubicBezTo>
                      <a:cubicBezTo>
                        <a:pt x="23813" y="63818"/>
                        <a:pt x="21907" y="61913"/>
                        <a:pt x="19050" y="59055"/>
                      </a:cubicBezTo>
                      <a:cubicBezTo>
                        <a:pt x="16193" y="56197"/>
                        <a:pt x="13335" y="53340"/>
                        <a:pt x="11430" y="50483"/>
                      </a:cubicBezTo>
                      <a:cubicBezTo>
                        <a:pt x="8572" y="47625"/>
                        <a:pt x="6668" y="43815"/>
                        <a:pt x="5715" y="40005"/>
                      </a:cubicBezTo>
                      <a:cubicBezTo>
                        <a:pt x="2857" y="36195"/>
                        <a:pt x="1905" y="32385"/>
                        <a:pt x="1905" y="26670"/>
                      </a:cubicBezTo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F5DC4DFF-DF86-434E-86E5-B5B6B5433CCC}"/>
                    </a:ext>
                  </a:extLst>
                </p:cNvPr>
                <p:cNvSpPr/>
                <p:nvPr/>
              </p:nvSpPr>
              <p:spPr>
                <a:xfrm>
                  <a:off x="5006032" y="11655188"/>
                  <a:ext cx="51435" cy="109537"/>
                </a:xfrm>
                <a:custGeom>
                  <a:avLst/>
                  <a:gdLst>
                    <a:gd name="connsiteX0" fmla="*/ 17145 w 51435"/>
                    <a:gd name="connsiteY0" fmla="*/ 83820 h 109537"/>
                    <a:gd name="connsiteX1" fmla="*/ 20003 w 51435"/>
                    <a:gd name="connsiteY1" fmla="*/ 92393 h 109537"/>
                    <a:gd name="connsiteX2" fmla="*/ 26670 w 51435"/>
                    <a:gd name="connsiteY2" fmla="*/ 95250 h 109537"/>
                    <a:gd name="connsiteX3" fmla="*/ 33338 w 51435"/>
                    <a:gd name="connsiteY3" fmla="*/ 92393 h 109537"/>
                    <a:gd name="connsiteX4" fmla="*/ 36195 w 51435"/>
                    <a:gd name="connsiteY4" fmla="*/ 83820 h 109537"/>
                    <a:gd name="connsiteX5" fmla="*/ 36195 w 51435"/>
                    <a:gd name="connsiteY5" fmla="*/ 25718 h 109537"/>
                    <a:gd name="connsiteX6" fmla="*/ 33338 w 51435"/>
                    <a:gd name="connsiteY6" fmla="*/ 17145 h 109537"/>
                    <a:gd name="connsiteX7" fmla="*/ 26670 w 51435"/>
                    <a:gd name="connsiteY7" fmla="*/ 14288 h 109537"/>
                    <a:gd name="connsiteX8" fmla="*/ 20003 w 51435"/>
                    <a:gd name="connsiteY8" fmla="*/ 17145 h 109537"/>
                    <a:gd name="connsiteX9" fmla="*/ 17145 w 51435"/>
                    <a:gd name="connsiteY9" fmla="*/ 25718 h 109537"/>
                    <a:gd name="connsiteX10" fmla="*/ 17145 w 51435"/>
                    <a:gd name="connsiteY10" fmla="*/ 83820 h 109537"/>
                    <a:gd name="connsiteX11" fmla="*/ 0 w 51435"/>
                    <a:gd name="connsiteY11" fmla="*/ 26670 h 109537"/>
                    <a:gd name="connsiteX12" fmla="*/ 6668 w 51435"/>
                    <a:gd name="connsiteY12" fmla="*/ 6668 h 109537"/>
                    <a:gd name="connsiteX13" fmla="*/ 25718 w 51435"/>
                    <a:gd name="connsiteY13" fmla="*/ 0 h 109537"/>
                    <a:gd name="connsiteX14" fmla="*/ 44768 w 51435"/>
                    <a:gd name="connsiteY14" fmla="*/ 6668 h 109537"/>
                    <a:gd name="connsiteX15" fmla="*/ 51435 w 51435"/>
                    <a:gd name="connsiteY15" fmla="*/ 26670 h 109537"/>
                    <a:gd name="connsiteX16" fmla="*/ 51435 w 51435"/>
                    <a:gd name="connsiteY16" fmla="*/ 82868 h 109537"/>
                    <a:gd name="connsiteX17" fmla="*/ 44768 w 51435"/>
                    <a:gd name="connsiteY17" fmla="*/ 102870 h 109537"/>
                    <a:gd name="connsiteX18" fmla="*/ 25718 w 51435"/>
                    <a:gd name="connsiteY18" fmla="*/ 109538 h 109537"/>
                    <a:gd name="connsiteX19" fmla="*/ 6668 w 51435"/>
                    <a:gd name="connsiteY19" fmla="*/ 102870 h 109537"/>
                    <a:gd name="connsiteX20" fmla="*/ 0 w 51435"/>
                    <a:gd name="connsiteY20" fmla="*/ 82868 h 109537"/>
                    <a:gd name="connsiteX21" fmla="*/ 0 w 51435"/>
                    <a:gd name="connsiteY21" fmla="*/ 2667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1435" h="109537">
                      <a:moveTo>
                        <a:pt x="17145" y="83820"/>
                      </a:moveTo>
                      <a:cubicBezTo>
                        <a:pt x="17145" y="87630"/>
                        <a:pt x="18098" y="90488"/>
                        <a:pt x="20003" y="92393"/>
                      </a:cubicBezTo>
                      <a:cubicBezTo>
                        <a:pt x="21908" y="94297"/>
                        <a:pt x="23813" y="95250"/>
                        <a:pt x="26670" y="95250"/>
                      </a:cubicBezTo>
                      <a:cubicBezTo>
                        <a:pt x="29528" y="95250"/>
                        <a:pt x="31433" y="94297"/>
                        <a:pt x="33338" y="92393"/>
                      </a:cubicBezTo>
                      <a:cubicBezTo>
                        <a:pt x="35243" y="90488"/>
                        <a:pt x="36195" y="87630"/>
                        <a:pt x="36195" y="83820"/>
                      </a:cubicBezTo>
                      <a:lnTo>
                        <a:pt x="36195" y="25718"/>
                      </a:lnTo>
                      <a:cubicBezTo>
                        <a:pt x="36195" y="21908"/>
                        <a:pt x="35243" y="19050"/>
                        <a:pt x="33338" y="17145"/>
                      </a:cubicBezTo>
                      <a:cubicBezTo>
                        <a:pt x="31433" y="15240"/>
                        <a:pt x="29528" y="14288"/>
                        <a:pt x="26670" y="14288"/>
                      </a:cubicBezTo>
                      <a:cubicBezTo>
                        <a:pt x="23813" y="14288"/>
                        <a:pt x="21908" y="15240"/>
                        <a:pt x="20003" y="17145"/>
                      </a:cubicBezTo>
                      <a:cubicBezTo>
                        <a:pt x="18098" y="19050"/>
                        <a:pt x="17145" y="21908"/>
                        <a:pt x="17145" y="25718"/>
                      </a:cubicBezTo>
                      <a:lnTo>
                        <a:pt x="17145" y="83820"/>
                      </a:lnTo>
                      <a:close/>
                      <a:moveTo>
                        <a:pt x="0" y="26670"/>
                      </a:moveTo>
                      <a:cubicBezTo>
                        <a:pt x="0" y="18097"/>
                        <a:pt x="1905" y="11430"/>
                        <a:pt x="6668" y="6668"/>
                      </a:cubicBezTo>
                      <a:cubicBezTo>
                        <a:pt x="11430" y="1905"/>
                        <a:pt x="17145" y="0"/>
                        <a:pt x="25718" y="0"/>
                      </a:cubicBezTo>
                      <a:cubicBezTo>
                        <a:pt x="34290" y="0"/>
                        <a:pt x="40005" y="1905"/>
                        <a:pt x="44768" y="6668"/>
                      </a:cubicBezTo>
                      <a:cubicBezTo>
                        <a:pt x="49530" y="11430"/>
                        <a:pt x="51435" y="18097"/>
                        <a:pt x="51435" y="26670"/>
                      </a:cubicBez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8" y="102870"/>
                      </a:cubicBezTo>
                      <a:cubicBezTo>
                        <a:pt x="40005" y="107633"/>
                        <a:pt x="34290" y="109538"/>
                        <a:pt x="25718" y="109538"/>
                      </a:cubicBezTo>
                      <a:cubicBezTo>
                        <a:pt x="17145" y="109538"/>
                        <a:pt x="11430" y="107633"/>
                        <a:pt x="6668" y="102870"/>
                      </a:cubicBezTo>
                      <a:cubicBezTo>
                        <a:pt x="1905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EE58A04C-DD19-4AE3-A669-E7ED3C407DC6}"/>
                    </a:ext>
                  </a:extLst>
                </p:cNvPr>
                <p:cNvSpPr/>
                <p:nvPr/>
              </p:nvSpPr>
              <p:spPr>
                <a:xfrm>
                  <a:off x="5066040" y="11655188"/>
                  <a:ext cx="51434" cy="109537"/>
                </a:xfrm>
                <a:custGeom>
                  <a:avLst/>
                  <a:gdLst>
                    <a:gd name="connsiteX0" fmla="*/ 51435 w 51434"/>
                    <a:gd name="connsiteY0" fmla="*/ 68580 h 109537"/>
                    <a:gd name="connsiteX1" fmla="*/ 51435 w 51434"/>
                    <a:gd name="connsiteY1" fmla="*/ 82868 h 109537"/>
                    <a:gd name="connsiteX2" fmla="*/ 44767 w 51434"/>
                    <a:gd name="connsiteY2" fmla="*/ 102870 h 109537"/>
                    <a:gd name="connsiteX3" fmla="*/ 25717 w 51434"/>
                    <a:gd name="connsiteY3" fmla="*/ 109538 h 109537"/>
                    <a:gd name="connsiteX4" fmla="*/ 6667 w 51434"/>
                    <a:gd name="connsiteY4" fmla="*/ 102870 h 109537"/>
                    <a:gd name="connsiteX5" fmla="*/ 0 w 51434"/>
                    <a:gd name="connsiteY5" fmla="*/ 82868 h 109537"/>
                    <a:gd name="connsiteX6" fmla="*/ 0 w 51434"/>
                    <a:gd name="connsiteY6" fmla="*/ 26670 h 109537"/>
                    <a:gd name="connsiteX7" fmla="*/ 6667 w 51434"/>
                    <a:gd name="connsiteY7" fmla="*/ 6668 h 109537"/>
                    <a:gd name="connsiteX8" fmla="*/ 25717 w 51434"/>
                    <a:gd name="connsiteY8" fmla="*/ 0 h 109537"/>
                    <a:gd name="connsiteX9" fmla="*/ 44767 w 51434"/>
                    <a:gd name="connsiteY9" fmla="*/ 6668 h 109537"/>
                    <a:gd name="connsiteX10" fmla="*/ 51435 w 51434"/>
                    <a:gd name="connsiteY10" fmla="*/ 26670 h 109537"/>
                    <a:gd name="connsiteX11" fmla="*/ 51435 w 51434"/>
                    <a:gd name="connsiteY11" fmla="*/ 37147 h 109537"/>
                    <a:gd name="connsiteX12" fmla="*/ 35242 w 51434"/>
                    <a:gd name="connsiteY12" fmla="*/ 37147 h 109537"/>
                    <a:gd name="connsiteX13" fmla="*/ 35242 w 51434"/>
                    <a:gd name="connsiteY13" fmla="*/ 25718 h 109537"/>
                    <a:gd name="connsiteX14" fmla="*/ 32385 w 51434"/>
                    <a:gd name="connsiteY14" fmla="*/ 17145 h 109537"/>
                    <a:gd name="connsiteX15" fmla="*/ 25717 w 51434"/>
                    <a:gd name="connsiteY15" fmla="*/ 14288 h 109537"/>
                    <a:gd name="connsiteX16" fmla="*/ 19050 w 51434"/>
                    <a:gd name="connsiteY16" fmla="*/ 17145 h 109537"/>
                    <a:gd name="connsiteX17" fmla="*/ 16192 w 51434"/>
                    <a:gd name="connsiteY17" fmla="*/ 25718 h 109537"/>
                    <a:gd name="connsiteX18" fmla="*/ 16192 w 51434"/>
                    <a:gd name="connsiteY18" fmla="*/ 83820 h 109537"/>
                    <a:gd name="connsiteX19" fmla="*/ 19050 w 51434"/>
                    <a:gd name="connsiteY19" fmla="*/ 92393 h 109537"/>
                    <a:gd name="connsiteX20" fmla="*/ 25717 w 51434"/>
                    <a:gd name="connsiteY20" fmla="*/ 94297 h 109537"/>
                    <a:gd name="connsiteX21" fmla="*/ 32385 w 51434"/>
                    <a:gd name="connsiteY21" fmla="*/ 92393 h 109537"/>
                    <a:gd name="connsiteX22" fmla="*/ 35242 w 51434"/>
                    <a:gd name="connsiteY22" fmla="*/ 83820 h 109537"/>
                    <a:gd name="connsiteX23" fmla="*/ 35242 w 51434"/>
                    <a:gd name="connsiteY23" fmla="*/ 68580 h 109537"/>
                    <a:gd name="connsiteX24" fmla="*/ 51435 w 51434"/>
                    <a:gd name="connsiteY24" fmla="*/ 68580 h 10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51434" h="109537">
                      <a:moveTo>
                        <a:pt x="51435" y="68580"/>
                      </a:moveTo>
                      <a:lnTo>
                        <a:pt x="51435" y="82868"/>
                      </a:lnTo>
                      <a:cubicBezTo>
                        <a:pt x="51435" y="91440"/>
                        <a:pt x="49530" y="98108"/>
                        <a:pt x="44767" y="102870"/>
                      </a:cubicBezTo>
                      <a:cubicBezTo>
                        <a:pt x="40957" y="107633"/>
                        <a:pt x="34290" y="109538"/>
                        <a:pt x="25717" y="109538"/>
                      </a:cubicBezTo>
                      <a:cubicBezTo>
                        <a:pt x="17145" y="109538"/>
                        <a:pt x="11430" y="107633"/>
                        <a:pt x="6667" y="102870"/>
                      </a:cubicBezTo>
                      <a:cubicBezTo>
                        <a:pt x="2857" y="98108"/>
                        <a:pt x="0" y="91440"/>
                        <a:pt x="0" y="82868"/>
                      </a:cubicBezTo>
                      <a:lnTo>
                        <a:pt x="0" y="26670"/>
                      </a:lnTo>
                      <a:cubicBezTo>
                        <a:pt x="0" y="18097"/>
                        <a:pt x="1905" y="11430"/>
                        <a:pt x="6667" y="6668"/>
                      </a:cubicBezTo>
                      <a:cubicBezTo>
                        <a:pt x="10477" y="1905"/>
                        <a:pt x="17145" y="0"/>
                        <a:pt x="25717" y="0"/>
                      </a:cubicBezTo>
                      <a:cubicBezTo>
                        <a:pt x="34290" y="0"/>
                        <a:pt x="40005" y="1905"/>
                        <a:pt x="44767" y="6668"/>
                      </a:cubicBezTo>
                      <a:cubicBezTo>
                        <a:pt x="48577" y="11430"/>
                        <a:pt x="51435" y="18097"/>
                        <a:pt x="51435" y="26670"/>
                      </a:cubicBezTo>
                      <a:lnTo>
                        <a:pt x="51435" y="37147"/>
                      </a:lnTo>
                      <a:lnTo>
                        <a:pt x="35242" y="37147"/>
                      </a:lnTo>
                      <a:lnTo>
                        <a:pt x="35242" y="25718"/>
                      </a:lnTo>
                      <a:cubicBezTo>
                        <a:pt x="35242" y="21908"/>
                        <a:pt x="34290" y="19050"/>
                        <a:pt x="32385" y="17145"/>
                      </a:cubicBezTo>
                      <a:cubicBezTo>
                        <a:pt x="30480" y="15240"/>
                        <a:pt x="28575" y="14288"/>
                        <a:pt x="25717" y="14288"/>
                      </a:cubicBezTo>
                      <a:cubicBezTo>
                        <a:pt x="22860" y="14288"/>
                        <a:pt x="20955" y="15240"/>
                        <a:pt x="19050" y="17145"/>
                      </a:cubicBezTo>
                      <a:cubicBezTo>
                        <a:pt x="17145" y="19050"/>
                        <a:pt x="16192" y="21908"/>
                        <a:pt x="16192" y="25718"/>
                      </a:cubicBezTo>
                      <a:lnTo>
                        <a:pt x="16192" y="83820"/>
                      </a:lnTo>
                      <a:cubicBezTo>
                        <a:pt x="16192" y="87630"/>
                        <a:pt x="17145" y="90488"/>
                        <a:pt x="19050" y="92393"/>
                      </a:cubicBezTo>
                      <a:cubicBezTo>
                        <a:pt x="20955" y="94297"/>
                        <a:pt x="22860" y="94297"/>
                        <a:pt x="25717" y="94297"/>
                      </a:cubicBezTo>
                      <a:cubicBezTo>
                        <a:pt x="28575" y="94297"/>
                        <a:pt x="30480" y="93345"/>
                        <a:pt x="32385" y="92393"/>
                      </a:cubicBezTo>
                      <a:cubicBezTo>
                        <a:pt x="34290" y="90488"/>
                        <a:pt x="35242" y="88583"/>
                        <a:pt x="35242" y="83820"/>
                      </a:cubicBezTo>
                      <a:lnTo>
                        <a:pt x="35242" y="68580"/>
                      </a:lnTo>
                      <a:lnTo>
                        <a:pt x="51435" y="6858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s-CO" dirty="0"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</p:grp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1968CD1-26A5-456C-BFB3-02CA786F9A53}"/>
                  </a:ext>
                </a:extLst>
              </p:cNvPr>
              <p:cNvSpPr/>
              <p:nvPr/>
            </p:nvSpPr>
            <p:spPr>
              <a:xfrm>
                <a:off x="5127953" y="11656141"/>
                <a:ext cx="17144" cy="107632"/>
              </a:xfrm>
              <a:custGeom>
                <a:avLst/>
                <a:gdLst>
                  <a:gd name="connsiteX0" fmla="*/ 0 w 17144"/>
                  <a:gd name="connsiteY0" fmla="*/ 0 h 107632"/>
                  <a:gd name="connsiteX1" fmla="*/ 17145 w 17144"/>
                  <a:gd name="connsiteY1" fmla="*/ 0 h 107632"/>
                  <a:gd name="connsiteX2" fmla="*/ 17145 w 17144"/>
                  <a:gd name="connsiteY2" fmla="*/ 107632 h 107632"/>
                  <a:gd name="connsiteX3" fmla="*/ 0 w 17144"/>
                  <a:gd name="connsiteY3" fmla="*/ 107632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4" h="107632">
                    <a:moveTo>
                      <a:pt x="0" y="0"/>
                    </a:moveTo>
                    <a:lnTo>
                      <a:pt x="17145" y="0"/>
                    </a:lnTo>
                    <a:lnTo>
                      <a:pt x="17145" y="107632"/>
                    </a:lnTo>
                    <a:lnTo>
                      <a:pt x="0" y="10763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B8A4C70-783B-4EA2-A10E-9FFBF060C086}"/>
                  </a:ext>
                </a:extLst>
              </p:cNvPr>
              <p:cNvSpPr/>
              <p:nvPr/>
            </p:nvSpPr>
            <p:spPr>
              <a:xfrm>
                <a:off x="5152718" y="11656141"/>
                <a:ext cx="59055" cy="107632"/>
              </a:xfrm>
              <a:custGeom>
                <a:avLst/>
                <a:gdLst>
                  <a:gd name="connsiteX0" fmla="*/ 28575 w 59055"/>
                  <a:gd name="connsiteY0" fmla="*/ 19050 h 107632"/>
                  <a:gd name="connsiteX1" fmla="*/ 37148 w 59055"/>
                  <a:gd name="connsiteY1" fmla="*/ 73343 h 107632"/>
                  <a:gd name="connsiteX2" fmla="*/ 20955 w 59055"/>
                  <a:gd name="connsiteY2" fmla="*/ 73343 h 107632"/>
                  <a:gd name="connsiteX3" fmla="*/ 28575 w 59055"/>
                  <a:gd name="connsiteY3" fmla="*/ 19050 h 107632"/>
                  <a:gd name="connsiteX4" fmla="*/ 17145 w 59055"/>
                  <a:gd name="connsiteY4" fmla="*/ 0 h 107632"/>
                  <a:gd name="connsiteX5" fmla="*/ 0 w 59055"/>
                  <a:gd name="connsiteY5" fmla="*/ 107632 h 107632"/>
                  <a:gd name="connsiteX6" fmla="*/ 15240 w 59055"/>
                  <a:gd name="connsiteY6" fmla="*/ 107632 h 107632"/>
                  <a:gd name="connsiteX7" fmla="*/ 18098 w 59055"/>
                  <a:gd name="connsiteY7" fmla="*/ 87630 h 107632"/>
                  <a:gd name="connsiteX8" fmla="*/ 39052 w 59055"/>
                  <a:gd name="connsiteY8" fmla="*/ 87630 h 107632"/>
                  <a:gd name="connsiteX9" fmla="*/ 41910 w 59055"/>
                  <a:gd name="connsiteY9" fmla="*/ 107632 h 107632"/>
                  <a:gd name="connsiteX10" fmla="*/ 59055 w 59055"/>
                  <a:gd name="connsiteY10" fmla="*/ 107632 h 107632"/>
                  <a:gd name="connsiteX11" fmla="*/ 41910 w 59055"/>
                  <a:gd name="connsiteY11" fmla="*/ 0 h 107632"/>
                  <a:gd name="connsiteX12" fmla="*/ 17145 w 59055"/>
                  <a:gd name="connsiteY12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055" h="107632">
                    <a:moveTo>
                      <a:pt x="28575" y="19050"/>
                    </a:moveTo>
                    <a:lnTo>
                      <a:pt x="37148" y="73343"/>
                    </a:lnTo>
                    <a:lnTo>
                      <a:pt x="20955" y="73343"/>
                    </a:lnTo>
                    <a:lnTo>
                      <a:pt x="28575" y="19050"/>
                    </a:lnTo>
                    <a:close/>
                    <a:moveTo>
                      <a:pt x="17145" y="0"/>
                    </a:moveTo>
                    <a:lnTo>
                      <a:pt x="0" y="107632"/>
                    </a:lnTo>
                    <a:lnTo>
                      <a:pt x="15240" y="107632"/>
                    </a:lnTo>
                    <a:lnTo>
                      <a:pt x="18098" y="87630"/>
                    </a:lnTo>
                    <a:lnTo>
                      <a:pt x="39052" y="87630"/>
                    </a:lnTo>
                    <a:lnTo>
                      <a:pt x="41910" y="107632"/>
                    </a:lnTo>
                    <a:lnTo>
                      <a:pt x="59055" y="107632"/>
                    </a:lnTo>
                    <a:lnTo>
                      <a:pt x="41910" y="0"/>
                    </a:lnTo>
                    <a:lnTo>
                      <a:pt x="1714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9246E1F5-5419-4C36-94C4-82B726F8FC8F}"/>
                  </a:ext>
                </a:extLst>
              </p:cNvPr>
              <p:cNvSpPr/>
              <p:nvPr/>
            </p:nvSpPr>
            <p:spPr>
              <a:xfrm>
                <a:off x="5219393" y="11656141"/>
                <a:ext cx="44767" cy="107632"/>
              </a:xfrm>
              <a:custGeom>
                <a:avLst/>
                <a:gdLst>
                  <a:gd name="connsiteX0" fmla="*/ 0 w 44767"/>
                  <a:gd name="connsiteY0" fmla="*/ 0 h 107632"/>
                  <a:gd name="connsiteX1" fmla="*/ 0 w 44767"/>
                  <a:gd name="connsiteY1" fmla="*/ 107632 h 107632"/>
                  <a:gd name="connsiteX2" fmla="*/ 44768 w 44767"/>
                  <a:gd name="connsiteY2" fmla="*/ 107632 h 107632"/>
                  <a:gd name="connsiteX3" fmla="*/ 44768 w 44767"/>
                  <a:gd name="connsiteY3" fmla="*/ 92393 h 107632"/>
                  <a:gd name="connsiteX4" fmla="*/ 17145 w 44767"/>
                  <a:gd name="connsiteY4" fmla="*/ 92393 h 107632"/>
                  <a:gd name="connsiteX5" fmla="*/ 17145 w 44767"/>
                  <a:gd name="connsiteY5" fmla="*/ 0 h 10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767" h="107632">
                    <a:moveTo>
                      <a:pt x="0" y="0"/>
                    </a:moveTo>
                    <a:lnTo>
                      <a:pt x="0" y="107632"/>
                    </a:lnTo>
                    <a:lnTo>
                      <a:pt x="44768" y="107632"/>
                    </a:lnTo>
                    <a:lnTo>
                      <a:pt x="44768" y="92393"/>
                    </a:lnTo>
                    <a:lnTo>
                      <a:pt x="17145" y="92393"/>
                    </a:lnTo>
                    <a:lnTo>
                      <a:pt x="1714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CO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1F04266-58E3-4109-A01A-964D154013EC}"/>
                </a:ext>
              </a:extLst>
            </p:cNvPr>
            <p:cNvSpPr/>
            <p:nvPr/>
          </p:nvSpPr>
          <p:spPr>
            <a:xfrm>
              <a:off x="8204416" y="3140493"/>
              <a:ext cx="24280" cy="687967"/>
            </a:xfrm>
            <a:custGeom>
              <a:avLst/>
              <a:gdLst>
                <a:gd name="connsiteX0" fmla="*/ 0 w 17144"/>
                <a:gd name="connsiteY0" fmla="*/ 0 h 485775"/>
                <a:gd name="connsiteX1" fmla="*/ 17145 w 17144"/>
                <a:gd name="connsiteY1" fmla="*/ 0 h 485775"/>
                <a:gd name="connsiteX2" fmla="*/ 17145 w 17144"/>
                <a:gd name="connsiteY2" fmla="*/ 485775 h 485775"/>
                <a:gd name="connsiteX3" fmla="*/ 0 w 17144"/>
                <a:gd name="connsiteY3" fmla="*/ 48577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4" h="485775">
                  <a:moveTo>
                    <a:pt x="0" y="0"/>
                  </a:moveTo>
                  <a:lnTo>
                    <a:pt x="17145" y="0"/>
                  </a:lnTo>
                  <a:lnTo>
                    <a:pt x="17145" y="485775"/>
                  </a:lnTo>
                  <a:lnTo>
                    <a:pt x="0" y="485775"/>
                  </a:lnTo>
                  <a:close/>
                </a:path>
              </a:pathLst>
            </a:custGeom>
            <a:solidFill>
              <a:srgbClr val="0086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983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vmlDrawing" Target="../drawings/vmlDrawing1.v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4.xml"/><Relationship Id="rId47" Type="http://schemas.openxmlformats.org/officeDocument/2006/relationships/tags" Target="../tags/tag9.xml"/><Relationship Id="rId50" Type="http://schemas.openxmlformats.org/officeDocument/2006/relationships/tags" Target="../tags/tag12.xml"/><Relationship Id="rId55" Type="http://schemas.openxmlformats.org/officeDocument/2006/relationships/tags" Target="../tags/tag1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ags" Target="../tags/tag2.xml"/><Relationship Id="rId45" Type="http://schemas.openxmlformats.org/officeDocument/2006/relationships/tags" Target="../tags/tag7.xml"/><Relationship Id="rId53" Type="http://schemas.openxmlformats.org/officeDocument/2006/relationships/tags" Target="../tags/tag15.xml"/><Relationship Id="rId58" Type="http://schemas.openxmlformats.org/officeDocument/2006/relationships/tags" Target="../tags/tag20.xml"/><Relationship Id="rId5" Type="http://schemas.openxmlformats.org/officeDocument/2006/relationships/slideLayout" Target="../slideLayouts/slideLayout5.xml"/><Relationship Id="rId61" Type="http://schemas.openxmlformats.org/officeDocument/2006/relationships/oleObject" Target="../embeddings/oleObject1.bin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5.xml"/><Relationship Id="rId48" Type="http://schemas.openxmlformats.org/officeDocument/2006/relationships/tags" Target="../tags/tag10.xml"/><Relationship Id="rId56" Type="http://schemas.openxmlformats.org/officeDocument/2006/relationships/tags" Target="../tags/tag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13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46" Type="http://schemas.openxmlformats.org/officeDocument/2006/relationships/tags" Target="../tags/tag8.xml"/><Relationship Id="rId59" Type="http://schemas.openxmlformats.org/officeDocument/2006/relationships/tags" Target="../tags/tag2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3.xml"/><Relationship Id="rId54" Type="http://schemas.openxmlformats.org/officeDocument/2006/relationships/tags" Target="../tags/tag16.xml"/><Relationship Id="rId6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11.xml"/><Relationship Id="rId57" Type="http://schemas.openxmlformats.org/officeDocument/2006/relationships/tags" Target="../tags/tag19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6.xml"/><Relationship Id="rId52" Type="http://schemas.openxmlformats.org/officeDocument/2006/relationships/tags" Target="../tags/tag14.xml"/><Relationship Id="rId60" Type="http://schemas.openxmlformats.org/officeDocument/2006/relationships/tags" Target="../tags/tag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18" Type="http://schemas.openxmlformats.org/officeDocument/2006/relationships/tags" Target="../tags/tag268.xml"/><Relationship Id="rId26" Type="http://schemas.openxmlformats.org/officeDocument/2006/relationships/tags" Target="../tags/tag276.xml"/><Relationship Id="rId3" Type="http://schemas.openxmlformats.org/officeDocument/2006/relationships/slideLayout" Target="../slideLayouts/slideLayout40.xml"/><Relationship Id="rId21" Type="http://schemas.openxmlformats.org/officeDocument/2006/relationships/tags" Target="../tags/tag271.xml"/><Relationship Id="rId7" Type="http://schemas.openxmlformats.org/officeDocument/2006/relationships/vmlDrawing" Target="../drawings/vmlDrawing37.vml"/><Relationship Id="rId12" Type="http://schemas.openxmlformats.org/officeDocument/2006/relationships/tags" Target="../tags/tag262.xml"/><Relationship Id="rId17" Type="http://schemas.openxmlformats.org/officeDocument/2006/relationships/tags" Target="../tags/tag267.xml"/><Relationship Id="rId25" Type="http://schemas.openxmlformats.org/officeDocument/2006/relationships/tags" Target="../tags/tag275.xml"/><Relationship Id="rId2" Type="http://schemas.openxmlformats.org/officeDocument/2006/relationships/slideLayout" Target="../slideLayouts/slideLayout39.xml"/><Relationship Id="rId16" Type="http://schemas.openxmlformats.org/officeDocument/2006/relationships/tags" Target="../tags/tag266.xml"/><Relationship Id="rId20" Type="http://schemas.openxmlformats.org/officeDocument/2006/relationships/tags" Target="../tags/tag270.xml"/><Relationship Id="rId29" Type="http://schemas.openxmlformats.org/officeDocument/2006/relationships/oleObject" Target="../embeddings/oleObject37.bin"/><Relationship Id="rId1" Type="http://schemas.openxmlformats.org/officeDocument/2006/relationships/slideLayout" Target="../slideLayouts/slideLayout38.xml"/><Relationship Id="rId6" Type="http://schemas.openxmlformats.org/officeDocument/2006/relationships/theme" Target="../theme/theme2.xml"/><Relationship Id="rId11" Type="http://schemas.openxmlformats.org/officeDocument/2006/relationships/tags" Target="../tags/tag261.xml"/><Relationship Id="rId24" Type="http://schemas.openxmlformats.org/officeDocument/2006/relationships/tags" Target="../tags/tag274.xml"/><Relationship Id="rId5" Type="http://schemas.openxmlformats.org/officeDocument/2006/relationships/slideLayout" Target="../slideLayouts/slideLayout42.xml"/><Relationship Id="rId15" Type="http://schemas.openxmlformats.org/officeDocument/2006/relationships/tags" Target="../tags/tag265.xml"/><Relationship Id="rId23" Type="http://schemas.openxmlformats.org/officeDocument/2006/relationships/tags" Target="../tags/tag273.xml"/><Relationship Id="rId28" Type="http://schemas.openxmlformats.org/officeDocument/2006/relationships/tags" Target="../tags/tag278.xml"/><Relationship Id="rId10" Type="http://schemas.openxmlformats.org/officeDocument/2006/relationships/tags" Target="../tags/tag260.xml"/><Relationship Id="rId19" Type="http://schemas.openxmlformats.org/officeDocument/2006/relationships/tags" Target="../tags/tag269.xml"/><Relationship Id="rId31" Type="http://schemas.openxmlformats.org/officeDocument/2006/relationships/image" Target="../media/image10.jpg"/><Relationship Id="rId4" Type="http://schemas.openxmlformats.org/officeDocument/2006/relationships/slideLayout" Target="../slideLayouts/slideLayout41.xml"/><Relationship Id="rId9" Type="http://schemas.openxmlformats.org/officeDocument/2006/relationships/tags" Target="../tags/tag259.xml"/><Relationship Id="rId14" Type="http://schemas.openxmlformats.org/officeDocument/2006/relationships/tags" Target="../tags/tag264.xml"/><Relationship Id="rId22" Type="http://schemas.openxmlformats.org/officeDocument/2006/relationships/tags" Target="../tags/tag272.xml"/><Relationship Id="rId27" Type="http://schemas.openxmlformats.org/officeDocument/2006/relationships/tags" Target="../tags/tag277.xml"/><Relationship Id="rId30" Type="http://schemas.openxmlformats.org/officeDocument/2006/relationships/image" Target="../media/image2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13" Type="http://schemas.openxmlformats.org/officeDocument/2006/relationships/tags" Target="../tags/tag319.xml"/><Relationship Id="rId18" Type="http://schemas.openxmlformats.org/officeDocument/2006/relationships/tags" Target="../tags/tag324.xml"/><Relationship Id="rId26" Type="http://schemas.openxmlformats.org/officeDocument/2006/relationships/image" Target="../media/image1.emf"/><Relationship Id="rId3" Type="http://schemas.openxmlformats.org/officeDocument/2006/relationships/vmlDrawing" Target="../drawings/vmlDrawing43.vml"/><Relationship Id="rId21" Type="http://schemas.openxmlformats.org/officeDocument/2006/relationships/tags" Target="../tags/tag327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tags" Target="../tags/tag323.xml"/><Relationship Id="rId25" Type="http://schemas.openxmlformats.org/officeDocument/2006/relationships/oleObject" Target="../embeddings/oleObject43.bin"/><Relationship Id="rId2" Type="http://schemas.openxmlformats.org/officeDocument/2006/relationships/theme" Target="../theme/theme3.xml"/><Relationship Id="rId16" Type="http://schemas.openxmlformats.org/officeDocument/2006/relationships/tags" Target="../tags/tag322.xml"/><Relationship Id="rId20" Type="http://schemas.openxmlformats.org/officeDocument/2006/relationships/tags" Target="../tags/tag326.xml"/><Relationship Id="rId1" Type="http://schemas.openxmlformats.org/officeDocument/2006/relationships/slideLayout" Target="../slideLayouts/slideLayout43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24" Type="http://schemas.openxmlformats.org/officeDocument/2006/relationships/tags" Target="../tags/tag330.xml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23" Type="http://schemas.openxmlformats.org/officeDocument/2006/relationships/tags" Target="../tags/tag329.xml"/><Relationship Id="rId10" Type="http://schemas.openxmlformats.org/officeDocument/2006/relationships/tags" Target="../tags/tag316.xml"/><Relationship Id="rId19" Type="http://schemas.openxmlformats.org/officeDocument/2006/relationships/tags" Target="../tags/tag325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Relationship Id="rId22" Type="http://schemas.openxmlformats.org/officeDocument/2006/relationships/tags" Target="../tags/tag3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249219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61" imgW="413" imgH="416" progId="TCLayout.ActiveDocument.1">
                  <p:embed/>
                </p:oleObj>
              </mc:Choice>
              <mc:Fallback>
                <p:oleObj name="think-cell Slide" r:id="rId6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4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4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s-CO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44"/>
            </p:custDataLst>
          </p:nvPr>
        </p:nvSpPr>
        <p:spPr>
          <a:xfrm>
            <a:off x="5987739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Título</a:t>
            </a:r>
          </a:p>
          <a:p>
            <a:pPr lvl="0" rtl="0"/>
            <a:r>
              <a:rPr lang="es-CO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Unidad de medida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257028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CO"/>
              <a:t>Click to edit Master text styles</a:t>
            </a:r>
          </a:p>
          <a:p>
            <a:pPr lvl="1"/>
            <a:r>
              <a:rPr lang="es-CO"/>
              <a:t>Second level</a:t>
            </a:r>
          </a:p>
          <a:p>
            <a:pPr lvl="2"/>
            <a:r>
              <a:rPr lang="es-CO"/>
              <a:t>Third level</a:t>
            </a:r>
          </a:p>
          <a:p>
            <a:pPr lvl="3"/>
            <a:r>
              <a:rPr lang="es-CO"/>
              <a:t>Fourth level</a:t>
            </a:r>
          </a:p>
          <a:p>
            <a:pPr lvl="4"/>
            <a:r>
              <a:rPr lang="es-CO"/>
              <a:t>Fifth level</a:t>
            </a:r>
            <a:endParaRPr lang="es-CO" dirty="0"/>
          </a:p>
        </p:txBody>
      </p:sp>
      <p:sp>
        <p:nvSpPr>
          <p:cNvPr id="6" name="TDT_Metadata" hidden="1">
            <a:extLst>
              <a:ext uri="{FF2B5EF4-FFF2-40B4-BE49-F238E27FC236}">
                <a16:creationId xmlns:a16="http://schemas.microsoft.com/office/drawing/2014/main" id="{EB51240B-E28F-47CC-BD4F-FBA9E75D3809}"/>
              </a:ext>
            </a:extLst>
          </p:cNvPr>
          <p:cNvSpPr/>
          <p:nvPr userDrawn="1">
            <p:custDataLst>
              <p:tags r:id="rId45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2">
              <a:alpha val="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s-CO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A8A2C98F-8FA1-4E4D-9393-72938D5960E2}"/>
              </a:ext>
            </a:extLst>
          </p:cNvPr>
          <p:cNvGrpSpPr/>
          <p:nvPr userDrawn="1"/>
        </p:nvGrpSpPr>
        <p:grpSpPr>
          <a:xfrm>
            <a:off x="10227536" y="3150223"/>
            <a:ext cx="1409728" cy="958286"/>
            <a:chOff x="10162879" y="3243772"/>
            <a:chExt cx="1409728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CCC58F7E-6C31-4277-AD05-6427E9006933}"/>
                </a:ext>
              </a:extLst>
            </p:cNvPr>
            <p:cNvSpPr txBox="1"/>
            <p:nvPr/>
          </p:nvSpPr>
          <p:spPr>
            <a:xfrm>
              <a:off x="10886522" y="324377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768316DD-09B7-4C95-AFEF-BEB9274E76F4}"/>
                </a:ext>
              </a:extLst>
            </p:cNvPr>
            <p:cNvSpPr txBox="1"/>
            <p:nvPr/>
          </p:nvSpPr>
          <p:spPr>
            <a:xfrm>
              <a:off x="10886522" y="3615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FE91C753-BCB7-44B1-9736-21010D719EE2}"/>
                </a:ext>
              </a:extLst>
            </p:cNvPr>
            <p:cNvSpPr txBox="1"/>
            <p:nvPr/>
          </p:nvSpPr>
          <p:spPr>
            <a:xfrm>
              <a:off x="10886522" y="398661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5EE82084-41CC-45A9-AA67-3E8573CC514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3E5E883F-7BC9-441F-90D7-FFBBFD8237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3C1CCCA7-4B84-4586-8AA6-8A986D8C51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BBE83FE9-030C-41DC-9C3C-4B3137010DA3}"/>
              </a:ext>
            </a:extLst>
          </p:cNvPr>
          <p:cNvGrpSpPr/>
          <p:nvPr userDrawn="1"/>
        </p:nvGrpSpPr>
        <p:grpSpPr>
          <a:xfrm>
            <a:off x="10598547" y="1145373"/>
            <a:ext cx="1038717" cy="1731859"/>
            <a:chOff x="7723680" y="1702457"/>
            <a:chExt cx="1038717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B8436417-8DA2-4B7F-9D47-EC9C05810617}"/>
                </a:ext>
              </a:extLst>
            </p:cNvPr>
            <p:cNvSpPr txBox="1"/>
            <p:nvPr/>
          </p:nvSpPr>
          <p:spPr>
            <a:xfrm>
              <a:off x="8076312" y="1709816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06BCB0E3-B7A8-4D2B-A4AC-FE51D48986D2}"/>
                </a:ext>
              </a:extLst>
            </p:cNvPr>
            <p:cNvSpPr txBox="1"/>
            <p:nvPr/>
          </p:nvSpPr>
          <p:spPr>
            <a:xfrm>
              <a:off x="8076312" y="2085275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3D1A7910-C587-4965-A132-FE422140ED4C}"/>
                </a:ext>
              </a:extLst>
            </p:cNvPr>
            <p:cNvSpPr txBox="1"/>
            <p:nvPr/>
          </p:nvSpPr>
          <p:spPr>
            <a:xfrm>
              <a:off x="8076312" y="246073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7591E2C3-68B8-4286-A303-8DB435FE66CA}"/>
                </a:ext>
              </a:extLst>
            </p:cNvPr>
            <p:cNvSpPr txBox="1"/>
            <p:nvPr/>
          </p:nvSpPr>
          <p:spPr>
            <a:xfrm>
              <a:off x="8076312" y="2836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1388089A-AFF5-4012-8CA9-CEF19CA6E1AF}"/>
                </a:ext>
              </a:extLst>
            </p:cNvPr>
            <p:cNvSpPr txBox="1"/>
            <p:nvPr/>
          </p:nvSpPr>
          <p:spPr>
            <a:xfrm>
              <a:off x="8076312" y="321165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67DEC403-37A7-40C4-8249-3B6D312A2F2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583F2E00-5B83-4916-B725-772FB4EF71FB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2C38F3DB-0782-4E52-BDA3-76DB8D17F252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238C43BD-7140-4C2A-8093-A1EFE06CE56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C7FE559-1CB0-4442-A6E4-F1885E398982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63352D0-66CF-49C0-ADEA-7C0B3FB7A2F0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5F3E1096-1E63-4CB7-AE10-FE039D584B44}"/>
                </a:ext>
              </a:extLst>
            </p:cNvPr>
            <p:cNvGrpSpPr>
              <a:grpSpLocks noChangeAspect="1"/>
            </p:cNvGrpSpPr>
            <p:nvPr>
              <p:custDataLst>
                <p:tags r:id="rId4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146D2EA2-9E67-48D0-A26C-59B3E4BDDBF8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1CAF1CDA-AAF0-46B2-BDC0-F4A61109F4A9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8EA12C03-B898-4717-8325-F55AA5EAC651}"/>
                </a:ext>
              </a:extLst>
            </p:cNvPr>
            <p:cNvGrpSpPr>
              <a:grpSpLocks noChangeAspect="1"/>
            </p:cNvGrpSpPr>
            <p:nvPr>
              <p:custDataLst>
                <p:tags r:id="rId4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EA13AF53-FAC2-493B-912C-08D9DA46AE4D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1DD98144-E43C-4DF8-B1E2-5E84D1FA5FE9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B8404610-A9C0-42BA-B5F5-8159103E6064}"/>
                </a:ext>
              </a:extLst>
            </p:cNvPr>
            <p:cNvGrpSpPr>
              <a:grpSpLocks noChangeAspect="1"/>
            </p:cNvGrpSpPr>
            <p:nvPr>
              <p:custDataLst>
                <p:tags r:id="rId5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580B617E-8841-4BEA-8898-E3A5998973BF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C5C96BF9-1295-462E-AF5B-9F2AC4FE33F0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5041BBC7-8CFD-49FE-984B-08BF3D35A4AC}"/>
              </a:ext>
            </a:extLst>
          </p:cNvPr>
          <p:cNvGrpSpPr/>
          <p:nvPr userDrawn="1"/>
        </p:nvGrpSpPr>
        <p:grpSpPr>
          <a:xfrm>
            <a:off x="10625033" y="4381500"/>
            <a:ext cx="1012231" cy="1717282"/>
            <a:chOff x="10652400" y="4322824"/>
            <a:chExt cx="1012231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1DFB712F-67A5-4B6E-BB55-4B5D34BA1CFA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4CC55463-6656-4452-AB39-FA1EE96F4DE6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FBAF42B9-AF56-422B-B9C7-4FD95B1B944B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234789BA-5F54-45E6-9D41-5020C7F2FA5B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4DACBD84-A1F0-46E1-A51F-E0012FCAE7D8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126E30CA-033F-4343-8307-A5950B30F0AF}"/>
                </a:ext>
              </a:extLst>
            </p:cNvPr>
            <p:cNvSpPr txBox="1"/>
            <p:nvPr/>
          </p:nvSpPr>
          <p:spPr>
            <a:xfrm>
              <a:off x="10978546" y="432282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9A05C51B-1A28-49FE-B438-AB8864A0A05D}"/>
                </a:ext>
              </a:extLst>
            </p:cNvPr>
            <p:cNvSpPr txBox="1"/>
            <p:nvPr/>
          </p:nvSpPr>
          <p:spPr>
            <a:xfrm>
              <a:off x="10978546" y="470232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7290B608-A044-444F-BC2B-745E75096C38}"/>
                </a:ext>
              </a:extLst>
            </p:cNvPr>
            <p:cNvSpPr txBox="1"/>
            <p:nvPr/>
          </p:nvSpPr>
          <p:spPr>
            <a:xfrm>
              <a:off x="10978546" y="5081820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A7D4402F-8B18-4785-B2A8-E30FB85C4275}"/>
                </a:ext>
              </a:extLst>
            </p:cNvPr>
            <p:cNvSpPr txBox="1"/>
            <p:nvPr/>
          </p:nvSpPr>
          <p:spPr>
            <a:xfrm>
              <a:off x="10978546" y="545324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4DA41DD1-F515-4FC8-AF2D-5F76B80D1C93}"/>
                </a:ext>
              </a:extLst>
            </p:cNvPr>
            <p:cNvSpPr txBox="1"/>
            <p:nvPr/>
          </p:nvSpPr>
          <p:spPr>
            <a:xfrm>
              <a:off x="10978545" y="582466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  <a:endParaRPr lang="es-CO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435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  <p:sldLayoutId id="2147484048" r:id="rId13"/>
    <p:sldLayoutId id="2147484183" r:id="rId14"/>
    <p:sldLayoutId id="2147484184" r:id="rId15"/>
    <p:sldLayoutId id="2147484185" r:id="rId16"/>
    <p:sldLayoutId id="2147484186" r:id="rId17"/>
    <p:sldLayoutId id="2147484187" r:id="rId18"/>
    <p:sldLayoutId id="2147484188" r:id="rId19"/>
    <p:sldLayoutId id="2147484189" r:id="rId20"/>
    <p:sldLayoutId id="2147484190" r:id="rId21"/>
    <p:sldLayoutId id="2147484191" r:id="rId22"/>
    <p:sldLayoutId id="2147484192" r:id="rId23"/>
    <p:sldLayoutId id="2147484193" r:id="rId24"/>
    <p:sldLayoutId id="2147484194" r:id="rId25"/>
    <p:sldLayoutId id="2147484195" r:id="rId26"/>
    <p:sldLayoutId id="2147484196" r:id="rId27"/>
    <p:sldLayoutId id="2147484198" r:id="rId28"/>
    <p:sldLayoutId id="2147484208" r:id="rId29"/>
    <p:sldLayoutId id="2147484259" r:id="rId30"/>
    <p:sldLayoutId id="2147484260" r:id="rId31"/>
    <p:sldLayoutId id="2147484261" r:id="rId32"/>
    <p:sldLayoutId id="2147484262" r:id="rId33"/>
    <p:sldLayoutId id="2147484264" r:id="rId34"/>
    <p:sldLayoutId id="2147484265" r:id="rId35"/>
    <p:sldLayoutId id="2147484266" r:id="rId36"/>
    <p:sldLayoutId id="2147484267" r:id="rId3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s-ES" sz="2500" b="1" kern="1200" spc="0" baseline="0" dirty="0">
          <a:ln w="6350" cap="flat">
            <a:noFill/>
            <a:miter lim="800000"/>
          </a:ln>
          <a:solidFill>
            <a:schemeClr val="accent3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40B17A4-151A-442A-85BB-61D97FD47C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650845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think-cell Slide" r:id="rId29" imgW="592" imgH="591" progId="TCLayout.ActiveDocument.1">
                  <p:embed/>
                </p:oleObj>
              </mc:Choice>
              <mc:Fallback>
                <p:oleObj name="think-cell Slide" r:id="rId2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40B17A4-151A-442A-85BB-61D97FD47C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D71EF87-0464-4C8E-9A70-6316224A8BB0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3399E7-290D-4CE6-AA08-2DA0CF307E1C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72212"/>
            <a:ext cx="10101193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s-CO"/>
              <a:t>Click to edit Master title style</a:t>
            </a:r>
            <a:endParaRPr lang="es-CO" dirty="0"/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11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CO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s-CO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CO" dirty="0" err="1"/>
              <a:t>Footnotes</a:t>
            </a:r>
            <a:endParaRPr lang="es-CO" dirty="0"/>
          </a:p>
        </p:txBody>
      </p:sp>
      <p:sp>
        <p:nvSpPr>
          <p:cNvPr id="176" name="Sticker" hidden="1">
            <a:extLst>
              <a:ext uri="{FF2B5EF4-FFF2-40B4-BE49-F238E27FC236}">
                <a16:creationId xmlns:a16="http://schemas.microsoft.com/office/drawing/2014/main" id="{F05F3D84-B1F2-4969-91DD-7BB0F78A4159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s-CO"/>
              <a:t>STICKER</a:t>
            </a:r>
            <a:endParaRPr lang="es-CO" dirty="0"/>
          </a:p>
        </p:txBody>
      </p:sp>
      <p:sp>
        <p:nvSpPr>
          <p:cNvPr id="207" name="ACET" hidden="1">
            <a:extLst>
              <a:ext uri="{FF2B5EF4-FFF2-40B4-BE49-F238E27FC236}">
                <a16:creationId xmlns:a16="http://schemas.microsoft.com/office/drawing/2014/main" id="{9C1AB688-8E46-4BED-871D-3FE073C183F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987739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/>
              <a:t>Título</a:t>
            </a:r>
          </a:p>
          <a:p>
            <a:pPr lvl="0" rtl="0"/>
            <a:r>
              <a:rPr lang="es-CO" b="0" dirty="0"/>
              <a:t>Unidad de medida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BC65-10CC-4404-9B17-2797DDA4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5" y="2170800"/>
            <a:ext cx="2609333" cy="17228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CO"/>
              <a:t>Click to edit Master text styles</a:t>
            </a:r>
          </a:p>
          <a:p>
            <a:pPr lvl="1"/>
            <a:r>
              <a:rPr lang="es-CO"/>
              <a:t>Second level</a:t>
            </a:r>
          </a:p>
          <a:p>
            <a:pPr lvl="2"/>
            <a:r>
              <a:rPr lang="es-CO"/>
              <a:t>Third level</a:t>
            </a:r>
          </a:p>
          <a:p>
            <a:pPr lvl="3"/>
            <a:r>
              <a:rPr lang="es-CO"/>
              <a:t>Fourth level</a:t>
            </a:r>
          </a:p>
          <a:p>
            <a:pPr lvl="4"/>
            <a:r>
              <a:rPr lang="es-CO"/>
              <a:t>Fifth level</a:t>
            </a:r>
            <a:endParaRPr lang="es-CO" dirty="0"/>
          </a:p>
        </p:txBody>
      </p:sp>
      <p:grpSp>
        <p:nvGrpSpPr>
          <p:cNvPr id="146" name="LegendBoxes" hidden="1">
            <a:extLst>
              <a:ext uri="{FF2B5EF4-FFF2-40B4-BE49-F238E27FC236}">
                <a16:creationId xmlns:a16="http://schemas.microsoft.com/office/drawing/2014/main" id="{24F5740E-DF82-4180-AB20-45F276C9AC53}"/>
              </a:ext>
            </a:extLst>
          </p:cNvPr>
          <p:cNvGrpSpPr/>
          <p:nvPr userDrawn="1"/>
        </p:nvGrpSpPr>
        <p:grpSpPr>
          <a:xfrm>
            <a:off x="10625033" y="4381500"/>
            <a:ext cx="1012231" cy="1717282"/>
            <a:chOff x="10554770" y="4322824"/>
            <a:chExt cx="1012231" cy="1717282"/>
          </a:xfrm>
        </p:grpSpPr>
        <p:sp>
          <p:nvSpPr>
            <p:cNvPr id="147" name="RectangleLegend1" hidden="1">
              <a:extLst>
                <a:ext uri="{FF2B5EF4-FFF2-40B4-BE49-F238E27FC236}">
                  <a16:creationId xmlns:a16="http://schemas.microsoft.com/office/drawing/2014/main" id="{50593240-9F37-419F-B7B5-BA6F07ACC6A7}"/>
                </a:ext>
              </a:extLst>
            </p:cNvPr>
            <p:cNvSpPr/>
            <p:nvPr/>
          </p:nvSpPr>
          <p:spPr>
            <a:xfrm>
              <a:off x="1055477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48" name="RectangleLegend2" hidden="1">
              <a:extLst>
                <a:ext uri="{FF2B5EF4-FFF2-40B4-BE49-F238E27FC236}">
                  <a16:creationId xmlns:a16="http://schemas.microsoft.com/office/drawing/2014/main" id="{CED9943E-5A30-48CF-9734-2B7900D7B3DF}"/>
                </a:ext>
              </a:extLst>
            </p:cNvPr>
            <p:cNvSpPr/>
            <p:nvPr/>
          </p:nvSpPr>
          <p:spPr>
            <a:xfrm>
              <a:off x="1055477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49" name="RectangleLegend3" hidden="1">
              <a:extLst>
                <a:ext uri="{FF2B5EF4-FFF2-40B4-BE49-F238E27FC236}">
                  <a16:creationId xmlns:a16="http://schemas.microsoft.com/office/drawing/2014/main" id="{71DAADD7-1E17-4E5D-B37A-A7F08B0BD61C}"/>
                </a:ext>
              </a:extLst>
            </p:cNvPr>
            <p:cNvSpPr/>
            <p:nvPr/>
          </p:nvSpPr>
          <p:spPr>
            <a:xfrm>
              <a:off x="1055477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50" name="RectangleLegend4" hidden="1">
              <a:extLst>
                <a:ext uri="{FF2B5EF4-FFF2-40B4-BE49-F238E27FC236}">
                  <a16:creationId xmlns:a16="http://schemas.microsoft.com/office/drawing/2014/main" id="{D13DDB31-8D78-4F80-A4CA-2F03F04F5FD1}"/>
                </a:ext>
              </a:extLst>
            </p:cNvPr>
            <p:cNvSpPr/>
            <p:nvPr/>
          </p:nvSpPr>
          <p:spPr>
            <a:xfrm>
              <a:off x="1055477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Legend5" hidden="1">
              <a:extLst>
                <a:ext uri="{FF2B5EF4-FFF2-40B4-BE49-F238E27FC236}">
                  <a16:creationId xmlns:a16="http://schemas.microsoft.com/office/drawing/2014/main" id="{FF41D0E7-8E8B-4794-8EFC-4AF4BF8AE994}"/>
                </a:ext>
              </a:extLst>
            </p:cNvPr>
            <p:cNvSpPr/>
            <p:nvPr/>
          </p:nvSpPr>
          <p:spPr>
            <a:xfrm>
              <a:off x="1055477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</a:endParaRPr>
            </a:p>
          </p:txBody>
        </p:sp>
        <p:sp>
          <p:nvSpPr>
            <p:cNvPr id="152" name="Legend1" hidden="1">
              <a:extLst>
                <a:ext uri="{FF2B5EF4-FFF2-40B4-BE49-F238E27FC236}">
                  <a16:creationId xmlns:a16="http://schemas.microsoft.com/office/drawing/2014/main" id="{BA5431C5-577C-4027-B2D6-6A1D4909E396}"/>
                </a:ext>
              </a:extLst>
            </p:cNvPr>
            <p:cNvSpPr txBox="1"/>
            <p:nvPr/>
          </p:nvSpPr>
          <p:spPr>
            <a:xfrm>
              <a:off x="10880916" y="432282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53" name="Legend2" hidden="1">
              <a:extLst>
                <a:ext uri="{FF2B5EF4-FFF2-40B4-BE49-F238E27FC236}">
                  <a16:creationId xmlns:a16="http://schemas.microsoft.com/office/drawing/2014/main" id="{985C13B1-99BE-42C3-BCB2-66D582EE4DDC}"/>
                </a:ext>
              </a:extLst>
            </p:cNvPr>
            <p:cNvSpPr txBox="1"/>
            <p:nvPr/>
          </p:nvSpPr>
          <p:spPr>
            <a:xfrm>
              <a:off x="10880916" y="470232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54" name="Legend3" hidden="1">
              <a:extLst>
                <a:ext uri="{FF2B5EF4-FFF2-40B4-BE49-F238E27FC236}">
                  <a16:creationId xmlns:a16="http://schemas.microsoft.com/office/drawing/2014/main" id="{DEC5AE18-EAD3-4535-B747-721BCC409C8E}"/>
                </a:ext>
              </a:extLst>
            </p:cNvPr>
            <p:cNvSpPr txBox="1"/>
            <p:nvPr/>
          </p:nvSpPr>
          <p:spPr>
            <a:xfrm>
              <a:off x="10880916" y="5081820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55" name="Legend4" hidden="1">
              <a:extLst>
                <a:ext uri="{FF2B5EF4-FFF2-40B4-BE49-F238E27FC236}">
                  <a16:creationId xmlns:a16="http://schemas.microsoft.com/office/drawing/2014/main" id="{F291CFD6-3679-4B96-9453-8990FB0F718D}"/>
                </a:ext>
              </a:extLst>
            </p:cNvPr>
            <p:cNvSpPr txBox="1"/>
            <p:nvPr/>
          </p:nvSpPr>
          <p:spPr>
            <a:xfrm>
              <a:off x="10880916" y="545324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56" name="Legend5" hidden="1">
              <a:extLst>
                <a:ext uri="{FF2B5EF4-FFF2-40B4-BE49-F238E27FC236}">
                  <a16:creationId xmlns:a16="http://schemas.microsoft.com/office/drawing/2014/main" id="{809199C2-52F2-48A2-B6D1-B26CA5075F79}"/>
                </a:ext>
              </a:extLst>
            </p:cNvPr>
            <p:cNvSpPr txBox="1"/>
            <p:nvPr/>
          </p:nvSpPr>
          <p:spPr>
            <a:xfrm>
              <a:off x="10880915" y="582466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</p:grpSp>
      <p:grpSp>
        <p:nvGrpSpPr>
          <p:cNvPr id="157" name="LegendLines" hidden="1">
            <a:extLst>
              <a:ext uri="{FF2B5EF4-FFF2-40B4-BE49-F238E27FC236}">
                <a16:creationId xmlns:a16="http://schemas.microsoft.com/office/drawing/2014/main" id="{06CEDE62-A9BA-4238-A36E-97916E7E11B7}"/>
              </a:ext>
            </a:extLst>
          </p:cNvPr>
          <p:cNvGrpSpPr/>
          <p:nvPr userDrawn="1"/>
        </p:nvGrpSpPr>
        <p:grpSpPr>
          <a:xfrm>
            <a:off x="10227536" y="3150831"/>
            <a:ext cx="1409728" cy="958286"/>
            <a:chOff x="10162879" y="3243772"/>
            <a:chExt cx="1409728" cy="958286"/>
          </a:xfrm>
        </p:grpSpPr>
        <p:sp>
          <p:nvSpPr>
            <p:cNvPr id="158" name="Legend1" hidden="1">
              <a:extLst>
                <a:ext uri="{FF2B5EF4-FFF2-40B4-BE49-F238E27FC236}">
                  <a16:creationId xmlns:a16="http://schemas.microsoft.com/office/drawing/2014/main" id="{A6A3A465-7324-4A6F-BC46-AC827D264AD8}"/>
                </a:ext>
              </a:extLst>
            </p:cNvPr>
            <p:cNvSpPr txBox="1"/>
            <p:nvPr/>
          </p:nvSpPr>
          <p:spPr>
            <a:xfrm>
              <a:off x="10886522" y="324377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59" name="Legend2" hidden="1">
              <a:extLst>
                <a:ext uri="{FF2B5EF4-FFF2-40B4-BE49-F238E27FC236}">
                  <a16:creationId xmlns:a16="http://schemas.microsoft.com/office/drawing/2014/main" id="{850D9DF8-6A75-4DFE-8AC6-60B542175A90}"/>
                </a:ext>
              </a:extLst>
            </p:cNvPr>
            <p:cNvSpPr txBox="1"/>
            <p:nvPr/>
          </p:nvSpPr>
          <p:spPr>
            <a:xfrm>
              <a:off x="10886522" y="3615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60" name="Legend3" hidden="1">
              <a:extLst>
                <a:ext uri="{FF2B5EF4-FFF2-40B4-BE49-F238E27FC236}">
                  <a16:creationId xmlns:a16="http://schemas.microsoft.com/office/drawing/2014/main" id="{7EE425C8-C974-4F7C-9772-CD631984D5F0}"/>
                </a:ext>
              </a:extLst>
            </p:cNvPr>
            <p:cNvSpPr txBox="1"/>
            <p:nvPr/>
          </p:nvSpPr>
          <p:spPr>
            <a:xfrm>
              <a:off x="10886522" y="398661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61" name="LineLegend3" hidden="1">
              <a:extLst>
                <a:ext uri="{FF2B5EF4-FFF2-40B4-BE49-F238E27FC236}">
                  <a16:creationId xmlns:a16="http://schemas.microsoft.com/office/drawing/2014/main" id="{93BA327F-AF02-4D03-9F4B-E727E6E32C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+mn-lt"/>
                <a:ea typeface="+mn-ea"/>
              </a:endParaRPr>
            </a:p>
          </p:txBody>
        </p:sp>
        <p:sp>
          <p:nvSpPr>
            <p:cNvPr id="162" name="LineLegend2" hidden="1">
              <a:extLst>
                <a:ext uri="{FF2B5EF4-FFF2-40B4-BE49-F238E27FC236}">
                  <a16:creationId xmlns:a16="http://schemas.microsoft.com/office/drawing/2014/main" id="{BC142654-6AB6-48E7-B6D9-17250406EBE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+mn-lt"/>
                <a:ea typeface="+mn-ea"/>
              </a:endParaRPr>
            </a:p>
          </p:txBody>
        </p:sp>
        <p:sp>
          <p:nvSpPr>
            <p:cNvPr id="163" name="LineLegend1" hidden="1">
              <a:extLst>
                <a:ext uri="{FF2B5EF4-FFF2-40B4-BE49-F238E27FC236}">
                  <a16:creationId xmlns:a16="http://schemas.microsoft.com/office/drawing/2014/main" id="{F33CBD59-EFB9-45A1-9B71-88BD0616A19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+mn-lt"/>
                <a:ea typeface="+mn-ea"/>
              </a:endParaRPr>
            </a:p>
          </p:txBody>
        </p:sp>
      </p:grpSp>
      <p:grpSp>
        <p:nvGrpSpPr>
          <p:cNvPr id="164" name="LegendMoons" hidden="1">
            <a:extLst>
              <a:ext uri="{FF2B5EF4-FFF2-40B4-BE49-F238E27FC236}">
                <a16:creationId xmlns:a16="http://schemas.microsoft.com/office/drawing/2014/main" id="{9DF020B4-043F-4066-9167-78623B36EB91}"/>
              </a:ext>
            </a:extLst>
          </p:cNvPr>
          <p:cNvGrpSpPr/>
          <p:nvPr userDrawn="1"/>
        </p:nvGrpSpPr>
        <p:grpSpPr>
          <a:xfrm>
            <a:off x="10598547" y="1146588"/>
            <a:ext cx="1038717" cy="1731859"/>
            <a:chOff x="7716535" y="2630582"/>
            <a:chExt cx="1038717" cy="1731859"/>
          </a:xfrm>
        </p:grpSpPr>
        <p:sp>
          <p:nvSpPr>
            <p:cNvPr id="165" name="Legend1" hidden="1">
              <a:extLst>
                <a:ext uri="{FF2B5EF4-FFF2-40B4-BE49-F238E27FC236}">
                  <a16:creationId xmlns:a16="http://schemas.microsoft.com/office/drawing/2014/main" id="{DD42721E-18A4-47BE-A734-E91466F360B8}"/>
                </a:ext>
              </a:extLst>
            </p:cNvPr>
            <p:cNvSpPr txBox="1"/>
            <p:nvPr/>
          </p:nvSpPr>
          <p:spPr>
            <a:xfrm>
              <a:off x="8069167" y="263794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66" name="Legend2" hidden="1">
              <a:extLst>
                <a:ext uri="{FF2B5EF4-FFF2-40B4-BE49-F238E27FC236}">
                  <a16:creationId xmlns:a16="http://schemas.microsoft.com/office/drawing/2014/main" id="{F5BE45CB-8348-461F-B122-464BBB3D5A0D}"/>
                </a:ext>
              </a:extLst>
            </p:cNvPr>
            <p:cNvSpPr txBox="1"/>
            <p:nvPr/>
          </p:nvSpPr>
          <p:spPr>
            <a:xfrm>
              <a:off x="8069167" y="3013400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167" name="Legend3" hidden="1">
              <a:extLst>
                <a:ext uri="{FF2B5EF4-FFF2-40B4-BE49-F238E27FC236}">
                  <a16:creationId xmlns:a16="http://schemas.microsoft.com/office/drawing/2014/main" id="{1C1EC93A-5849-4373-8B53-BF46B0AC38F9}"/>
                </a:ext>
              </a:extLst>
            </p:cNvPr>
            <p:cNvSpPr txBox="1"/>
            <p:nvPr/>
          </p:nvSpPr>
          <p:spPr>
            <a:xfrm>
              <a:off x="8069167" y="3388859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208" name="Legend4" hidden="1">
              <a:extLst>
                <a:ext uri="{FF2B5EF4-FFF2-40B4-BE49-F238E27FC236}">
                  <a16:creationId xmlns:a16="http://schemas.microsoft.com/office/drawing/2014/main" id="{830F4159-3E20-4039-AC77-956858FE8679}"/>
                </a:ext>
              </a:extLst>
            </p:cNvPr>
            <p:cNvSpPr txBox="1"/>
            <p:nvPr/>
          </p:nvSpPr>
          <p:spPr>
            <a:xfrm>
              <a:off x="8069167" y="3764318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sp>
          <p:nvSpPr>
            <p:cNvPr id="209" name="Legend5" hidden="1">
              <a:extLst>
                <a:ext uri="{FF2B5EF4-FFF2-40B4-BE49-F238E27FC236}">
                  <a16:creationId xmlns:a16="http://schemas.microsoft.com/office/drawing/2014/main" id="{B75AE770-DA61-43DE-8103-9CF317C54CEF}"/>
                </a:ext>
              </a:extLst>
            </p:cNvPr>
            <p:cNvSpPr txBox="1"/>
            <p:nvPr/>
          </p:nvSpPr>
          <p:spPr>
            <a:xfrm>
              <a:off x="8069167" y="4139779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/>
                <a:t>Leyenda</a:t>
              </a:r>
              <a:endParaRPr lang="es-CO" sz="1400" dirty="0"/>
            </a:p>
          </p:txBody>
        </p:sp>
        <p:grpSp>
          <p:nvGrpSpPr>
            <p:cNvPr id="210" name="MoonLegend1" hidden="1">
              <a:extLst>
                <a:ext uri="{FF2B5EF4-FFF2-40B4-BE49-F238E27FC236}">
                  <a16:creationId xmlns:a16="http://schemas.microsoft.com/office/drawing/2014/main" id="{31331049-0592-4483-96BB-950FA6BC5B19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16535" y="2630582"/>
              <a:ext cx="228600" cy="228600"/>
              <a:chOff x="762000" y="1270000"/>
              <a:chExt cx="254000" cy="254000"/>
            </a:xfrm>
          </p:grpSpPr>
          <p:sp>
            <p:nvSpPr>
              <p:cNvPr id="223" name="Oval 222" hidden="1">
                <a:extLst>
                  <a:ext uri="{FF2B5EF4-FFF2-40B4-BE49-F238E27FC236}">
                    <a16:creationId xmlns:a16="http://schemas.microsoft.com/office/drawing/2014/main" id="{7D8D203A-F720-4813-A8CC-3FC96DF56D14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Arc 223" hidden="1">
                <a:extLst>
                  <a:ext uri="{FF2B5EF4-FFF2-40B4-BE49-F238E27FC236}">
                    <a16:creationId xmlns:a16="http://schemas.microsoft.com/office/drawing/2014/main" id="{64D08F55-B9BC-4774-B70F-873AFDC6E008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/>
              </a:p>
            </p:txBody>
          </p:sp>
        </p:grpSp>
        <p:grpSp>
          <p:nvGrpSpPr>
            <p:cNvPr id="211" name="MoonLegend2" hidden="1">
              <a:extLst>
                <a:ext uri="{FF2B5EF4-FFF2-40B4-BE49-F238E27FC236}">
                  <a16:creationId xmlns:a16="http://schemas.microsoft.com/office/drawing/2014/main" id="{AE0AECDE-F541-495C-BE05-68C7032DB103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16535" y="3006395"/>
              <a:ext cx="228600" cy="228600"/>
              <a:chOff x="762000" y="1270000"/>
              <a:chExt cx="254000" cy="254000"/>
            </a:xfrm>
          </p:grpSpPr>
          <p:sp>
            <p:nvSpPr>
              <p:cNvPr id="221" name="Oval 220" hidden="1">
                <a:extLst>
                  <a:ext uri="{FF2B5EF4-FFF2-40B4-BE49-F238E27FC236}">
                    <a16:creationId xmlns:a16="http://schemas.microsoft.com/office/drawing/2014/main" id="{AB76D787-8AF1-4FB5-B947-F3732790C27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Arc 221" hidden="1">
                <a:extLst>
                  <a:ext uri="{FF2B5EF4-FFF2-40B4-BE49-F238E27FC236}">
                    <a16:creationId xmlns:a16="http://schemas.microsoft.com/office/drawing/2014/main" id="{6A4D2DD5-32F5-419F-813B-2B6777E8E4B4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/>
              </a:p>
            </p:txBody>
          </p:sp>
        </p:grpSp>
        <p:grpSp>
          <p:nvGrpSpPr>
            <p:cNvPr id="212" name="MoonLegend3" hidden="1">
              <a:extLst>
                <a:ext uri="{FF2B5EF4-FFF2-40B4-BE49-F238E27FC236}">
                  <a16:creationId xmlns:a16="http://schemas.microsoft.com/office/drawing/2014/main" id="{F4A63321-1DBC-420C-BF29-4EE06BAC5F40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16535" y="3382210"/>
              <a:ext cx="228600" cy="228600"/>
              <a:chOff x="762000" y="1270000"/>
              <a:chExt cx="254000" cy="254000"/>
            </a:xfrm>
          </p:grpSpPr>
          <p:sp>
            <p:nvSpPr>
              <p:cNvPr id="219" name="Oval 218" hidden="1">
                <a:extLst>
                  <a:ext uri="{FF2B5EF4-FFF2-40B4-BE49-F238E27FC236}">
                    <a16:creationId xmlns:a16="http://schemas.microsoft.com/office/drawing/2014/main" id="{A9DD8BC1-756A-4AD1-A54B-8937D09BC893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Arc 219" hidden="1">
                <a:extLst>
                  <a:ext uri="{FF2B5EF4-FFF2-40B4-BE49-F238E27FC236}">
                    <a16:creationId xmlns:a16="http://schemas.microsoft.com/office/drawing/2014/main" id="{05E9EC50-C698-4AC1-8D5E-9A056560E7D5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/>
              </a:p>
            </p:txBody>
          </p:sp>
        </p:grpSp>
        <p:grpSp>
          <p:nvGrpSpPr>
            <p:cNvPr id="213" name="MoonLegend4" hidden="1">
              <a:extLst>
                <a:ext uri="{FF2B5EF4-FFF2-40B4-BE49-F238E27FC236}">
                  <a16:creationId xmlns:a16="http://schemas.microsoft.com/office/drawing/2014/main" id="{6D4268BF-918E-46D0-9080-540A46F2893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16535" y="3758025"/>
              <a:ext cx="228600" cy="228600"/>
              <a:chOff x="762000" y="1270000"/>
              <a:chExt cx="254000" cy="254000"/>
            </a:xfrm>
          </p:grpSpPr>
          <p:sp>
            <p:nvSpPr>
              <p:cNvPr id="217" name="Oval 216" hidden="1">
                <a:extLst>
                  <a:ext uri="{FF2B5EF4-FFF2-40B4-BE49-F238E27FC236}">
                    <a16:creationId xmlns:a16="http://schemas.microsoft.com/office/drawing/2014/main" id="{64C96731-0AE0-4372-BD04-3E579283469B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8" name="Arc 217" hidden="1">
                <a:extLst>
                  <a:ext uri="{FF2B5EF4-FFF2-40B4-BE49-F238E27FC236}">
                    <a16:creationId xmlns:a16="http://schemas.microsoft.com/office/drawing/2014/main" id="{CF9A9DA8-D78C-46C8-9298-AC58A6494E6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/>
              </a:p>
            </p:txBody>
          </p:sp>
        </p:grpSp>
        <p:grpSp>
          <p:nvGrpSpPr>
            <p:cNvPr id="214" name="MoonLegend5" hidden="1">
              <a:extLst>
                <a:ext uri="{FF2B5EF4-FFF2-40B4-BE49-F238E27FC236}">
                  <a16:creationId xmlns:a16="http://schemas.microsoft.com/office/drawing/2014/main" id="{2E170723-D0C3-4595-86AD-B5A20F3773A1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16535" y="4133841"/>
              <a:ext cx="228600" cy="228600"/>
              <a:chOff x="762000" y="1270000"/>
              <a:chExt cx="254000" cy="254000"/>
            </a:xfrm>
          </p:grpSpPr>
          <p:sp>
            <p:nvSpPr>
              <p:cNvPr id="215" name="Oval 214" hidden="1">
                <a:extLst>
                  <a:ext uri="{FF2B5EF4-FFF2-40B4-BE49-F238E27FC236}">
                    <a16:creationId xmlns:a16="http://schemas.microsoft.com/office/drawing/2014/main" id="{9EAE2F10-8659-4E97-9C2E-8EB1B74B2908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Arc 215" hidden="1">
                <a:extLst>
                  <a:ext uri="{FF2B5EF4-FFF2-40B4-BE49-F238E27FC236}">
                    <a16:creationId xmlns:a16="http://schemas.microsoft.com/office/drawing/2014/main" id="{E9E3FC9E-7FC8-4AE4-9DB4-F1F4BF511FEB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594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8" r:id="rId2"/>
    <p:sldLayoutId id="2147484220" r:id="rId3"/>
    <p:sldLayoutId id="2147484223" r:id="rId4"/>
    <p:sldLayoutId id="2147484225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s-E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91164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think-cell Slide" r:id="rId25" imgW="413" imgH="416" progId="TCLayout.ActiveDocument.1">
                  <p:embed/>
                </p:oleObj>
              </mc:Choice>
              <mc:Fallback>
                <p:oleObj name="think-cell Slide" r:id="rId25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s-CO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CO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Footnotes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title</a:t>
            </a:r>
            <a:r>
              <a:rPr lang="es-CO" dirty="0"/>
              <a:t> </a:t>
            </a:r>
            <a:r>
              <a:rPr lang="es-CO" dirty="0" err="1"/>
              <a:t>style</a:t>
            </a:r>
            <a:endParaRPr lang="es-CO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s-CO" sz="132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987739" y="2170800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Título</a:t>
            </a:r>
          </a:p>
          <a:p>
            <a:pPr lvl="0" rtl="0"/>
            <a:r>
              <a:rPr lang="es-CO" b="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Unidad de medida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257028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CO" dirty="0" err="1"/>
              <a:t>Click</a:t>
            </a:r>
            <a:r>
              <a:rPr lang="es-CO" dirty="0"/>
              <a:t> </a:t>
            </a:r>
            <a:r>
              <a:rPr lang="es-CO" dirty="0" err="1"/>
              <a:t>to</a:t>
            </a:r>
            <a:r>
              <a:rPr lang="es-CO" dirty="0"/>
              <a:t> </a:t>
            </a:r>
            <a:r>
              <a:rPr lang="es-CO" dirty="0" err="1"/>
              <a:t>edit</a:t>
            </a:r>
            <a:r>
              <a:rPr lang="es-CO" dirty="0"/>
              <a:t> Master </a:t>
            </a:r>
            <a:r>
              <a:rPr lang="es-CO" dirty="0" err="1"/>
              <a:t>text</a:t>
            </a:r>
            <a:r>
              <a:rPr lang="es-CO" dirty="0"/>
              <a:t> </a:t>
            </a:r>
            <a:r>
              <a:rPr lang="es-CO" dirty="0" err="1"/>
              <a:t>styles</a:t>
            </a:r>
            <a:endParaRPr lang="es-CO" dirty="0"/>
          </a:p>
          <a:p>
            <a:pPr lvl="1"/>
            <a:r>
              <a:rPr lang="es-CO" dirty="0" err="1"/>
              <a:t>Second</a:t>
            </a:r>
            <a:r>
              <a:rPr lang="es-CO" dirty="0"/>
              <a:t> </a:t>
            </a:r>
            <a:r>
              <a:rPr lang="es-CO" dirty="0" err="1"/>
              <a:t>level</a:t>
            </a:r>
            <a:endParaRPr lang="es-CO" dirty="0"/>
          </a:p>
          <a:p>
            <a:pPr lvl="2"/>
            <a:r>
              <a:rPr lang="es-CO" dirty="0" err="1"/>
              <a:t>Third</a:t>
            </a:r>
            <a:r>
              <a:rPr lang="es-CO" dirty="0"/>
              <a:t> </a:t>
            </a:r>
            <a:r>
              <a:rPr lang="es-CO" dirty="0" err="1"/>
              <a:t>level</a:t>
            </a:r>
            <a:endParaRPr lang="es-CO" dirty="0"/>
          </a:p>
          <a:p>
            <a:pPr lvl="3"/>
            <a:r>
              <a:rPr lang="es-CO" dirty="0" err="1"/>
              <a:t>Fourth</a:t>
            </a:r>
            <a:r>
              <a:rPr lang="es-CO" dirty="0"/>
              <a:t> </a:t>
            </a:r>
            <a:r>
              <a:rPr lang="es-CO" dirty="0" err="1"/>
              <a:t>level</a:t>
            </a:r>
            <a:endParaRPr lang="es-CO" dirty="0"/>
          </a:p>
          <a:p>
            <a:pPr lvl="4"/>
            <a:r>
              <a:rPr lang="es-CO" dirty="0" err="1"/>
              <a:t>Fifth</a:t>
            </a:r>
            <a:r>
              <a:rPr lang="es-CO" dirty="0"/>
              <a:t> </a:t>
            </a:r>
            <a:r>
              <a:rPr lang="es-CO" dirty="0" err="1"/>
              <a:t>level</a:t>
            </a:r>
            <a:endParaRPr lang="es-CO" dirty="0"/>
          </a:p>
        </p:txBody>
      </p:sp>
      <p:sp>
        <p:nvSpPr>
          <p:cNvPr id="6" name="TDT_Metadata" hidden="1">
            <a:extLst>
              <a:ext uri="{FF2B5EF4-FFF2-40B4-BE49-F238E27FC236}">
                <a16:creationId xmlns:a16="http://schemas.microsoft.com/office/drawing/2014/main" id="{EB51240B-E28F-47CC-BD4F-FBA9E75D3809}"/>
              </a:ext>
            </a:extLst>
          </p:cNvPr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2">
              <a:alpha val="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spcBef>
                <a:spcPts val="300"/>
              </a:spcBef>
              <a:spcAft>
                <a:spcPts val="300"/>
              </a:spcAft>
            </a:pPr>
            <a:endParaRPr lang="es-CO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70" name="LegendLines" hidden="1">
            <a:extLst>
              <a:ext uri="{FF2B5EF4-FFF2-40B4-BE49-F238E27FC236}">
                <a16:creationId xmlns:a16="http://schemas.microsoft.com/office/drawing/2014/main" id="{A8A2C98F-8FA1-4E4D-9393-72938D5960E2}"/>
              </a:ext>
            </a:extLst>
          </p:cNvPr>
          <p:cNvGrpSpPr/>
          <p:nvPr userDrawn="1"/>
        </p:nvGrpSpPr>
        <p:grpSpPr>
          <a:xfrm>
            <a:off x="10227536" y="3150223"/>
            <a:ext cx="1409728" cy="958286"/>
            <a:chOff x="10162879" y="3243772"/>
            <a:chExt cx="1409728" cy="958286"/>
          </a:xfrm>
        </p:grpSpPr>
        <p:sp>
          <p:nvSpPr>
            <p:cNvPr id="171" name="Legend1" hidden="1">
              <a:extLst>
                <a:ext uri="{FF2B5EF4-FFF2-40B4-BE49-F238E27FC236}">
                  <a16:creationId xmlns:a16="http://schemas.microsoft.com/office/drawing/2014/main" id="{CCC58F7E-6C31-4277-AD05-6427E9006933}"/>
                </a:ext>
              </a:extLst>
            </p:cNvPr>
            <p:cNvSpPr txBox="1"/>
            <p:nvPr/>
          </p:nvSpPr>
          <p:spPr>
            <a:xfrm>
              <a:off x="10886522" y="324377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72" name="Legend2" hidden="1">
              <a:extLst>
                <a:ext uri="{FF2B5EF4-FFF2-40B4-BE49-F238E27FC236}">
                  <a16:creationId xmlns:a16="http://schemas.microsoft.com/office/drawing/2014/main" id="{768316DD-09B7-4C95-AFEF-BEB9274E76F4}"/>
                </a:ext>
              </a:extLst>
            </p:cNvPr>
            <p:cNvSpPr txBox="1"/>
            <p:nvPr/>
          </p:nvSpPr>
          <p:spPr>
            <a:xfrm>
              <a:off x="10886522" y="3615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73" name="Legend3" hidden="1">
              <a:extLst>
                <a:ext uri="{FF2B5EF4-FFF2-40B4-BE49-F238E27FC236}">
                  <a16:creationId xmlns:a16="http://schemas.microsoft.com/office/drawing/2014/main" id="{FE91C753-BCB7-44B1-9736-21010D719EE2}"/>
                </a:ext>
              </a:extLst>
            </p:cNvPr>
            <p:cNvSpPr txBox="1"/>
            <p:nvPr/>
          </p:nvSpPr>
          <p:spPr>
            <a:xfrm>
              <a:off x="10886522" y="398661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74" name="LineLegend3" hidden="1">
              <a:extLst>
                <a:ext uri="{FF2B5EF4-FFF2-40B4-BE49-F238E27FC236}">
                  <a16:creationId xmlns:a16="http://schemas.microsoft.com/office/drawing/2014/main" id="{5EE82084-41CC-45A9-AA67-3E8573CC514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5" name="LineLegend2" hidden="1">
              <a:extLst>
                <a:ext uri="{FF2B5EF4-FFF2-40B4-BE49-F238E27FC236}">
                  <a16:creationId xmlns:a16="http://schemas.microsoft.com/office/drawing/2014/main" id="{3E5E883F-7BC9-441F-90D7-FFBBFD8237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6" name="LineLegend1" hidden="1">
              <a:extLst>
                <a:ext uri="{FF2B5EF4-FFF2-40B4-BE49-F238E27FC236}">
                  <a16:creationId xmlns:a16="http://schemas.microsoft.com/office/drawing/2014/main" id="{3C1CCCA7-4B84-4586-8AA6-8A986D8C51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s-CO" sz="1400" baseline="0" dirty="0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77" name="LegendMoons" hidden="1">
            <a:extLst>
              <a:ext uri="{FF2B5EF4-FFF2-40B4-BE49-F238E27FC236}">
                <a16:creationId xmlns:a16="http://schemas.microsoft.com/office/drawing/2014/main" id="{BBE83FE9-030C-41DC-9C3C-4B3137010DA3}"/>
              </a:ext>
            </a:extLst>
          </p:cNvPr>
          <p:cNvGrpSpPr/>
          <p:nvPr userDrawn="1"/>
        </p:nvGrpSpPr>
        <p:grpSpPr>
          <a:xfrm>
            <a:off x="10598547" y="1145373"/>
            <a:ext cx="1038717" cy="1731859"/>
            <a:chOff x="7723680" y="1702457"/>
            <a:chExt cx="1038717" cy="1731859"/>
          </a:xfrm>
        </p:grpSpPr>
        <p:sp>
          <p:nvSpPr>
            <p:cNvPr id="178" name="Legend1" hidden="1">
              <a:extLst>
                <a:ext uri="{FF2B5EF4-FFF2-40B4-BE49-F238E27FC236}">
                  <a16:creationId xmlns:a16="http://schemas.microsoft.com/office/drawing/2014/main" id="{B8436417-8DA2-4B7F-9D47-EC9C05810617}"/>
                </a:ext>
              </a:extLst>
            </p:cNvPr>
            <p:cNvSpPr txBox="1"/>
            <p:nvPr/>
          </p:nvSpPr>
          <p:spPr>
            <a:xfrm>
              <a:off x="8076312" y="1709816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86" name="Legend2" hidden="1">
              <a:extLst>
                <a:ext uri="{FF2B5EF4-FFF2-40B4-BE49-F238E27FC236}">
                  <a16:creationId xmlns:a16="http://schemas.microsoft.com/office/drawing/2014/main" id="{06BCB0E3-B7A8-4D2B-A4AC-FE51D48986D2}"/>
                </a:ext>
              </a:extLst>
            </p:cNvPr>
            <p:cNvSpPr txBox="1"/>
            <p:nvPr/>
          </p:nvSpPr>
          <p:spPr>
            <a:xfrm>
              <a:off x="8076312" y="2085275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98" name="Legend3" hidden="1">
              <a:extLst>
                <a:ext uri="{FF2B5EF4-FFF2-40B4-BE49-F238E27FC236}">
                  <a16:creationId xmlns:a16="http://schemas.microsoft.com/office/drawing/2014/main" id="{3D1A7910-C587-4965-A132-FE422140ED4C}"/>
                </a:ext>
              </a:extLst>
            </p:cNvPr>
            <p:cNvSpPr txBox="1"/>
            <p:nvPr/>
          </p:nvSpPr>
          <p:spPr>
            <a:xfrm>
              <a:off x="8076312" y="246073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199" name="Legend4" hidden="1">
              <a:extLst>
                <a:ext uri="{FF2B5EF4-FFF2-40B4-BE49-F238E27FC236}">
                  <a16:creationId xmlns:a16="http://schemas.microsoft.com/office/drawing/2014/main" id="{7591E2C3-68B8-4286-A303-8DB435FE66CA}"/>
                </a:ext>
              </a:extLst>
            </p:cNvPr>
            <p:cNvSpPr txBox="1"/>
            <p:nvPr/>
          </p:nvSpPr>
          <p:spPr>
            <a:xfrm>
              <a:off x="8076312" y="2836193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200" name="Legend5" hidden="1">
              <a:extLst>
                <a:ext uri="{FF2B5EF4-FFF2-40B4-BE49-F238E27FC236}">
                  <a16:creationId xmlns:a16="http://schemas.microsoft.com/office/drawing/2014/main" id="{1388089A-AFF5-4012-8CA9-CEF19CA6E1AF}"/>
                </a:ext>
              </a:extLst>
            </p:cNvPr>
            <p:cNvSpPr txBox="1"/>
            <p:nvPr/>
          </p:nvSpPr>
          <p:spPr>
            <a:xfrm>
              <a:off x="8076312" y="321165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grpSp>
          <p:nvGrpSpPr>
            <p:cNvPr id="201" name="MoonLegend1" hidden="1">
              <a:extLst>
                <a:ext uri="{FF2B5EF4-FFF2-40B4-BE49-F238E27FC236}">
                  <a16:creationId xmlns:a16="http://schemas.microsoft.com/office/drawing/2014/main" id="{67DEC403-37A7-40C4-8249-3B6D312A2F2C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14" name="Oval 213" hidden="1">
                <a:extLst>
                  <a:ext uri="{FF2B5EF4-FFF2-40B4-BE49-F238E27FC236}">
                    <a16:creationId xmlns:a16="http://schemas.microsoft.com/office/drawing/2014/main" id="{583F2E00-5B83-4916-B725-772FB4EF71FB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5" name="Arc 214" hidden="1">
                <a:extLst>
                  <a:ext uri="{FF2B5EF4-FFF2-40B4-BE49-F238E27FC236}">
                    <a16:creationId xmlns:a16="http://schemas.microsoft.com/office/drawing/2014/main" id="{2C38F3DB-0782-4E52-BDA3-76DB8D17F252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2" name="MoonLegend2" hidden="1">
              <a:extLst>
                <a:ext uri="{FF2B5EF4-FFF2-40B4-BE49-F238E27FC236}">
                  <a16:creationId xmlns:a16="http://schemas.microsoft.com/office/drawing/2014/main" id="{238C43BD-7140-4C2A-8093-A1EFE06CE569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2" name="Oval 211" hidden="1">
                <a:extLst>
                  <a:ext uri="{FF2B5EF4-FFF2-40B4-BE49-F238E27FC236}">
                    <a16:creationId xmlns:a16="http://schemas.microsoft.com/office/drawing/2014/main" id="{2C7FE559-1CB0-4442-A6E4-F1885E398982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3" name="Arc 212" hidden="1">
                <a:extLst>
                  <a:ext uri="{FF2B5EF4-FFF2-40B4-BE49-F238E27FC236}">
                    <a16:creationId xmlns:a16="http://schemas.microsoft.com/office/drawing/2014/main" id="{463352D0-66CF-49C0-ADEA-7C0B3FB7A2F0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3" name="MoonLegend3" hidden="1">
              <a:extLst>
                <a:ext uri="{FF2B5EF4-FFF2-40B4-BE49-F238E27FC236}">
                  <a16:creationId xmlns:a16="http://schemas.microsoft.com/office/drawing/2014/main" id="{5F3E1096-1E63-4CB7-AE10-FE039D584B44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10" name="Oval 209" hidden="1">
                <a:extLst>
                  <a:ext uri="{FF2B5EF4-FFF2-40B4-BE49-F238E27FC236}">
                    <a16:creationId xmlns:a16="http://schemas.microsoft.com/office/drawing/2014/main" id="{146D2EA2-9E67-48D0-A26C-59B3E4BDDBF8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11" name="Arc 210" hidden="1">
                <a:extLst>
                  <a:ext uri="{FF2B5EF4-FFF2-40B4-BE49-F238E27FC236}">
                    <a16:creationId xmlns:a16="http://schemas.microsoft.com/office/drawing/2014/main" id="{1CAF1CDA-AAF0-46B2-BDC0-F4A61109F4A9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4" name="MoonLegend4" hidden="1">
              <a:extLst>
                <a:ext uri="{FF2B5EF4-FFF2-40B4-BE49-F238E27FC236}">
                  <a16:creationId xmlns:a16="http://schemas.microsoft.com/office/drawing/2014/main" id="{8EA12C03-B898-4717-8325-F55AA5EAC651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08" name="Oval 207" hidden="1">
                <a:extLst>
                  <a:ext uri="{FF2B5EF4-FFF2-40B4-BE49-F238E27FC236}">
                    <a16:creationId xmlns:a16="http://schemas.microsoft.com/office/drawing/2014/main" id="{EA13AF53-FAC2-493B-912C-08D9DA46AE4D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9" name="Arc 208" hidden="1">
                <a:extLst>
                  <a:ext uri="{FF2B5EF4-FFF2-40B4-BE49-F238E27FC236}">
                    <a16:creationId xmlns:a16="http://schemas.microsoft.com/office/drawing/2014/main" id="{1DD98144-E43C-4DF8-B1E2-5E84D1FA5FE9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5" name="MoonLegend5" hidden="1">
              <a:extLst>
                <a:ext uri="{FF2B5EF4-FFF2-40B4-BE49-F238E27FC236}">
                  <a16:creationId xmlns:a16="http://schemas.microsoft.com/office/drawing/2014/main" id="{B8404610-A9C0-42BA-B5F5-8159103E6064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06" name="Oval 205" hidden="1">
                <a:extLst>
                  <a:ext uri="{FF2B5EF4-FFF2-40B4-BE49-F238E27FC236}">
                    <a16:creationId xmlns:a16="http://schemas.microsoft.com/office/drawing/2014/main" id="{580B617E-8841-4BEA-8898-E3A5998973BF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Arc 206" hidden="1">
                <a:extLst>
                  <a:ext uri="{FF2B5EF4-FFF2-40B4-BE49-F238E27FC236}">
                    <a16:creationId xmlns:a16="http://schemas.microsoft.com/office/drawing/2014/main" id="{C5C96BF9-1295-462E-AF5B-9F2AC4FE33F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6" name="LegendBoxes" hidden="1">
            <a:extLst>
              <a:ext uri="{FF2B5EF4-FFF2-40B4-BE49-F238E27FC236}">
                <a16:creationId xmlns:a16="http://schemas.microsoft.com/office/drawing/2014/main" id="{5041BBC7-8CFD-49FE-984B-08BF3D35A4AC}"/>
              </a:ext>
            </a:extLst>
          </p:cNvPr>
          <p:cNvGrpSpPr/>
          <p:nvPr userDrawn="1"/>
        </p:nvGrpSpPr>
        <p:grpSpPr>
          <a:xfrm>
            <a:off x="10625033" y="4381500"/>
            <a:ext cx="1012231" cy="1717282"/>
            <a:chOff x="10652400" y="4322824"/>
            <a:chExt cx="1012231" cy="1717282"/>
          </a:xfrm>
        </p:grpSpPr>
        <p:sp>
          <p:nvSpPr>
            <p:cNvPr id="217" name="RectangleLegend1" hidden="1">
              <a:extLst>
                <a:ext uri="{FF2B5EF4-FFF2-40B4-BE49-F238E27FC236}">
                  <a16:creationId xmlns:a16="http://schemas.microsoft.com/office/drawing/2014/main" id="{1DFB712F-67A5-4B6E-BB55-4B5D34BA1CFA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8" name="RectangleLegend2" hidden="1">
              <a:extLst>
                <a:ext uri="{FF2B5EF4-FFF2-40B4-BE49-F238E27FC236}">
                  <a16:creationId xmlns:a16="http://schemas.microsoft.com/office/drawing/2014/main" id="{4CC55463-6656-4452-AB39-FA1EE96F4DE6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9" name="RectangleLegend3" hidden="1">
              <a:extLst>
                <a:ext uri="{FF2B5EF4-FFF2-40B4-BE49-F238E27FC236}">
                  <a16:creationId xmlns:a16="http://schemas.microsoft.com/office/drawing/2014/main" id="{FBAF42B9-AF56-422B-B9C7-4FD95B1B944B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0" name="RectangleLegend4" hidden="1">
              <a:extLst>
                <a:ext uri="{FF2B5EF4-FFF2-40B4-BE49-F238E27FC236}">
                  <a16:creationId xmlns:a16="http://schemas.microsoft.com/office/drawing/2014/main" id="{234789BA-5F54-45E6-9D41-5020C7F2FA5B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1" name="RectangleLegend5" hidden="1">
              <a:extLst>
                <a:ext uri="{FF2B5EF4-FFF2-40B4-BE49-F238E27FC236}">
                  <a16:creationId xmlns:a16="http://schemas.microsoft.com/office/drawing/2014/main" id="{4DACBD84-A1F0-46E1-A51F-E0012FCAE7D8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CO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2" name="Legend1" hidden="1">
              <a:extLst>
                <a:ext uri="{FF2B5EF4-FFF2-40B4-BE49-F238E27FC236}">
                  <a16:creationId xmlns:a16="http://schemas.microsoft.com/office/drawing/2014/main" id="{126E30CA-033F-4343-8307-A5950B30F0AF}"/>
                </a:ext>
              </a:extLst>
            </p:cNvPr>
            <p:cNvSpPr txBox="1"/>
            <p:nvPr/>
          </p:nvSpPr>
          <p:spPr>
            <a:xfrm>
              <a:off x="10978546" y="4322824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223" name="Legend2" hidden="1">
              <a:extLst>
                <a:ext uri="{FF2B5EF4-FFF2-40B4-BE49-F238E27FC236}">
                  <a16:creationId xmlns:a16="http://schemas.microsoft.com/office/drawing/2014/main" id="{9A05C51B-1A28-49FE-B438-AB8864A0A05D}"/>
                </a:ext>
              </a:extLst>
            </p:cNvPr>
            <p:cNvSpPr txBox="1"/>
            <p:nvPr/>
          </p:nvSpPr>
          <p:spPr>
            <a:xfrm>
              <a:off x="10978546" y="470232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224" name="Legend3" hidden="1">
              <a:extLst>
                <a:ext uri="{FF2B5EF4-FFF2-40B4-BE49-F238E27FC236}">
                  <a16:creationId xmlns:a16="http://schemas.microsoft.com/office/drawing/2014/main" id="{7290B608-A044-444F-BC2B-745E75096C38}"/>
                </a:ext>
              </a:extLst>
            </p:cNvPr>
            <p:cNvSpPr txBox="1"/>
            <p:nvPr/>
          </p:nvSpPr>
          <p:spPr>
            <a:xfrm>
              <a:off x="10978546" y="5081820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225" name="Legend4" hidden="1">
              <a:extLst>
                <a:ext uri="{FF2B5EF4-FFF2-40B4-BE49-F238E27FC236}">
                  <a16:creationId xmlns:a16="http://schemas.microsoft.com/office/drawing/2014/main" id="{A7D4402F-8B18-4785-B2A8-E30FB85C4275}"/>
                </a:ext>
              </a:extLst>
            </p:cNvPr>
            <p:cNvSpPr txBox="1"/>
            <p:nvPr/>
          </p:nvSpPr>
          <p:spPr>
            <a:xfrm>
              <a:off x="10978546" y="5453241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  <p:sp>
          <p:nvSpPr>
            <p:cNvPr id="226" name="Legend5" hidden="1">
              <a:extLst>
                <a:ext uri="{FF2B5EF4-FFF2-40B4-BE49-F238E27FC236}">
                  <a16:creationId xmlns:a16="http://schemas.microsoft.com/office/drawing/2014/main" id="{4DA41DD1-F515-4FC8-AF2D-5F76B80D1C93}"/>
                </a:ext>
              </a:extLst>
            </p:cNvPr>
            <p:cNvSpPr txBox="1"/>
            <p:nvPr/>
          </p:nvSpPr>
          <p:spPr>
            <a:xfrm>
              <a:off x="10978545" y="5824662"/>
              <a:ext cx="68608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s-CO" sz="1400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Leyenda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16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s-ES" sz="2500" b="1" kern="1200" spc="0" baseline="0" dirty="0">
          <a:ln w="6350" cap="flat">
            <a:noFill/>
            <a:miter lim="800000"/>
          </a:ln>
          <a:solidFill>
            <a:schemeClr val="accent3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2pPr>
      <a:lvl3pPr marL="442913" indent="-21431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3pPr>
      <a:lvl4pPr marL="59848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4pPr>
      <a:lvl5pPr marL="817563" indent="-1476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33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45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image" Target="../media/image6.emf"/><Relationship Id="rId18" Type="http://schemas.openxmlformats.org/officeDocument/2006/relationships/image" Target="../media/image14.png"/><Relationship Id="rId3" Type="http://schemas.openxmlformats.org/officeDocument/2006/relationships/tags" Target="../tags/tag335.xml"/><Relationship Id="rId7" Type="http://schemas.openxmlformats.org/officeDocument/2006/relationships/tags" Target="../tags/tag339.xml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16.svg"/><Relationship Id="rId2" Type="http://schemas.openxmlformats.org/officeDocument/2006/relationships/tags" Target="../tags/tag334.xml"/><Relationship Id="rId16" Type="http://schemas.openxmlformats.org/officeDocument/2006/relationships/image" Target="../media/image13.png"/><Relationship Id="rId1" Type="http://schemas.openxmlformats.org/officeDocument/2006/relationships/vmlDrawing" Target="../drawings/vmlDrawing46.vml"/><Relationship Id="rId6" Type="http://schemas.openxmlformats.org/officeDocument/2006/relationships/tags" Target="../tags/tag338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337.xml"/><Relationship Id="rId15" Type="http://schemas.openxmlformats.org/officeDocument/2006/relationships/image" Target="../media/image14.sv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8.svg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43.xml"/><Relationship Id="rId7" Type="http://schemas.openxmlformats.org/officeDocument/2006/relationships/image" Target="../media/image11.emf"/><Relationship Id="rId2" Type="http://schemas.openxmlformats.org/officeDocument/2006/relationships/tags" Target="../tags/tag342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47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13" Type="http://schemas.openxmlformats.org/officeDocument/2006/relationships/slideLayout" Target="../slideLayouts/slideLayout40.xml"/><Relationship Id="rId18" Type="http://schemas.openxmlformats.org/officeDocument/2006/relationships/image" Target="../media/image22.svg"/><Relationship Id="rId3" Type="http://schemas.openxmlformats.org/officeDocument/2006/relationships/tags" Target="../tags/tag345.xml"/><Relationship Id="rId21" Type="http://schemas.openxmlformats.org/officeDocument/2006/relationships/image" Target="../media/image19.png"/><Relationship Id="rId7" Type="http://schemas.openxmlformats.org/officeDocument/2006/relationships/tags" Target="../tags/tag349.xml"/><Relationship Id="rId12" Type="http://schemas.openxmlformats.org/officeDocument/2006/relationships/tags" Target="../tags/tag354.xml"/><Relationship Id="rId17" Type="http://schemas.openxmlformats.org/officeDocument/2006/relationships/image" Target="../media/image17.png"/><Relationship Id="rId2" Type="http://schemas.openxmlformats.org/officeDocument/2006/relationships/tags" Target="../tags/tag344.xml"/><Relationship Id="rId16" Type="http://schemas.openxmlformats.org/officeDocument/2006/relationships/image" Target="../media/image16.emf"/><Relationship Id="rId20" Type="http://schemas.openxmlformats.org/officeDocument/2006/relationships/image" Target="../media/image24.svg"/><Relationship Id="rId1" Type="http://schemas.openxmlformats.org/officeDocument/2006/relationships/vmlDrawing" Target="../drawings/vmlDrawing48.vml"/><Relationship Id="rId6" Type="http://schemas.openxmlformats.org/officeDocument/2006/relationships/tags" Target="../tags/tag348.xml"/><Relationship Id="rId11" Type="http://schemas.openxmlformats.org/officeDocument/2006/relationships/tags" Target="../tags/tag353.xml"/><Relationship Id="rId24" Type="http://schemas.openxmlformats.org/officeDocument/2006/relationships/image" Target="../media/image28.svg"/><Relationship Id="rId5" Type="http://schemas.openxmlformats.org/officeDocument/2006/relationships/tags" Target="../tags/tag347.xml"/><Relationship Id="rId15" Type="http://schemas.openxmlformats.org/officeDocument/2006/relationships/oleObject" Target="../embeddings/oleObject48.bin"/><Relationship Id="rId23" Type="http://schemas.openxmlformats.org/officeDocument/2006/relationships/image" Target="../media/image20.png"/><Relationship Id="rId10" Type="http://schemas.openxmlformats.org/officeDocument/2006/relationships/tags" Target="../tags/tag352.xml"/><Relationship Id="rId19" Type="http://schemas.openxmlformats.org/officeDocument/2006/relationships/image" Target="../media/image18.png"/><Relationship Id="rId4" Type="http://schemas.openxmlformats.org/officeDocument/2006/relationships/tags" Target="../tags/tag346.xml"/><Relationship Id="rId9" Type="http://schemas.openxmlformats.org/officeDocument/2006/relationships/tags" Target="../tags/tag351.xml"/><Relationship Id="rId14" Type="http://schemas.openxmlformats.org/officeDocument/2006/relationships/notesSlide" Target="../notesSlides/notesSlide4.xml"/><Relationship Id="rId22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13" Type="http://schemas.openxmlformats.org/officeDocument/2006/relationships/notesSlide" Target="../notesSlides/notesSlide5.xml"/><Relationship Id="rId18" Type="http://schemas.openxmlformats.org/officeDocument/2006/relationships/image" Target="../media/image22.png"/><Relationship Id="rId3" Type="http://schemas.openxmlformats.org/officeDocument/2006/relationships/tags" Target="../tags/tag356.xml"/><Relationship Id="rId21" Type="http://schemas.openxmlformats.org/officeDocument/2006/relationships/image" Target="../media/image34.svg"/><Relationship Id="rId7" Type="http://schemas.openxmlformats.org/officeDocument/2006/relationships/tags" Target="../tags/tag360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30.svg"/><Relationship Id="rId2" Type="http://schemas.openxmlformats.org/officeDocument/2006/relationships/tags" Target="../tags/tag355.xml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1" Type="http://schemas.openxmlformats.org/officeDocument/2006/relationships/vmlDrawing" Target="../drawings/vmlDrawing49.v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5" Type="http://schemas.openxmlformats.org/officeDocument/2006/relationships/tags" Target="../tags/tag358.xml"/><Relationship Id="rId15" Type="http://schemas.openxmlformats.org/officeDocument/2006/relationships/image" Target="../media/image2.emf"/><Relationship Id="rId23" Type="http://schemas.openxmlformats.org/officeDocument/2006/relationships/image" Target="../media/image36.svg"/><Relationship Id="rId10" Type="http://schemas.openxmlformats.org/officeDocument/2006/relationships/tags" Target="../tags/tag363.xml"/><Relationship Id="rId19" Type="http://schemas.openxmlformats.org/officeDocument/2006/relationships/image" Target="../media/image32.svg"/><Relationship Id="rId4" Type="http://schemas.openxmlformats.org/officeDocument/2006/relationships/tags" Target="../tags/tag357.xml"/><Relationship Id="rId9" Type="http://schemas.openxmlformats.org/officeDocument/2006/relationships/tags" Target="../tags/tag362.xml"/><Relationship Id="rId14" Type="http://schemas.openxmlformats.org/officeDocument/2006/relationships/oleObject" Target="../embeddings/oleObject49.bin"/><Relationship Id="rId22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71.xml"/><Relationship Id="rId13" Type="http://schemas.openxmlformats.org/officeDocument/2006/relationships/slideLayout" Target="../slideLayouts/slideLayout41.xml"/><Relationship Id="rId3" Type="http://schemas.openxmlformats.org/officeDocument/2006/relationships/tags" Target="../tags/tag366.xml"/><Relationship Id="rId7" Type="http://schemas.openxmlformats.org/officeDocument/2006/relationships/tags" Target="../tags/tag370.xml"/><Relationship Id="rId12" Type="http://schemas.openxmlformats.org/officeDocument/2006/relationships/tags" Target="../tags/tag375.xml"/><Relationship Id="rId2" Type="http://schemas.openxmlformats.org/officeDocument/2006/relationships/tags" Target="../tags/tag365.xml"/><Relationship Id="rId16" Type="http://schemas.openxmlformats.org/officeDocument/2006/relationships/image" Target="../media/image2.emf"/><Relationship Id="rId1" Type="http://schemas.openxmlformats.org/officeDocument/2006/relationships/vmlDrawing" Target="../drawings/vmlDrawing50.vml"/><Relationship Id="rId6" Type="http://schemas.openxmlformats.org/officeDocument/2006/relationships/tags" Target="../tags/tag369.xml"/><Relationship Id="rId11" Type="http://schemas.openxmlformats.org/officeDocument/2006/relationships/tags" Target="../tags/tag374.xml"/><Relationship Id="rId5" Type="http://schemas.openxmlformats.org/officeDocument/2006/relationships/tags" Target="../tags/tag368.xml"/><Relationship Id="rId15" Type="http://schemas.openxmlformats.org/officeDocument/2006/relationships/oleObject" Target="../embeddings/oleObject50.bin"/><Relationship Id="rId10" Type="http://schemas.openxmlformats.org/officeDocument/2006/relationships/tags" Target="../tags/tag373.xml"/><Relationship Id="rId4" Type="http://schemas.openxmlformats.org/officeDocument/2006/relationships/tags" Target="../tags/tag367.xml"/><Relationship Id="rId9" Type="http://schemas.openxmlformats.org/officeDocument/2006/relationships/tags" Target="../tags/tag37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82.xml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28.png"/><Relationship Id="rId3" Type="http://schemas.openxmlformats.org/officeDocument/2006/relationships/tags" Target="../tags/tag377.xml"/><Relationship Id="rId7" Type="http://schemas.openxmlformats.org/officeDocument/2006/relationships/tags" Target="../tags/tag381.xml"/><Relationship Id="rId12" Type="http://schemas.openxmlformats.org/officeDocument/2006/relationships/notesSlide" Target="../notesSlides/notesSlide8.xml"/><Relationship Id="rId17" Type="http://schemas.openxmlformats.org/officeDocument/2006/relationships/image" Target="../media/image40.svg"/><Relationship Id="rId2" Type="http://schemas.openxmlformats.org/officeDocument/2006/relationships/tags" Target="../tags/tag376.xml"/><Relationship Id="rId16" Type="http://schemas.openxmlformats.org/officeDocument/2006/relationships/image" Target="../media/image27.png"/><Relationship Id="rId20" Type="http://schemas.openxmlformats.org/officeDocument/2006/relationships/image" Target="../media/image30.png"/><Relationship Id="rId1" Type="http://schemas.openxmlformats.org/officeDocument/2006/relationships/vmlDrawing" Target="../drawings/vmlDrawing51.vml"/><Relationship Id="rId6" Type="http://schemas.openxmlformats.org/officeDocument/2006/relationships/tags" Target="../tags/tag380.xml"/><Relationship Id="rId11" Type="http://schemas.openxmlformats.org/officeDocument/2006/relationships/slideLayout" Target="../slideLayouts/slideLayout39.xml"/><Relationship Id="rId5" Type="http://schemas.openxmlformats.org/officeDocument/2006/relationships/tags" Target="../tags/tag379.xml"/><Relationship Id="rId15" Type="http://schemas.openxmlformats.org/officeDocument/2006/relationships/image" Target="../media/image26.png"/><Relationship Id="rId10" Type="http://schemas.openxmlformats.org/officeDocument/2006/relationships/tags" Target="../tags/tag384.xml"/><Relationship Id="rId19" Type="http://schemas.openxmlformats.org/officeDocument/2006/relationships/image" Target="../media/image29.png"/><Relationship Id="rId4" Type="http://schemas.openxmlformats.org/officeDocument/2006/relationships/tags" Target="../tags/tag378.xml"/><Relationship Id="rId9" Type="http://schemas.openxmlformats.org/officeDocument/2006/relationships/tags" Target="../tags/tag383.xml"/><Relationship Id="rId1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91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27.png"/><Relationship Id="rId26" Type="http://schemas.openxmlformats.org/officeDocument/2006/relationships/image" Target="../media/image36.png"/><Relationship Id="rId3" Type="http://schemas.openxmlformats.org/officeDocument/2006/relationships/tags" Target="../tags/tag386.xml"/><Relationship Id="rId21" Type="http://schemas.openxmlformats.org/officeDocument/2006/relationships/image" Target="../media/image32.png"/><Relationship Id="rId7" Type="http://schemas.openxmlformats.org/officeDocument/2006/relationships/tags" Target="../tags/tag390.xml"/><Relationship Id="rId12" Type="http://schemas.openxmlformats.org/officeDocument/2006/relationships/tags" Target="../tags/tag395.xml"/><Relationship Id="rId17" Type="http://schemas.openxmlformats.org/officeDocument/2006/relationships/image" Target="../media/image26.png"/><Relationship Id="rId25" Type="http://schemas.openxmlformats.org/officeDocument/2006/relationships/image" Target="../media/image35.png"/><Relationship Id="rId2" Type="http://schemas.openxmlformats.org/officeDocument/2006/relationships/tags" Target="../tags/tag385.xml"/><Relationship Id="rId16" Type="http://schemas.openxmlformats.org/officeDocument/2006/relationships/image" Target="../media/image11.emf"/><Relationship Id="rId20" Type="http://schemas.openxmlformats.org/officeDocument/2006/relationships/image" Target="../media/image31.png"/><Relationship Id="rId1" Type="http://schemas.openxmlformats.org/officeDocument/2006/relationships/vmlDrawing" Target="../drawings/vmlDrawing52.vml"/><Relationship Id="rId6" Type="http://schemas.openxmlformats.org/officeDocument/2006/relationships/tags" Target="../tags/tag389.xml"/><Relationship Id="rId11" Type="http://schemas.openxmlformats.org/officeDocument/2006/relationships/tags" Target="../tags/tag394.xml"/><Relationship Id="rId24" Type="http://schemas.openxmlformats.org/officeDocument/2006/relationships/image" Target="../media/image34.png"/><Relationship Id="rId5" Type="http://schemas.openxmlformats.org/officeDocument/2006/relationships/tags" Target="../tags/tag388.xml"/><Relationship Id="rId15" Type="http://schemas.openxmlformats.org/officeDocument/2006/relationships/oleObject" Target="../embeddings/oleObject52.bin"/><Relationship Id="rId23" Type="http://schemas.openxmlformats.org/officeDocument/2006/relationships/image" Target="../media/image33.png"/><Relationship Id="rId10" Type="http://schemas.openxmlformats.org/officeDocument/2006/relationships/tags" Target="../tags/tag393.xml"/><Relationship Id="rId19" Type="http://schemas.openxmlformats.org/officeDocument/2006/relationships/image" Target="../media/image40.svg"/><Relationship Id="rId4" Type="http://schemas.openxmlformats.org/officeDocument/2006/relationships/tags" Target="../tags/tag387.xml"/><Relationship Id="rId9" Type="http://schemas.openxmlformats.org/officeDocument/2006/relationships/tags" Target="../tags/tag392.xml"/><Relationship Id="rId14" Type="http://schemas.openxmlformats.org/officeDocument/2006/relationships/notesSlide" Target="../notesSlides/notesSlide9.xml"/><Relationship Id="rId22" Type="http://schemas.openxmlformats.org/officeDocument/2006/relationships/image" Target="../media/image4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02.xml"/><Relationship Id="rId13" Type="http://schemas.openxmlformats.org/officeDocument/2006/relationships/notesSlide" Target="../notesSlides/notesSlide10.xml"/><Relationship Id="rId18" Type="http://schemas.openxmlformats.org/officeDocument/2006/relationships/image" Target="../media/image39.png"/><Relationship Id="rId26" Type="http://schemas.openxmlformats.org/officeDocument/2006/relationships/image" Target="../media/image59.svg"/><Relationship Id="rId3" Type="http://schemas.openxmlformats.org/officeDocument/2006/relationships/tags" Target="../tags/tag397.xml"/><Relationship Id="rId21" Type="http://schemas.openxmlformats.org/officeDocument/2006/relationships/image" Target="../media/image56.svg"/><Relationship Id="rId7" Type="http://schemas.openxmlformats.org/officeDocument/2006/relationships/tags" Target="../tags/tag401.xml"/><Relationship Id="rId12" Type="http://schemas.openxmlformats.org/officeDocument/2006/relationships/slideLayout" Target="../slideLayouts/slideLayout39.xml"/><Relationship Id="rId17" Type="http://schemas.openxmlformats.org/officeDocument/2006/relationships/image" Target="../media/image38.png"/><Relationship Id="rId25" Type="http://schemas.openxmlformats.org/officeDocument/2006/relationships/image" Target="../media/image42.png"/><Relationship Id="rId2" Type="http://schemas.openxmlformats.org/officeDocument/2006/relationships/tags" Target="../tags/tag396.xml"/><Relationship Id="rId16" Type="http://schemas.openxmlformats.org/officeDocument/2006/relationships/image" Target="../media/image37.png"/><Relationship Id="rId20" Type="http://schemas.openxmlformats.org/officeDocument/2006/relationships/image" Target="../media/image40.png"/><Relationship Id="rId1" Type="http://schemas.openxmlformats.org/officeDocument/2006/relationships/vmlDrawing" Target="../drawings/vmlDrawing53.vml"/><Relationship Id="rId6" Type="http://schemas.openxmlformats.org/officeDocument/2006/relationships/tags" Target="../tags/tag400.xml"/><Relationship Id="rId11" Type="http://schemas.openxmlformats.org/officeDocument/2006/relationships/tags" Target="../tags/tag405.xml"/><Relationship Id="rId24" Type="http://schemas.openxmlformats.org/officeDocument/2006/relationships/image" Target="../media/image41.png"/><Relationship Id="rId5" Type="http://schemas.openxmlformats.org/officeDocument/2006/relationships/tags" Target="../tags/tag399.xml"/><Relationship Id="rId15" Type="http://schemas.openxmlformats.org/officeDocument/2006/relationships/image" Target="../media/image11.emf"/><Relationship Id="rId23" Type="http://schemas.openxmlformats.org/officeDocument/2006/relationships/image" Target="../media/image40.svg"/><Relationship Id="rId10" Type="http://schemas.openxmlformats.org/officeDocument/2006/relationships/tags" Target="../tags/tag404.xml"/><Relationship Id="rId19" Type="http://schemas.openxmlformats.org/officeDocument/2006/relationships/image" Target="../media/image54.svg"/><Relationship Id="rId4" Type="http://schemas.openxmlformats.org/officeDocument/2006/relationships/tags" Target="../tags/tag398.xml"/><Relationship Id="rId9" Type="http://schemas.openxmlformats.org/officeDocument/2006/relationships/tags" Target="../tags/tag403.xml"/><Relationship Id="rId14" Type="http://schemas.openxmlformats.org/officeDocument/2006/relationships/oleObject" Target="../embeddings/oleObject53.bin"/><Relationship Id="rId22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12.xml"/><Relationship Id="rId13" Type="http://schemas.openxmlformats.org/officeDocument/2006/relationships/tags" Target="../tags/tag417.xml"/><Relationship Id="rId18" Type="http://schemas.openxmlformats.org/officeDocument/2006/relationships/image" Target="../media/image43.png"/><Relationship Id="rId26" Type="http://schemas.openxmlformats.org/officeDocument/2006/relationships/image" Target="../media/image66.svg"/><Relationship Id="rId3" Type="http://schemas.openxmlformats.org/officeDocument/2006/relationships/tags" Target="../tags/tag407.xml"/><Relationship Id="rId21" Type="http://schemas.openxmlformats.org/officeDocument/2006/relationships/image" Target="../media/image44.png"/><Relationship Id="rId7" Type="http://schemas.openxmlformats.org/officeDocument/2006/relationships/tags" Target="../tags/tag411.xml"/><Relationship Id="rId12" Type="http://schemas.openxmlformats.org/officeDocument/2006/relationships/tags" Target="../tags/tag416.xml"/><Relationship Id="rId17" Type="http://schemas.openxmlformats.org/officeDocument/2006/relationships/image" Target="../media/image11.emf"/><Relationship Id="rId25" Type="http://schemas.openxmlformats.org/officeDocument/2006/relationships/image" Target="../media/image46.png"/><Relationship Id="rId2" Type="http://schemas.openxmlformats.org/officeDocument/2006/relationships/tags" Target="../tags/tag406.xml"/><Relationship Id="rId16" Type="http://schemas.openxmlformats.org/officeDocument/2006/relationships/oleObject" Target="../embeddings/oleObject54.bin"/><Relationship Id="rId20" Type="http://schemas.openxmlformats.org/officeDocument/2006/relationships/image" Target="../media/image40.svg"/><Relationship Id="rId1" Type="http://schemas.openxmlformats.org/officeDocument/2006/relationships/vmlDrawing" Target="../drawings/vmlDrawing54.vml"/><Relationship Id="rId6" Type="http://schemas.openxmlformats.org/officeDocument/2006/relationships/tags" Target="../tags/tag410.xml"/><Relationship Id="rId11" Type="http://schemas.openxmlformats.org/officeDocument/2006/relationships/tags" Target="../tags/tag415.xml"/><Relationship Id="rId24" Type="http://schemas.openxmlformats.org/officeDocument/2006/relationships/image" Target="../media/image64.svg"/><Relationship Id="rId5" Type="http://schemas.openxmlformats.org/officeDocument/2006/relationships/tags" Target="../tags/tag409.xml"/><Relationship Id="rId15" Type="http://schemas.openxmlformats.org/officeDocument/2006/relationships/notesSlide" Target="../notesSlides/notesSlide11.xml"/><Relationship Id="rId23" Type="http://schemas.openxmlformats.org/officeDocument/2006/relationships/image" Target="../media/image45.png"/><Relationship Id="rId10" Type="http://schemas.openxmlformats.org/officeDocument/2006/relationships/tags" Target="../tags/tag414.xml"/><Relationship Id="rId19" Type="http://schemas.openxmlformats.org/officeDocument/2006/relationships/image" Target="../media/image27.png"/><Relationship Id="rId4" Type="http://schemas.openxmlformats.org/officeDocument/2006/relationships/tags" Target="../tags/tag408.xml"/><Relationship Id="rId9" Type="http://schemas.openxmlformats.org/officeDocument/2006/relationships/tags" Target="../tags/tag413.xml"/><Relationship Id="rId14" Type="http://schemas.openxmlformats.org/officeDocument/2006/relationships/slideLayout" Target="../slideLayouts/slideLayout39.xml"/><Relationship Id="rId22" Type="http://schemas.openxmlformats.org/officeDocument/2006/relationships/image" Target="../media/image62.svg"/><Relationship Id="rId27" Type="http://schemas.openxmlformats.org/officeDocument/2006/relationships/image" Target="../media/image47.png"/><Relationship Id="rId30" Type="http://schemas.openxmlformats.org/officeDocument/2006/relationships/image" Target="../media/image6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24.xml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72.svg"/><Relationship Id="rId3" Type="http://schemas.openxmlformats.org/officeDocument/2006/relationships/tags" Target="../tags/tag419.xml"/><Relationship Id="rId21" Type="http://schemas.openxmlformats.org/officeDocument/2006/relationships/image" Target="../media/image51.png"/><Relationship Id="rId7" Type="http://schemas.openxmlformats.org/officeDocument/2006/relationships/tags" Target="../tags/tag423.xml"/><Relationship Id="rId12" Type="http://schemas.openxmlformats.org/officeDocument/2006/relationships/notesSlide" Target="../notesSlides/notesSlide12.xml"/><Relationship Id="rId17" Type="http://schemas.openxmlformats.org/officeDocument/2006/relationships/image" Target="../media/image49.png"/><Relationship Id="rId2" Type="http://schemas.openxmlformats.org/officeDocument/2006/relationships/tags" Target="../tags/tag418.xml"/><Relationship Id="rId16" Type="http://schemas.openxmlformats.org/officeDocument/2006/relationships/image" Target="../media/image70.svg"/><Relationship Id="rId20" Type="http://schemas.openxmlformats.org/officeDocument/2006/relationships/image" Target="../media/image74.svg"/><Relationship Id="rId1" Type="http://schemas.openxmlformats.org/officeDocument/2006/relationships/vmlDrawing" Target="../drawings/vmlDrawing55.vml"/><Relationship Id="rId6" Type="http://schemas.openxmlformats.org/officeDocument/2006/relationships/tags" Target="../tags/tag422.xml"/><Relationship Id="rId11" Type="http://schemas.openxmlformats.org/officeDocument/2006/relationships/slideLayout" Target="../slideLayouts/slideLayout42.xml"/><Relationship Id="rId5" Type="http://schemas.openxmlformats.org/officeDocument/2006/relationships/tags" Target="../tags/tag421.xml"/><Relationship Id="rId15" Type="http://schemas.openxmlformats.org/officeDocument/2006/relationships/image" Target="../media/image48.png"/><Relationship Id="rId23" Type="http://schemas.openxmlformats.org/officeDocument/2006/relationships/image" Target="../media/image52.png"/><Relationship Id="rId10" Type="http://schemas.openxmlformats.org/officeDocument/2006/relationships/tags" Target="../tags/tag426.xml"/><Relationship Id="rId19" Type="http://schemas.openxmlformats.org/officeDocument/2006/relationships/image" Target="../media/image50.png"/><Relationship Id="rId4" Type="http://schemas.openxmlformats.org/officeDocument/2006/relationships/tags" Target="../tags/tag420.xml"/><Relationship Id="rId9" Type="http://schemas.openxmlformats.org/officeDocument/2006/relationships/tags" Target="../tags/tag425.xml"/><Relationship Id="rId14" Type="http://schemas.openxmlformats.org/officeDocument/2006/relationships/image" Target="../media/image2.emf"/><Relationship Id="rId22" Type="http://schemas.openxmlformats.org/officeDocument/2006/relationships/image" Target="../media/image7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54.png"/><Relationship Id="rId3" Type="http://schemas.openxmlformats.org/officeDocument/2006/relationships/tags" Target="../tags/tag428.xml"/><Relationship Id="rId7" Type="http://schemas.openxmlformats.org/officeDocument/2006/relationships/tags" Target="../tags/tag432.xml"/><Relationship Id="rId12" Type="http://schemas.openxmlformats.org/officeDocument/2006/relationships/image" Target="../media/image53.png"/><Relationship Id="rId2" Type="http://schemas.openxmlformats.org/officeDocument/2006/relationships/tags" Target="../tags/tag427.xml"/><Relationship Id="rId16" Type="http://schemas.openxmlformats.org/officeDocument/2006/relationships/image" Target="../media/image82.svg"/><Relationship Id="rId1" Type="http://schemas.openxmlformats.org/officeDocument/2006/relationships/vmlDrawing" Target="../drawings/vmlDrawing56.vml"/><Relationship Id="rId6" Type="http://schemas.openxmlformats.org/officeDocument/2006/relationships/tags" Target="../tags/tag431.xml"/><Relationship Id="rId11" Type="http://schemas.openxmlformats.org/officeDocument/2006/relationships/image" Target="../media/image11.emf"/><Relationship Id="rId5" Type="http://schemas.openxmlformats.org/officeDocument/2006/relationships/tags" Target="../tags/tag430.xml"/><Relationship Id="rId15" Type="http://schemas.openxmlformats.org/officeDocument/2006/relationships/image" Target="../media/image55.png"/><Relationship Id="rId10" Type="http://schemas.openxmlformats.org/officeDocument/2006/relationships/oleObject" Target="../embeddings/oleObject56.bin"/><Relationship Id="rId4" Type="http://schemas.openxmlformats.org/officeDocument/2006/relationships/tags" Target="../tags/tag429.xml"/><Relationship Id="rId9" Type="http://schemas.openxmlformats.org/officeDocument/2006/relationships/notesSlide" Target="../notesSlides/notesSlide13.xml"/><Relationship Id="rId14" Type="http://schemas.openxmlformats.org/officeDocument/2006/relationships/image" Target="../media/image8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tags" Target="../tags/tag433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57.bin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FF81096-89CE-F7A9-598C-050B72C915C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9181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F81096-89CE-F7A9-598C-050B72C915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ubtitle 5">
            <a:extLst>
              <a:ext uri="{FF2B5EF4-FFF2-40B4-BE49-F238E27FC236}">
                <a16:creationId xmlns:a16="http://schemas.microsoft.com/office/drawing/2014/main" id="{BE20509F-D64A-58F0-A3AE-7941D7E49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797" y="3190815"/>
            <a:ext cx="4953358" cy="923330"/>
          </a:xfrm>
        </p:spPr>
        <p:txBody>
          <a:bodyPr/>
          <a:lstStyle/>
          <a:p>
            <a:r>
              <a:rPr lang="es-CO" dirty="0"/>
              <a:t>Mejorar la eficacia de la prevención logrando impactar la incidencia y severidad del ATEL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1A9383-6847-AB02-C285-36726C21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97" y="2596571"/>
            <a:ext cx="4840191" cy="647700"/>
          </a:xfrm>
        </p:spPr>
        <p:txBody>
          <a:bodyPr vert="horz">
            <a:normAutofit fontScale="90000"/>
          </a:bodyPr>
          <a:lstStyle/>
          <a:p>
            <a:r>
              <a:rPr lang="es-CO" dirty="0"/>
              <a:t>Tablero 04 - MAT</a:t>
            </a:r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B7EA252A-409C-8DE6-62C6-AFEC5B5333A9}"/>
              </a:ext>
            </a:extLst>
          </p:cNvPr>
          <p:cNvSpPr txBox="1">
            <a:spLocks/>
          </p:cNvSpPr>
          <p:nvPr/>
        </p:nvSpPr>
        <p:spPr>
          <a:xfrm>
            <a:off x="550797" y="4203125"/>
            <a:ext cx="4840191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s-ES" sz="20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indent="-2143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indent="-152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indent="-1476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s-CO" sz="1600" dirty="0"/>
              <a:t>Abril 2024</a:t>
            </a:r>
          </a:p>
        </p:txBody>
      </p:sp>
    </p:spTree>
    <p:extLst>
      <p:ext uri="{BB962C8B-B14F-4D97-AF65-F5344CB8AC3E}">
        <p14:creationId xmlns:p14="http://schemas.microsoft.com/office/powerpoint/2010/main" val="13367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82">
            <a:extLst>
              <a:ext uri="{FF2B5EF4-FFF2-40B4-BE49-F238E27FC236}">
                <a16:creationId xmlns:a16="http://schemas.microsoft.com/office/drawing/2014/main" id="{B1C210C9-BEC3-33ED-1B43-D39666D95752}"/>
              </a:ext>
            </a:extLst>
          </p:cNvPr>
          <p:cNvSpPr/>
          <p:nvPr/>
        </p:nvSpPr>
        <p:spPr>
          <a:xfrm>
            <a:off x="7292191" y="3086899"/>
            <a:ext cx="449908" cy="519011"/>
          </a:xfrm>
          <a:prstGeom prst="roundRect">
            <a:avLst>
              <a:gd name="adj" fmla="val 18523"/>
            </a:avLst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Object 6" hidden="1">
            <a:extLst>
              <a:ext uri="{FF2B5EF4-FFF2-40B4-BE49-F238E27FC236}">
                <a16:creationId xmlns:a16="http://schemas.microsoft.com/office/drawing/2014/main" id="{18B0C31E-D9D5-0766-9729-BAFC65B6584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think-cell Slide" r:id="rId12" imgW="473" imgH="476" progId="TCLayout.ActiveDocument.1">
                  <p:embed/>
                </p:oleObj>
              </mc:Choice>
              <mc:Fallback>
                <p:oleObj name="think-cell Slide" r:id="rId12" imgW="473" imgH="476" progId="TCLayout.ActiveDocument.1">
                  <p:embed/>
                  <p:pic>
                    <p:nvPicPr>
                      <p:cNvPr id="6" name="Object 6" hidden="1">
                        <a:extLst>
                          <a:ext uri="{FF2B5EF4-FFF2-40B4-BE49-F238E27FC236}">
                            <a16:creationId xmlns:a16="http://schemas.microsoft.com/office/drawing/2014/main" id="{18B0C31E-D9D5-0766-9729-BAFC65B65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48F3CB0-20DF-4318-A3A0-E7A6BE87C07D}"/>
              </a:ext>
            </a:extLst>
          </p:cNvPr>
          <p:cNvSpPr/>
          <p:nvPr/>
        </p:nvSpPr>
        <p:spPr>
          <a:xfrm>
            <a:off x="3926803" y="2561215"/>
            <a:ext cx="446380" cy="299205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A8A2F75-8E8C-68EF-81A0-14F2D9B41AF9}"/>
              </a:ext>
            </a:extLst>
          </p:cNvPr>
          <p:cNvSpPr/>
          <p:nvPr/>
        </p:nvSpPr>
        <p:spPr>
          <a:xfrm>
            <a:off x="3926803" y="1913985"/>
            <a:ext cx="407081" cy="525278"/>
          </a:xfrm>
          <a:prstGeom prst="roundRect">
            <a:avLst/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488ED2-955C-FD0A-5D07-0610E80EF0B5}"/>
              </a:ext>
            </a:extLst>
          </p:cNvPr>
          <p:cNvSpPr txBox="1">
            <a:spLocks/>
          </p:cNvSpPr>
          <p:nvPr/>
        </p:nvSpPr>
        <p:spPr>
          <a:xfrm>
            <a:off x="5349543" y="3287998"/>
            <a:ext cx="930610" cy="2702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Acciones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8288802-F35C-D4B5-528A-051524697C2B}"/>
              </a:ext>
            </a:extLst>
          </p:cNvPr>
          <p:cNvGrpSpPr/>
          <p:nvPr/>
        </p:nvGrpSpPr>
        <p:grpSpPr>
          <a:xfrm>
            <a:off x="4606242" y="1953561"/>
            <a:ext cx="2378659" cy="2378372"/>
            <a:chOff x="4677178" y="2499237"/>
            <a:chExt cx="2837645" cy="2837303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F64A012-859D-2D9C-28C5-A40CC76F9C41}"/>
                </a:ext>
              </a:extLst>
            </p:cNvPr>
            <p:cNvGrpSpPr/>
            <p:nvPr/>
          </p:nvGrpSpPr>
          <p:grpSpPr>
            <a:xfrm>
              <a:off x="4677178" y="2499237"/>
              <a:ext cx="2837645" cy="2837303"/>
              <a:chOff x="4677178" y="2499237"/>
              <a:chExt cx="2837645" cy="2837303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2B54FFD-4C35-BEC1-25D0-B3411676B92C}"/>
                  </a:ext>
                </a:extLst>
              </p:cNvPr>
              <p:cNvSpPr/>
              <p:nvPr/>
            </p:nvSpPr>
            <p:spPr>
              <a:xfrm>
                <a:off x="4677178" y="2499237"/>
                <a:ext cx="1493797" cy="1364331"/>
              </a:xfrm>
              <a:custGeom>
                <a:avLst/>
                <a:gdLst>
                  <a:gd name="connsiteX0" fmla="*/ 1364502 w 1364502"/>
                  <a:gd name="connsiteY0" fmla="*/ 0 h 1364331"/>
                  <a:gd name="connsiteX1" fmla="*/ 1364502 w 1364502"/>
                  <a:gd name="connsiteY1" fmla="*/ 416459 h 1364331"/>
                  <a:gd name="connsiteX2" fmla="*/ 1316074 w 1364502"/>
                  <a:gd name="connsiteY2" fmla="*/ 418904 h 1364331"/>
                  <a:gd name="connsiteX3" fmla="*/ 418453 w 1364502"/>
                  <a:gd name="connsiteY3" fmla="*/ 1322242 h 1364331"/>
                  <a:gd name="connsiteX4" fmla="*/ 416460 w 1364502"/>
                  <a:gd name="connsiteY4" fmla="*/ 1364331 h 1364331"/>
                  <a:gd name="connsiteX5" fmla="*/ 0 w 1364502"/>
                  <a:gd name="connsiteY5" fmla="*/ 1364331 h 1364331"/>
                  <a:gd name="connsiteX6" fmla="*/ 3884 w 1364502"/>
                  <a:gd name="connsiteY6" fmla="*/ 1282289 h 1364331"/>
                  <a:gd name="connsiteX7" fmla="*/ 1273493 w 1364502"/>
                  <a:gd name="connsiteY7" fmla="*/ 4595 h 1364331"/>
                  <a:gd name="connsiteX8" fmla="*/ 1364502 w 1364502"/>
                  <a:gd name="connsiteY8" fmla="*/ 0 h 136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4502" h="1364331">
                    <a:moveTo>
                      <a:pt x="1364502" y="0"/>
                    </a:moveTo>
                    <a:lnTo>
                      <a:pt x="1364502" y="416459"/>
                    </a:lnTo>
                    <a:lnTo>
                      <a:pt x="1316074" y="418904"/>
                    </a:lnTo>
                    <a:cubicBezTo>
                      <a:pt x="841002" y="467151"/>
                      <a:pt x="463753" y="846305"/>
                      <a:pt x="418453" y="1322242"/>
                    </a:cubicBezTo>
                    <a:lnTo>
                      <a:pt x="416460" y="1364331"/>
                    </a:lnTo>
                    <a:lnTo>
                      <a:pt x="0" y="1364331"/>
                    </a:lnTo>
                    <a:lnTo>
                      <a:pt x="3884" y="1282289"/>
                    </a:lnTo>
                    <a:cubicBezTo>
                      <a:pt x="67958" y="609117"/>
                      <a:pt x="601544" y="72836"/>
                      <a:pt x="1273493" y="4595"/>
                    </a:cubicBezTo>
                    <a:lnTo>
                      <a:pt x="1364502" y="0"/>
                    </a:lnTo>
                    <a:close/>
                  </a:path>
                </a:pathLst>
              </a:custGeom>
              <a:solidFill>
                <a:srgbClr val="E6E6E6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D91E929-48E4-2864-806B-F34F109788E9}"/>
                  </a:ext>
                </a:extLst>
              </p:cNvPr>
              <p:cNvSpPr/>
              <p:nvPr/>
            </p:nvSpPr>
            <p:spPr>
              <a:xfrm>
                <a:off x="4677178" y="3972209"/>
                <a:ext cx="1364502" cy="1364331"/>
              </a:xfrm>
              <a:custGeom>
                <a:avLst/>
                <a:gdLst>
                  <a:gd name="connsiteX0" fmla="*/ 0 w 1364502"/>
                  <a:gd name="connsiteY0" fmla="*/ 0 h 1364331"/>
                  <a:gd name="connsiteX1" fmla="*/ 416460 w 1364502"/>
                  <a:gd name="connsiteY1" fmla="*/ 0 h 1364331"/>
                  <a:gd name="connsiteX2" fmla="*/ 418453 w 1364502"/>
                  <a:gd name="connsiteY2" fmla="*/ 42088 h 1364331"/>
                  <a:gd name="connsiteX3" fmla="*/ 1316074 w 1364502"/>
                  <a:gd name="connsiteY3" fmla="*/ 945426 h 1364331"/>
                  <a:gd name="connsiteX4" fmla="*/ 1364502 w 1364502"/>
                  <a:gd name="connsiteY4" fmla="*/ 947871 h 1364331"/>
                  <a:gd name="connsiteX5" fmla="*/ 1364502 w 1364502"/>
                  <a:gd name="connsiteY5" fmla="*/ 1364331 h 1364331"/>
                  <a:gd name="connsiteX6" fmla="*/ 1273493 w 1364502"/>
                  <a:gd name="connsiteY6" fmla="*/ 1359735 h 1364331"/>
                  <a:gd name="connsiteX7" fmla="*/ 3884 w 1364502"/>
                  <a:gd name="connsiteY7" fmla="*/ 82041 h 1364331"/>
                  <a:gd name="connsiteX8" fmla="*/ 0 w 1364502"/>
                  <a:gd name="connsiteY8" fmla="*/ 0 h 136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4502" h="1364331">
                    <a:moveTo>
                      <a:pt x="0" y="0"/>
                    </a:moveTo>
                    <a:lnTo>
                      <a:pt x="416460" y="0"/>
                    </a:lnTo>
                    <a:lnTo>
                      <a:pt x="418453" y="42088"/>
                    </a:lnTo>
                    <a:cubicBezTo>
                      <a:pt x="463753" y="518026"/>
                      <a:pt x="841002" y="897180"/>
                      <a:pt x="1316074" y="945426"/>
                    </a:cubicBezTo>
                    <a:lnTo>
                      <a:pt x="1364502" y="947871"/>
                    </a:lnTo>
                    <a:lnTo>
                      <a:pt x="1364502" y="1364331"/>
                    </a:lnTo>
                    <a:lnTo>
                      <a:pt x="1273493" y="1359735"/>
                    </a:lnTo>
                    <a:cubicBezTo>
                      <a:pt x="601544" y="1291495"/>
                      <a:pt x="67958" y="755214"/>
                      <a:pt x="3884" y="8204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DE92295-597A-AAAA-C079-E426E895BC54}"/>
                  </a:ext>
                </a:extLst>
              </p:cNvPr>
              <p:cNvSpPr/>
              <p:nvPr/>
            </p:nvSpPr>
            <p:spPr>
              <a:xfrm>
                <a:off x="6150322" y="2499237"/>
                <a:ext cx="1364501" cy="1364331"/>
              </a:xfrm>
              <a:custGeom>
                <a:avLst/>
                <a:gdLst>
                  <a:gd name="connsiteX0" fmla="*/ 0 w 1364501"/>
                  <a:gd name="connsiteY0" fmla="*/ 0 h 1364331"/>
                  <a:gd name="connsiteX1" fmla="*/ 91008 w 1364501"/>
                  <a:gd name="connsiteY1" fmla="*/ 4595 h 1364331"/>
                  <a:gd name="connsiteX2" fmla="*/ 1360617 w 1364501"/>
                  <a:gd name="connsiteY2" fmla="*/ 1282289 h 1364331"/>
                  <a:gd name="connsiteX3" fmla="*/ 1364501 w 1364501"/>
                  <a:gd name="connsiteY3" fmla="*/ 1364331 h 1364331"/>
                  <a:gd name="connsiteX4" fmla="*/ 948043 w 1364501"/>
                  <a:gd name="connsiteY4" fmla="*/ 1364331 h 1364331"/>
                  <a:gd name="connsiteX5" fmla="*/ 946050 w 1364501"/>
                  <a:gd name="connsiteY5" fmla="*/ 1322242 h 1364331"/>
                  <a:gd name="connsiteX6" fmla="*/ 48429 w 1364501"/>
                  <a:gd name="connsiteY6" fmla="*/ 418904 h 1364331"/>
                  <a:gd name="connsiteX7" fmla="*/ 0 w 1364501"/>
                  <a:gd name="connsiteY7" fmla="*/ 416459 h 1364331"/>
                  <a:gd name="connsiteX8" fmla="*/ 0 w 1364501"/>
                  <a:gd name="connsiteY8" fmla="*/ 0 h 136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4501" h="1364331">
                    <a:moveTo>
                      <a:pt x="0" y="0"/>
                    </a:moveTo>
                    <a:lnTo>
                      <a:pt x="91008" y="4595"/>
                    </a:lnTo>
                    <a:cubicBezTo>
                      <a:pt x="762959" y="72836"/>
                      <a:pt x="1296544" y="609117"/>
                      <a:pt x="1360617" y="1282289"/>
                    </a:cubicBezTo>
                    <a:lnTo>
                      <a:pt x="1364501" y="1364331"/>
                    </a:lnTo>
                    <a:lnTo>
                      <a:pt x="948043" y="1364331"/>
                    </a:lnTo>
                    <a:lnTo>
                      <a:pt x="946050" y="1322242"/>
                    </a:lnTo>
                    <a:cubicBezTo>
                      <a:pt x="900750" y="846305"/>
                      <a:pt x="523502" y="467151"/>
                      <a:pt x="48429" y="418904"/>
                    </a:cubicBezTo>
                    <a:lnTo>
                      <a:pt x="0" y="4164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E6E6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7306B2A-22F5-2ACC-E1E3-F962B38FAC78}"/>
                  </a:ext>
                </a:extLst>
              </p:cNvPr>
              <p:cNvSpPr/>
              <p:nvPr/>
            </p:nvSpPr>
            <p:spPr>
              <a:xfrm>
                <a:off x="6150322" y="3972208"/>
                <a:ext cx="1364501" cy="1364330"/>
              </a:xfrm>
              <a:custGeom>
                <a:avLst/>
                <a:gdLst>
                  <a:gd name="connsiteX0" fmla="*/ 948043 w 1364501"/>
                  <a:gd name="connsiteY0" fmla="*/ 0 h 1364330"/>
                  <a:gd name="connsiteX1" fmla="*/ 1364501 w 1364501"/>
                  <a:gd name="connsiteY1" fmla="*/ 0 h 1364330"/>
                  <a:gd name="connsiteX2" fmla="*/ 1360617 w 1364501"/>
                  <a:gd name="connsiteY2" fmla="*/ 82041 h 1364330"/>
                  <a:gd name="connsiteX3" fmla="*/ 91008 w 1364501"/>
                  <a:gd name="connsiteY3" fmla="*/ 1359735 h 1364330"/>
                  <a:gd name="connsiteX4" fmla="*/ 0 w 1364501"/>
                  <a:gd name="connsiteY4" fmla="*/ 1364330 h 1364330"/>
                  <a:gd name="connsiteX5" fmla="*/ 0 w 1364501"/>
                  <a:gd name="connsiteY5" fmla="*/ 947872 h 1364330"/>
                  <a:gd name="connsiteX6" fmla="*/ 48429 w 1364501"/>
                  <a:gd name="connsiteY6" fmla="*/ 945426 h 1364330"/>
                  <a:gd name="connsiteX7" fmla="*/ 946050 w 1364501"/>
                  <a:gd name="connsiteY7" fmla="*/ 42088 h 1364330"/>
                  <a:gd name="connsiteX8" fmla="*/ 948043 w 1364501"/>
                  <a:gd name="connsiteY8" fmla="*/ 0 h 1364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4501" h="1364330">
                    <a:moveTo>
                      <a:pt x="948043" y="0"/>
                    </a:moveTo>
                    <a:lnTo>
                      <a:pt x="1364501" y="0"/>
                    </a:lnTo>
                    <a:lnTo>
                      <a:pt x="1360617" y="82041"/>
                    </a:lnTo>
                    <a:cubicBezTo>
                      <a:pt x="1296544" y="755214"/>
                      <a:pt x="762959" y="1291495"/>
                      <a:pt x="91008" y="1359735"/>
                    </a:cubicBezTo>
                    <a:lnTo>
                      <a:pt x="0" y="1364330"/>
                    </a:lnTo>
                    <a:lnTo>
                      <a:pt x="0" y="947872"/>
                    </a:lnTo>
                    <a:lnTo>
                      <a:pt x="48429" y="945426"/>
                    </a:lnTo>
                    <a:cubicBezTo>
                      <a:pt x="523502" y="897180"/>
                      <a:pt x="900750" y="518026"/>
                      <a:pt x="946050" y="42088"/>
                    </a:cubicBezTo>
                    <a:lnTo>
                      <a:pt x="948043" y="0"/>
                    </a:lnTo>
                    <a:close/>
                  </a:path>
                </a:pathLst>
              </a:custGeom>
              <a:solidFill>
                <a:srgbClr val="E6E6E6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C8F8F2C6-1A31-9E5A-48A5-C3EF1261EAAD}"/>
                </a:ext>
              </a:extLst>
            </p:cNvPr>
            <p:cNvSpPr/>
            <p:nvPr/>
          </p:nvSpPr>
          <p:spPr>
            <a:xfrm>
              <a:off x="4853049" y="2674937"/>
              <a:ext cx="2485903" cy="2485903"/>
            </a:xfrm>
            <a:prstGeom prst="arc">
              <a:avLst>
                <a:gd name="adj1" fmla="val 16745653"/>
                <a:gd name="adj2" fmla="val 21135436"/>
              </a:avLst>
            </a:prstGeom>
            <a:ln w="1905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E5BA9547-0CCD-A584-8EFB-CE2F2C851BAA}"/>
                </a:ext>
              </a:extLst>
            </p:cNvPr>
            <p:cNvSpPr/>
            <p:nvPr/>
          </p:nvSpPr>
          <p:spPr>
            <a:xfrm>
              <a:off x="4853049" y="2674937"/>
              <a:ext cx="2485903" cy="2485903"/>
            </a:xfrm>
            <a:prstGeom prst="arc">
              <a:avLst>
                <a:gd name="adj1" fmla="val 521420"/>
                <a:gd name="adj2" fmla="val 4905884"/>
              </a:avLst>
            </a:prstGeom>
            <a:ln w="1905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2333D9F6-53D0-EFF4-2FC7-9A77E109FD3D}"/>
                </a:ext>
              </a:extLst>
            </p:cNvPr>
            <p:cNvSpPr/>
            <p:nvPr/>
          </p:nvSpPr>
          <p:spPr>
            <a:xfrm>
              <a:off x="4853049" y="2674937"/>
              <a:ext cx="2485903" cy="2485903"/>
            </a:xfrm>
            <a:prstGeom prst="arc">
              <a:avLst>
                <a:gd name="adj1" fmla="val 5963596"/>
                <a:gd name="adj2" fmla="val 10153152"/>
              </a:avLst>
            </a:prstGeom>
            <a:ln w="1905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4CBB744F-9AD7-00A5-6BD3-7CBCA82BD667}"/>
                </a:ext>
              </a:extLst>
            </p:cNvPr>
            <p:cNvSpPr/>
            <p:nvPr/>
          </p:nvSpPr>
          <p:spPr>
            <a:xfrm>
              <a:off x="4853049" y="2674937"/>
              <a:ext cx="2485903" cy="2485903"/>
            </a:xfrm>
            <a:prstGeom prst="arc">
              <a:avLst>
                <a:gd name="adj1" fmla="val 11322245"/>
                <a:gd name="adj2" fmla="val 15601114"/>
              </a:avLst>
            </a:prstGeom>
            <a:ln w="19050" cap="flat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0" name="CustomIcon">
            <a:extLst>
              <a:ext uri="{FF2B5EF4-FFF2-40B4-BE49-F238E27FC236}">
                <a16:creationId xmlns:a16="http://schemas.microsoft.com/office/drawing/2014/main" id="{C1912B36-F40F-4714-2385-687C270AE8F6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6198955" y="3449555"/>
            <a:ext cx="648000" cy="648000"/>
            <a:chOff x="438344" y="4506313"/>
            <a:chExt cx="1019810" cy="101981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5CD7037-C152-8744-D31D-76DD156ADD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344" y="4506313"/>
              <a:ext cx="1019810" cy="1019810"/>
            </a:xfrm>
            <a:prstGeom prst="ellipse">
              <a:avLst/>
            </a:prstGeom>
            <a:solidFill>
              <a:schemeClr val="tx2"/>
            </a:solidFill>
            <a:ln w="28575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2" name="Graphic570431314">
              <a:extLst>
                <a:ext uri="{FF2B5EF4-FFF2-40B4-BE49-F238E27FC236}">
                  <a16:creationId xmlns:a16="http://schemas.microsoft.com/office/drawing/2014/main" id="{A2192903-A687-59DE-F201-23C455DE6FB7}"/>
                </a:ext>
              </a:extLst>
            </p:cNvPr>
            <p:cNvPicPr>
              <a:picLocks/>
            </p:cNvPicPr>
            <p:nvPr>
              <p:custDataLst>
                <p:tags r:id="rId9"/>
              </p:custDataLst>
            </p:nvPr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43449" y="4711418"/>
              <a:ext cx="670560" cy="609600"/>
            </a:xfrm>
            <a:prstGeom prst="rect">
              <a:avLst/>
            </a:prstGeom>
          </p:spPr>
        </p:pic>
      </p:grpSp>
      <p:grpSp>
        <p:nvGrpSpPr>
          <p:cNvPr id="43" name="CustomIcon">
            <a:extLst>
              <a:ext uri="{FF2B5EF4-FFF2-40B4-BE49-F238E27FC236}">
                <a16:creationId xmlns:a16="http://schemas.microsoft.com/office/drawing/2014/main" id="{AC9D15EF-EB27-EE6E-C6C5-3E847EC24F75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4780975" y="3433126"/>
            <a:ext cx="648000" cy="648000"/>
            <a:chOff x="438344" y="5545822"/>
            <a:chExt cx="1019810" cy="101981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AEE4579-3CBE-CC3F-FB25-4D40F897CE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344" y="5545822"/>
              <a:ext cx="1019810" cy="1019810"/>
            </a:xfrm>
            <a:prstGeom prst="ellipse">
              <a:avLst/>
            </a:prstGeom>
            <a:solidFill>
              <a:schemeClr val="tx2"/>
            </a:solidFill>
            <a:ln w="28575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5" name="Graphic219059423">
              <a:extLst>
                <a:ext uri="{FF2B5EF4-FFF2-40B4-BE49-F238E27FC236}">
                  <a16:creationId xmlns:a16="http://schemas.microsoft.com/office/drawing/2014/main" id="{1DC274AC-4147-771E-3950-92DB5E318650}"/>
                </a:ext>
              </a:extLst>
            </p:cNvPr>
            <p:cNvPicPr>
              <a:picLocks/>
            </p:cNvPicPr>
            <p:nvPr>
              <p:custDataLst>
                <p:tags r:id="rId8"/>
              </p:custDataLst>
            </p:nvPr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43449" y="5750927"/>
              <a:ext cx="670560" cy="60960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AF1E42D-5DE0-D5C9-270A-52451B7E5CB3}"/>
              </a:ext>
            </a:extLst>
          </p:cNvPr>
          <p:cNvSpPr txBox="1">
            <a:spLocks/>
          </p:cNvSpPr>
          <p:nvPr/>
        </p:nvSpPr>
        <p:spPr>
          <a:xfrm>
            <a:off x="2000089" y="4189871"/>
            <a:ext cx="234491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Fortalecer la oferta de valor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335AC7-7A42-5C7D-B9CF-95C9E8615EA5}"/>
              </a:ext>
            </a:extLst>
          </p:cNvPr>
          <p:cNvSpPr txBox="1">
            <a:spLocks/>
          </p:cNvSpPr>
          <p:nvPr/>
        </p:nvSpPr>
        <p:spPr>
          <a:xfrm>
            <a:off x="7031151" y="4176394"/>
            <a:ext cx="20438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Reducir tasas de 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A0CE53-E5CE-CDB5-ED1D-C34167A94BCF}"/>
              </a:ext>
            </a:extLst>
          </p:cNvPr>
          <p:cNvSpPr txBox="1">
            <a:spLocks/>
          </p:cNvSpPr>
          <p:nvPr/>
        </p:nvSpPr>
        <p:spPr>
          <a:xfrm>
            <a:off x="3926803" y="1983357"/>
            <a:ext cx="449907" cy="323165"/>
          </a:xfrm>
          <a:prstGeom prst="rect">
            <a:avLst/>
          </a:prstGeom>
          <a:solidFill>
            <a:schemeClr val="accent5"/>
          </a:solidFill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0DC85B-3FE9-B57F-F112-15B8493477C6}"/>
              </a:ext>
            </a:extLst>
          </p:cNvPr>
          <p:cNvSpPr txBox="1">
            <a:spLocks/>
          </p:cNvSpPr>
          <p:nvPr/>
        </p:nvSpPr>
        <p:spPr>
          <a:xfrm>
            <a:off x="3926803" y="2625553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446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674E3C0-51B9-8621-C4E4-7F4D7B24CD1C}"/>
              </a:ext>
            </a:extLst>
          </p:cNvPr>
          <p:cNvSpPr/>
          <p:nvPr/>
        </p:nvSpPr>
        <p:spPr>
          <a:xfrm>
            <a:off x="7292191" y="1961168"/>
            <a:ext cx="449908" cy="295551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034DF2-F8DC-9ACF-F7C5-95ACF2AABB8F}"/>
              </a:ext>
            </a:extLst>
          </p:cNvPr>
          <p:cNvSpPr txBox="1">
            <a:spLocks/>
          </p:cNvSpPr>
          <p:nvPr/>
        </p:nvSpPr>
        <p:spPr>
          <a:xfrm>
            <a:off x="7292191" y="2033177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447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66198AE-E91A-F69A-252C-9BE3E3D35737}"/>
              </a:ext>
            </a:extLst>
          </p:cNvPr>
          <p:cNvSpPr/>
          <p:nvPr/>
        </p:nvSpPr>
        <p:spPr>
          <a:xfrm>
            <a:off x="7292191" y="2444220"/>
            <a:ext cx="449908" cy="471766"/>
          </a:xfrm>
          <a:prstGeom prst="roundRect">
            <a:avLst>
              <a:gd name="adj" fmla="val 12930"/>
            </a:avLst>
          </a:prstGeom>
          <a:solidFill>
            <a:schemeClr val="accent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E01810A-D284-774E-A269-6C6D1FE08762}"/>
              </a:ext>
            </a:extLst>
          </p:cNvPr>
          <p:cNvSpPr txBox="1">
            <a:spLocks/>
          </p:cNvSpPr>
          <p:nvPr/>
        </p:nvSpPr>
        <p:spPr>
          <a:xfrm>
            <a:off x="7292191" y="2485430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1183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AE94A5F-91E2-E884-C98F-07D749858D13}"/>
              </a:ext>
            </a:extLst>
          </p:cNvPr>
          <p:cNvCxnSpPr>
            <a:cxnSpLocks/>
          </p:cNvCxnSpPr>
          <p:nvPr/>
        </p:nvCxnSpPr>
        <p:spPr>
          <a:xfrm>
            <a:off x="488241" y="1634421"/>
            <a:ext cx="3965739" cy="0"/>
          </a:xfrm>
          <a:prstGeom prst="line">
            <a:avLst/>
          </a:prstGeom>
          <a:ln w="28575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26EC2A50-A08A-BDD7-C828-8A10A7259B0E}"/>
              </a:ext>
            </a:extLst>
          </p:cNvPr>
          <p:cNvSpPr/>
          <p:nvPr/>
        </p:nvSpPr>
        <p:spPr>
          <a:xfrm>
            <a:off x="7292191" y="4777261"/>
            <a:ext cx="449907" cy="321318"/>
          </a:xfrm>
          <a:prstGeom prst="roundRect">
            <a:avLst/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57F308F-5325-8BAC-CA9F-43630867F8C4}"/>
              </a:ext>
            </a:extLst>
          </p:cNvPr>
          <p:cNvSpPr txBox="1">
            <a:spLocks/>
          </p:cNvSpPr>
          <p:nvPr/>
        </p:nvSpPr>
        <p:spPr>
          <a:xfrm>
            <a:off x="7292191" y="4859201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453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95ABEF2-B9D8-A273-2B0C-7C37FDB94740}"/>
              </a:ext>
            </a:extLst>
          </p:cNvPr>
          <p:cNvSpPr txBox="1">
            <a:spLocks/>
          </p:cNvSpPr>
          <p:nvPr/>
        </p:nvSpPr>
        <p:spPr>
          <a:xfrm>
            <a:off x="8024534" y="4768103"/>
            <a:ext cx="3370935" cy="33855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Mejorar la eficacia de la prevención logrando impactar la incidencia del AT</a:t>
            </a:r>
            <a:endParaRPr kumimoji="0" lang="es-CO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A61F0E2-1571-F360-2A03-CFF619AA3A5B}"/>
              </a:ext>
            </a:extLst>
          </p:cNvPr>
          <p:cNvSpPr/>
          <p:nvPr/>
        </p:nvSpPr>
        <p:spPr>
          <a:xfrm>
            <a:off x="3926803" y="4629545"/>
            <a:ext cx="402107" cy="314131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1707381-1BAC-D4B5-972F-67B73AA29E1E}"/>
              </a:ext>
            </a:extLst>
          </p:cNvPr>
          <p:cNvSpPr txBox="1">
            <a:spLocks/>
          </p:cNvSpPr>
          <p:nvPr/>
        </p:nvSpPr>
        <p:spPr>
          <a:xfrm>
            <a:off x="3926803" y="4762113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452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6161662E-3A8F-1558-AEF8-BD82C072B0CA}"/>
              </a:ext>
            </a:extLst>
          </p:cNvPr>
          <p:cNvSpPr/>
          <p:nvPr/>
        </p:nvSpPr>
        <p:spPr>
          <a:xfrm>
            <a:off x="3926803" y="5201937"/>
            <a:ext cx="357893" cy="314131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EB4042F-C4CB-049B-E6D0-7061B90275B1}"/>
              </a:ext>
            </a:extLst>
          </p:cNvPr>
          <p:cNvSpPr txBox="1">
            <a:spLocks/>
          </p:cNvSpPr>
          <p:nvPr/>
        </p:nvSpPr>
        <p:spPr>
          <a:xfrm>
            <a:off x="3926803" y="5290964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448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6A9316F-3AA1-BEC9-0558-C643606D73E7}"/>
              </a:ext>
            </a:extLst>
          </p:cNvPr>
          <p:cNvCxnSpPr>
            <a:cxnSpLocks/>
          </p:cNvCxnSpPr>
          <p:nvPr/>
        </p:nvCxnSpPr>
        <p:spPr>
          <a:xfrm>
            <a:off x="7158558" y="4500069"/>
            <a:ext cx="4159950" cy="0"/>
          </a:xfrm>
          <a:prstGeom prst="line">
            <a:avLst/>
          </a:prstGeom>
          <a:ln w="28575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7D923EDE-1B1E-DA66-A4A1-3FE72FE93EEC}"/>
              </a:ext>
            </a:extLst>
          </p:cNvPr>
          <p:cNvSpPr/>
          <p:nvPr/>
        </p:nvSpPr>
        <p:spPr>
          <a:xfrm>
            <a:off x="6877179" y="4246947"/>
            <a:ext cx="215444" cy="215444"/>
          </a:xfrm>
          <a:prstGeom prst="ellipse">
            <a:avLst/>
          </a:prstGeom>
          <a:solidFill>
            <a:schemeClr val="accent2">
              <a:lumMod val="40000"/>
              <a:lumOff val="60000"/>
              <a:alpha val="6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86DAE77-01E7-30ED-E033-6F08BD2A1A7F}"/>
              </a:ext>
            </a:extLst>
          </p:cNvPr>
          <p:cNvCxnSpPr>
            <a:cxnSpLocks/>
          </p:cNvCxnSpPr>
          <p:nvPr/>
        </p:nvCxnSpPr>
        <p:spPr>
          <a:xfrm>
            <a:off x="6522955" y="4354669"/>
            <a:ext cx="441716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BBBF5F-1F46-23C7-FD21-F2398CA44090}"/>
              </a:ext>
            </a:extLst>
          </p:cNvPr>
          <p:cNvCxnSpPr>
            <a:cxnSpLocks/>
          </p:cNvCxnSpPr>
          <p:nvPr/>
        </p:nvCxnSpPr>
        <p:spPr>
          <a:xfrm>
            <a:off x="488241" y="4500069"/>
            <a:ext cx="3965739" cy="0"/>
          </a:xfrm>
          <a:prstGeom prst="line">
            <a:avLst/>
          </a:prstGeom>
          <a:ln w="28575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9EA23DC9-16A4-5458-3BD2-BBD48120ED69}"/>
              </a:ext>
            </a:extLst>
          </p:cNvPr>
          <p:cNvSpPr/>
          <p:nvPr/>
        </p:nvSpPr>
        <p:spPr>
          <a:xfrm flipH="1">
            <a:off x="4490243" y="4263733"/>
            <a:ext cx="215444" cy="215444"/>
          </a:xfrm>
          <a:prstGeom prst="ellipse">
            <a:avLst/>
          </a:prstGeom>
          <a:solidFill>
            <a:schemeClr val="accent2">
              <a:lumMod val="40000"/>
              <a:lumOff val="60000"/>
              <a:alpha val="6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E737343F-C4A8-1F3C-839E-173C5824D6CF}"/>
              </a:ext>
            </a:extLst>
          </p:cNvPr>
          <p:cNvCxnSpPr>
            <a:cxnSpLocks/>
          </p:cNvCxnSpPr>
          <p:nvPr/>
        </p:nvCxnSpPr>
        <p:spPr>
          <a:xfrm flipH="1">
            <a:off x="4629514" y="4354669"/>
            <a:ext cx="463392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8D20028-9DD7-DEEA-30E1-0608875E3E2E}"/>
              </a:ext>
            </a:extLst>
          </p:cNvPr>
          <p:cNvCxnSpPr>
            <a:cxnSpLocks/>
          </p:cNvCxnSpPr>
          <p:nvPr/>
        </p:nvCxnSpPr>
        <p:spPr>
          <a:xfrm flipV="1">
            <a:off x="6522955" y="3852829"/>
            <a:ext cx="0" cy="50184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413307A-32B8-1CAD-6E67-5ABC395C74C7}"/>
              </a:ext>
            </a:extLst>
          </p:cNvPr>
          <p:cNvCxnSpPr>
            <a:cxnSpLocks/>
          </p:cNvCxnSpPr>
          <p:nvPr/>
        </p:nvCxnSpPr>
        <p:spPr>
          <a:xfrm flipV="1">
            <a:off x="5104975" y="3868602"/>
            <a:ext cx="0" cy="486067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FEEAC671-C806-21F6-D21E-A9846F30A1A3}"/>
              </a:ext>
            </a:extLst>
          </p:cNvPr>
          <p:cNvSpPr txBox="1">
            <a:spLocks/>
          </p:cNvSpPr>
          <p:nvPr/>
        </p:nvSpPr>
        <p:spPr>
          <a:xfrm>
            <a:off x="7292191" y="2768852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449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922BBD8-30B6-4F9F-A71C-BA6DEFF85173}"/>
              </a:ext>
            </a:extLst>
          </p:cNvPr>
          <p:cNvSpPr txBox="1">
            <a:spLocks/>
          </p:cNvSpPr>
          <p:nvPr/>
        </p:nvSpPr>
        <p:spPr>
          <a:xfrm>
            <a:off x="7292191" y="3173503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1409</a:t>
            </a:r>
          </a:p>
        </p:txBody>
      </p:sp>
      <p:grpSp>
        <p:nvGrpSpPr>
          <p:cNvPr id="149" name="Graphic 120">
            <a:extLst>
              <a:ext uri="{FF2B5EF4-FFF2-40B4-BE49-F238E27FC236}">
                <a16:creationId xmlns:a16="http://schemas.microsoft.com/office/drawing/2014/main" id="{16D00DBA-560B-02D9-809A-E024AEAFE5CD}"/>
              </a:ext>
            </a:extLst>
          </p:cNvPr>
          <p:cNvGrpSpPr/>
          <p:nvPr/>
        </p:nvGrpSpPr>
        <p:grpSpPr>
          <a:xfrm>
            <a:off x="5372066" y="2428531"/>
            <a:ext cx="848971" cy="839888"/>
            <a:chOff x="10237896" y="3508053"/>
            <a:chExt cx="583693" cy="57744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74B5DE3-0294-4B88-5D0A-E0AA71466DBF}"/>
                </a:ext>
              </a:extLst>
            </p:cNvPr>
            <p:cNvSpPr/>
            <p:nvPr/>
          </p:nvSpPr>
          <p:spPr>
            <a:xfrm>
              <a:off x="10337718" y="3553815"/>
              <a:ext cx="438150" cy="438150"/>
            </a:xfrm>
            <a:custGeom>
              <a:avLst/>
              <a:gdLst>
                <a:gd name="connsiteX0" fmla="*/ 438150 w 438150"/>
                <a:gd name="connsiteY0" fmla="*/ 219075 h 438150"/>
                <a:gd name="connsiteX1" fmla="*/ 219075 w 438150"/>
                <a:gd name="connsiteY1" fmla="*/ 438150 h 438150"/>
                <a:gd name="connsiteX2" fmla="*/ 0 w 438150"/>
                <a:gd name="connsiteY2" fmla="*/ 219075 h 438150"/>
                <a:gd name="connsiteX3" fmla="*/ 219075 w 438150"/>
                <a:gd name="connsiteY3" fmla="*/ 0 h 438150"/>
                <a:gd name="connsiteX4" fmla="*/ 438150 w 438150"/>
                <a:gd name="connsiteY4" fmla="*/ 219075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150" h="438150">
                  <a:moveTo>
                    <a:pt x="438150" y="219075"/>
                  </a:moveTo>
                  <a:cubicBezTo>
                    <a:pt x="438150" y="340067"/>
                    <a:pt x="340067" y="438150"/>
                    <a:pt x="219075" y="438150"/>
                  </a:cubicBezTo>
                  <a:cubicBezTo>
                    <a:pt x="98083" y="438150"/>
                    <a:pt x="0" y="340067"/>
                    <a:pt x="0" y="219075"/>
                  </a:cubicBezTo>
                  <a:cubicBezTo>
                    <a:pt x="0" y="98083"/>
                    <a:pt x="98083" y="0"/>
                    <a:pt x="219075" y="0"/>
                  </a:cubicBezTo>
                  <a:cubicBezTo>
                    <a:pt x="340067" y="0"/>
                    <a:pt x="438150" y="98083"/>
                    <a:pt x="438150" y="219075"/>
                  </a:cubicBezTo>
                  <a:close/>
                </a:path>
              </a:pathLst>
            </a:custGeom>
            <a:solidFill>
              <a:srgbClr val="E9EAE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9810D64-71CB-727E-9F4B-846C54BDC530}"/>
                </a:ext>
              </a:extLst>
            </p:cNvPr>
            <p:cNvSpPr/>
            <p:nvPr/>
          </p:nvSpPr>
          <p:spPr>
            <a:xfrm>
              <a:off x="10266947" y="3508053"/>
              <a:ext cx="437768" cy="181493"/>
            </a:xfrm>
            <a:custGeom>
              <a:avLst/>
              <a:gdLst>
                <a:gd name="connsiteX0" fmla="*/ 437769 w 437768"/>
                <a:gd name="connsiteY0" fmla="*/ 45001 h 181493"/>
                <a:gd name="connsiteX1" fmla="*/ 104775 w 437768"/>
                <a:gd name="connsiteY1" fmla="*/ 76719 h 181493"/>
                <a:gd name="connsiteX2" fmla="*/ 0 w 437768"/>
                <a:gd name="connsiteY2" fmla="*/ 181494 h 181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768" h="181493">
                  <a:moveTo>
                    <a:pt x="437769" y="45001"/>
                  </a:moveTo>
                  <a:cubicBezTo>
                    <a:pt x="334613" y="-23675"/>
                    <a:pt x="195834" y="-14245"/>
                    <a:pt x="104775" y="76719"/>
                  </a:cubicBezTo>
                  <a:lnTo>
                    <a:pt x="0" y="181494"/>
                  </a:lnTo>
                </a:path>
              </a:pathLst>
            </a:custGeom>
            <a:noFill/>
            <a:ln w="19050" cap="flat">
              <a:solidFill>
                <a:srgbClr val="BCC0C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C54704B-3E23-6A50-B919-2CA78618F0F5}"/>
                </a:ext>
              </a:extLst>
            </p:cNvPr>
            <p:cNvSpPr/>
            <p:nvPr/>
          </p:nvSpPr>
          <p:spPr>
            <a:xfrm>
              <a:off x="10684809" y="3734600"/>
              <a:ext cx="136780" cy="283559"/>
            </a:xfrm>
            <a:custGeom>
              <a:avLst/>
              <a:gdLst>
                <a:gd name="connsiteX0" fmla="*/ 0 w 136780"/>
                <a:gd name="connsiteY0" fmla="*/ 283559 h 283559"/>
                <a:gd name="connsiteX1" fmla="*/ 70961 w 136780"/>
                <a:gd name="connsiteY1" fmla="*/ 212598 h 283559"/>
                <a:gd name="connsiteX2" fmla="*/ 130112 w 136780"/>
                <a:gd name="connsiteY2" fmla="*/ 0 h 283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780" h="283559">
                  <a:moveTo>
                    <a:pt x="0" y="283559"/>
                  </a:moveTo>
                  <a:lnTo>
                    <a:pt x="70961" y="212598"/>
                  </a:lnTo>
                  <a:cubicBezTo>
                    <a:pt x="128302" y="155258"/>
                    <a:pt x="148685" y="73342"/>
                    <a:pt x="130112" y="0"/>
                  </a:cubicBezTo>
                </a:path>
              </a:pathLst>
            </a:custGeom>
            <a:noFill/>
            <a:ln w="19050" cap="flat">
              <a:solidFill>
                <a:srgbClr val="BCC0C4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53" name="Graphic 120">
              <a:extLst>
                <a:ext uri="{FF2B5EF4-FFF2-40B4-BE49-F238E27FC236}">
                  <a16:creationId xmlns:a16="http://schemas.microsoft.com/office/drawing/2014/main" id="{926A4978-0DBE-DD7C-0F4A-0970E447B572}"/>
                </a:ext>
              </a:extLst>
            </p:cNvPr>
            <p:cNvGrpSpPr/>
            <p:nvPr/>
          </p:nvGrpSpPr>
          <p:grpSpPr>
            <a:xfrm>
              <a:off x="10527551" y="3953580"/>
              <a:ext cx="127539" cy="127539"/>
              <a:chOff x="10527551" y="3953580"/>
              <a:chExt cx="127539" cy="127539"/>
            </a:xfrm>
          </p:grpSpPr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3B662A5-1FE7-FF4D-D22C-F2A5BB5C3E33}"/>
                  </a:ext>
                </a:extLst>
              </p:cNvPr>
              <p:cNvSpPr/>
              <p:nvPr/>
            </p:nvSpPr>
            <p:spPr>
              <a:xfrm>
                <a:off x="10571938" y="3953580"/>
                <a:ext cx="83153" cy="83153"/>
              </a:xfrm>
              <a:custGeom>
                <a:avLst/>
                <a:gdLst>
                  <a:gd name="connsiteX0" fmla="*/ 83153 w 83153"/>
                  <a:gd name="connsiteY0" fmla="*/ 0 h 83153"/>
                  <a:gd name="connsiteX1" fmla="*/ 0 w 83153"/>
                  <a:gd name="connsiteY1" fmla="*/ 83153 h 83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3153" h="83153">
                    <a:moveTo>
                      <a:pt x="83153" y="0"/>
                    </a:moveTo>
                    <a:lnTo>
                      <a:pt x="0" y="83153"/>
                    </a:lnTo>
                  </a:path>
                </a:pathLst>
              </a:custGeom>
              <a:ln w="19050" cap="flat">
                <a:solidFill>
                  <a:srgbClr val="2A508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BFA395A-25DB-E760-0182-653D0F564385}"/>
                  </a:ext>
                </a:extLst>
              </p:cNvPr>
              <p:cNvSpPr/>
              <p:nvPr/>
            </p:nvSpPr>
            <p:spPr>
              <a:xfrm>
                <a:off x="10527551" y="4059783"/>
                <a:ext cx="21336" cy="21336"/>
              </a:xfrm>
              <a:custGeom>
                <a:avLst/>
                <a:gdLst>
                  <a:gd name="connsiteX0" fmla="*/ 21336 w 21336"/>
                  <a:gd name="connsiteY0" fmla="*/ 0 h 21336"/>
                  <a:gd name="connsiteX1" fmla="*/ 0 w 21336"/>
                  <a:gd name="connsiteY1" fmla="*/ 21336 h 21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36" h="21336">
                    <a:moveTo>
                      <a:pt x="21336" y="0"/>
                    </a:moveTo>
                    <a:lnTo>
                      <a:pt x="0" y="21336"/>
                    </a:lnTo>
                  </a:path>
                </a:pathLst>
              </a:custGeom>
              <a:ln w="19050" cap="flat">
                <a:solidFill>
                  <a:srgbClr val="2A508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4" name="Graphic 120">
              <a:extLst>
                <a:ext uri="{FF2B5EF4-FFF2-40B4-BE49-F238E27FC236}">
                  <a16:creationId xmlns:a16="http://schemas.microsoft.com/office/drawing/2014/main" id="{1A748A67-C364-FB52-383B-BA82FFE50A52}"/>
                </a:ext>
              </a:extLst>
            </p:cNvPr>
            <p:cNvGrpSpPr/>
            <p:nvPr/>
          </p:nvGrpSpPr>
          <p:grpSpPr>
            <a:xfrm>
              <a:off x="10237896" y="3688118"/>
              <a:ext cx="116871" cy="116871"/>
              <a:chOff x="10237896" y="3688118"/>
              <a:chExt cx="116871" cy="116871"/>
            </a:xfrm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5DBB55D0-D8EE-F11F-7EBF-84509FB04507}"/>
                  </a:ext>
                </a:extLst>
              </p:cNvPr>
              <p:cNvSpPr/>
              <p:nvPr/>
            </p:nvSpPr>
            <p:spPr>
              <a:xfrm>
                <a:off x="10305238" y="3688118"/>
                <a:ext cx="49529" cy="49529"/>
              </a:xfrm>
              <a:custGeom>
                <a:avLst/>
                <a:gdLst>
                  <a:gd name="connsiteX0" fmla="*/ 49530 w 49529"/>
                  <a:gd name="connsiteY0" fmla="*/ 0 h 49529"/>
                  <a:gd name="connsiteX1" fmla="*/ 0 w 49529"/>
                  <a:gd name="connsiteY1" fmla="*/ 49530 h 49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529" h="49529">
                    <a:moveTo>
                      <a:pt x="49530" y="0"/>
                    </a:moveTo>
                    <a:lnTo>
                      <a:pt x="0" y="49530"/>
                    </a:lnTo>
                  </a:path>
                </a:pathLst>
              </a:custGeom>
              <a:ln w="19050" cap="flat">
                <a:solidFill>
                  <a:srgbClr val="2A508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2341B39-A2F9-28CD-6B5A-1A4A7BF43481}"/>
                  </a:ext>
                </a:extLst>
              </p:cNvPr>
              <p:cNvSpPr/>
              <p:nvPr/>
            </p:nvSpPr>
            <p:spPr>
              <a:xfrm>
                <a:off x="10271614" y="3751078"/>
                <a:ext cx="20193" cy="20193"/>
              </a:xfrm>
              <a:custGeom>
                <a:avLst/>
                <a:gdLst>
                  <a:gd name="connsiteX0" fmla="*/ 20193 w 20193"/>
                  <a:gd name="connsiteY0" fmla="*/ 0 h 20193"/>
                  <a:gd name="connsiteX1" fmla="*/ 0 w 20193"/>
                  <a:gd name="connsiteY1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193" h="20193">
                    <a:moveTo>
                      <a:pt x="20193" y="0"/>
                    </a:moveTo>
                    <a:lnTo>
                      <a:pt x="0" y="20193"/>
                    </a:lnTo>
                  </a:path>
                </a:pathLst>
              </a:custGeom>
              <a:ln w="19050" cap="flat">
                <a:solidFill>
                  <a:srgbClr val="2A508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7B9B722A-62D4-EAE6-B297-AE4914B52CAB}"/>
                  </a:ext>
                </a:extLst>
              </p:cNvPr>
              <p:cNvSpPr/>
              <p:nvPr/>
            </p:nvSpPr>
            <p:spPr>
              <a:xfrm>
                <a:off x="10237896" y="3784797"/>
                <a:ext cx="20288" cy="20193"/>
              </a:xfrm>
              <a:custGeom>
                <a:avLst/>
                <a:gdLst>
                  <a:gd name="connsiteX0" fmla="*/ 20288 w 20288"/>
                  <a:gd name="connsiteY0" fmla="*/ 0 h 20193"/>
                  <a:gd name="connsiteX1" fmla="*/ 0 w 20288"/>
                  <a:gd name="connsiteY1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288" h="20193">
                    <a:moveTo>
                      <a:pt x="20288" y="0"/>
                    </a:moveTo>
                    <a:lnTo>
                      <a:pt x="0" y="20193"/>
                    </a:lnTo>
                  </a:path>
                </a:pathLst>
              </a:custGeom>
              <a:ln w="19050" cap="flat">
                <a:solidFill>
                  <a:srgbClr val="2A508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5" name="Graphic 120">
              <a:extLst>
                <a:ext uri="{FF2B5EF4-FFF2-40B4-BE49-F238E27FC236}">
                  <a16:creationId xmlns:a16="http://schemas.microsoft.com/office/drawing/2014/main" id="{91D758D2-DEFC-26F5-0641-90A3944A6A4A}"/>
                </a:ext>
              </a:extLst>
            </p:cNvPr>
            <p:cNvGrpSpPr/>
            <p:nvPr/>
          </p:nvGrpSpPr>
          <p:grpSpPr>
            <a:xfrm>
              <a:off x="10617372" y="4038352"/>
              <a:ext cx="47148" cy="47148"/>
              <a:chOff x="10617372" y="4038352"/>
              <a:chExt cx="47148" cy="47148"/>
            </a:xfrm>
          </p:grpSpPr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5F61834-6203-056C-B4EB-37ABF5BD19EC}"/>
                  </a:ext>
                </a:extLst>
              </p:cNvPr>
              <p:cNvSpPr/>
              <p:nvPr/>
            </p:nvSpPr>
            <p:spPr>
              <a:xfrm>
                <a:off x="10651090" y="4038352"/>
                <a:ext cx="13430" cy="13525"/>
              </a:xfrm>
              <a:custGeom>
                <a:avLst/>
                <a:gdLst>
                  <a:gd name="connsiteX0" fmla="*/ 13430 w 13430"/>
                  <a:gd name="connsiteY0" fmla="*/ 0 h 13525"/>
                  <a:gd name="connsiteX1" fmla="*/ 0 w 13430"/>
                  <a:gd name="connsiteY1" fmla="*/ 13526 h 13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430" h="13525">
                    <a:moveTo>
                      <a:pt x="13430" y="0"/>
                    </a:moveTo>
                    <a:lnTo>
                      <a:pt x="0" y="13526"/>
                    </a:lnTo>
                  </a:path>
                </a:pathLst>
              </a:custGeom>
              <a:ln w="19050" cap="flat">
                <a:solidFill>
                  <a:srgbClr val="BCC0C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A7A4B733-1045-A61D-ACDC-E8447405686B}"/>
                  </a:ext>
                </a:extLst>
              </p:cNvPr>
              <p:cNvSpPr/>
              <p:nvPr/>
            </p:nvSpPr>
            <p:spPr>
              <a:xfrm>
                <a:off x="10617372" y="4065308"/>
                <a:ext cx="20288" cy="20193"/>
              </a:xfrm>
              <a:custGeom>
                <a:avLst/>
                <a:gdLst>
                  <a:gd name="connsiteX0" fmla="*/ 20288 w 20288"/>
                  <a:gd name="connsiteY0" fmla="*/ 0 h 20193"/>
                  <a:gd name="connsiteX1" fmla="*/ 0 w 20288"/>
                  <a:gd name="connsiteY1" fmla="*/ 20193 h 20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288" h="20193">
                    <a:moveTo>
                      <a:pt x="20288" y="0"/>
                    </a:moveTo>
                    <a:lnTo>
                      <a:pt x="0" y="20193"/>
                    </a:lnTo>
                  </a:path>
                </a:pathLst>
              </a:custGeom>
              <a:ln w="19050" cap="flat">
                <a:solidFill>
                  <a:srgbClr val="BCC0C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DCBE9B1-2D4C-E446-B9A7-FC96B5F849FC}"/>
                </a:ext>
              </a:extLst>
            </p:cNvPr>
            <p:cNvSpPr/>
            <p:nvPr/>
          </p:nvSpPr>
          <p:spPr>
            <a:xfrm>
              <a:off x="10509644" y="3599277"/>
              <a:ext cx="91175" cy="92841"/>
            </a:xfrm>
            <a:custGeom>
              <a:avLst/>
              <a:gdLst>
                <a:gd name="connsiteX0" fmla="*/ 80296 w 91175"/>
                <a:gd name="connsiteY0" fmla="*/ 18260 h 92841"/>
                <a:gd name="connsiteX1" fmla="*/ 70295 w 91175"/>
                <a:gd name="connsiteY1" fmla="*/ 8259 h 92841"/>
                <a:gd name="connsiteX2" fmla="*/ 38481 w 91175"/>
                <a:gd name="connsiteY2" fmla="*/ 7211 h 92841"/>
                <a:gd name="connsiteX3" fmla="*/ 0 w 91175"/>
                <a:gd name="connsiteY3" fmla="*/ 45692 h 92841"/>
                <a:gd name="connsiteX4" fmla="*/ 47149 w 91175"/>
                <a:gd name="connsiteY4" fmla="*/ 92841 h 92841"/>
                <a:gd name="connsiteX5" fmla="*/ 85630 w 91175"/>
                <a:gd name="connsiteY5" fmla="*/ 54360 h 92841"/>
                <a:gd name="connsiteX6" fmla="*/ 80296 w 91175"/>
                <a:gd name="connsiteY6" fmla="*/ 18260 h 9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175" h="92841">
                  <a:moveTo>
                    <a:pt x="80296" y="18260"/>
                  </a:moveTo>
                  <a:lnTo>
                    <a:pt x="70295" y="8259"/>
                  </a:lnTo>
                  <a:cubicBezTo>
                    <a:pt x="60007" y="-2028"/>
                    <a:pt x="48768" y="-3076"/>
                    <a:pt x="38481" y="7211"/>
                  </a:cubicBezTo>
                  <a:lnTo>
                    <a:pt x="0" y="45692"/>
                  </a:lnTo>
                  <a:lnTo>
                    <a:pt x="47149" y="92841"/>
                  </a:lnTo>
                  <a:lnTo>
                    <a:pt x="85630" y="54360"/>
                  </a:lnTo>
                  <a:cubicBezTo>
                    <a:pt x="95917" y="44073"/>
                    <a:pt x="90583" y="28547"/>
                    <a:pt x="80296" y="1826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496A59E-83CB-8936-A273-C76F924EEA32}"/>
                </a:ext>
              </a:extLst>
            </p:cNvPr>
            <p:cNvSpPr/>
            <p:nvPr/>
          </p:nvSpPr>
          <p:spPr>
            <a:xfrm>
              <a:off x="10509644" y="3599277"/>
              <a:ext cx="91175" cy="92841"/>
            </a:xfrm>
            <a:custGeom>
              <a:avLst/>
              <a:gdLst>
                <a:gd name="connsiteX0" fmla="*/ 0 w 91175"/>
                <a:gd name="connsiteY0" fmla="*/ 45692 h 92841"/>
                <a:gd name="connsiteX1" fmla="*/ 38481 w 91175"/>
                <a:gd name="connsiteY1" fmla="*/ 7211 h 92841"/>
                <a:gd name="connsiteX2" fmla="*/ 70295 w 91175"/>
                <a:gd name="connsiteY2" fmla="*/ 8259 h 92841"/>
                <a:gd name="connsiteX3" fmla="*/ 80296 w 91175"/>
                <a:gd name="connsiteY3" fmla="*/ 18260 h 92841"/>
                <a:gd name="connsiteX4" fmla="*/ 85630 w 91175"/>
                <a:gd name="connsiteY4" fmla="*/ 54360 h 92841"/>
                <a:gd name="connsiteX5" fmla="*/ 47149 w 91175"/>
                <a:gd name="connsiteY5" fmla="*/ 92841 h 9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75" h="92841">
                  <a:moveTo>
                    <a:pt x="0" y="45692"/>
                  </a:moveTo>
                  <a:lnTo>
                    <a:pt x="38481" y="7211"/>
                  </a:lnTo>
                  <a:cubicBezTo>
                    <a:pt x="48768" y="-3076"/>
                    <a:pt x="60007" y="-2028"/>
                    <a:pt x="70295" y="8259"/>
                  </a:cubicBezTo>
                  <a:lnTo>
                    <a:pt x="80296" y="18260"/>
                  </a:lnTo>
                  <a:cubicBezTo>
                    <a:pt x="90583" y="28547"/>
                    <a:pt x="95917" y="44073"/>
                    <a:pt x="85630" y="54360"/>
                  </a:cubicBezTo>
                  <a:lnTo>
                    <a:pt x="47149" y="92841"/>
                  </a:lnTo>
                </a:path>
              </a:pathLst>
            </a:custGeom>
            <a:noFill/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FF8E236-F3E8-596E-47A8-DD880856FDE1}"/>
                </a:ext>
              </a:extLst>
            </p:cNvPr>
            <p:cNvSpPr/>
            <p:nvPr/>
          </p:nvSpPr>
          <p:spPr>
            <a:xfrm>
              <a:off x="10556793" y="3632900"/>
              <a:ext cx="104701" cy="106366"/>
            </a:xfrm>
            <a:custGeom>
              <a:avLst/>
              <a:gdLst>
                <a:gd name="connsiteX0" fmla="*/ 93821 w 104701"/>
                <a:gd name="connsiteY0" fmla="*/ 18260 h 106366"/>
                <a:gd name="connsiteX1" fmla="*/ 83820 w 104701"/>
                <a:gd name="connsiteY1" fmla="*/ 8259 h 106366"/>
                <a:gd name="connsiteX2" fmla="*/ 52007 w 104701"/>
                <a:gd name="connsiteY2" fmla="*/ 7211 h 106366"/>
                <a:gd name="connsiteX3" fmla="*/ 0 w 104701"/>
                <a:gd name="connsiteY3" fmla="*/ 59218 h 106366"/>
                <a:gd name="connsiteX4" fmla="*/ 47149 w 104701"/>
                <a:gd name="connsiteY4" fmla="*/ 106367 h 106366"/>
                <a:gd name="connsiteX5" fmla="*/ 99155 w 104701"/>
                <a:gd name="connsiteY5" fmla="*/ 54360 h 106366"/>
                <a:gd name="connsiteX6" fmla="*/ 93821 w 104701"/>
                <a:gd name="connsiteY6" fmla="*/ 18260 h 10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01" h="106366">
                  <a:moveTo>
                    <a:pt x="93821" y="18260"/>
                  </a:moveTo>
                  <a:lnTo>
                    <a:pt x="83820" y="8259"/>
                  </a:lnTo>
                  <a:cubicBezTo>
                    <a:pt x="73533" y="-2028"/>
                    <a:pt x="62294" y="-3076"/>
                    <a:pt x="52007" y="7211"/>
                  </a:cubicBezTo>
                  <a:lnTo>
                    <a:pt x="0" y="59218"/>
                  </a:lnTo>
                  <a:lnTo>
                    <a:pt x="47149" y="106367"/>
                  </a:lnTo>
                  <a:lnTo>
                    <a:pt x="99155" y="54360"/>
                  </a:lnTo>
                  <a:cubicBezTo>
                    <a:pt x="109442" y="44073"/>
                    <a:pt x="104108" y="28547"/>
                    <a:pt x="93821" y="1826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CBAAB2E2-9AFA-F481-1962-A7996BFF550A}"/>
                </a:ext>
              </a:extLst>
            </p:cNvPr>
            <p:cNvSpPr/>
            <p:nvPr/>
          </p:nvSpPr>
          <p:spPr>
            <a:xfrm>
              <a:off x="10556793" y="3632900"/>
              <a:ext cx="104701" cy="106366"/>
            </a:xfrm>
            <a:custGeom>
              <a:avLst/>
              <a:gdLst>
                <a:gd name="connsiteX0" fmla="*/ 47149 w 104701"/>
                <a:gd name="connsiteY0" fmla="*/ 106367 h 106366"/>
                <a:gd name="connsiteX1" fmla="*/ 99155 w 104701"/>
                <a:gd name="connsiteY1" fmla="*/ 54360 h 106366"/>
                <a:gd name="connsiteX2" fmla="*/ 93821 w 104701"/>
                <a:gd name="connsiteY2" fmla="*/ 18260 h 106366"/>
                <a:gd name="connsiteX3" fmla="*/ 83820 w 104701"/>
                <a:gd name="connsiteY3" fmla="*/ 8259 h 106366"/>
                <a:gd name="connsiteX4" fmla="*/ 52007 w 104701"/>
                <a:gd name="connsiteY4" fmla="*/ 7211 h 106366"/>
                <a:gd name="connsiteX5" fmla="*/ 0 w 104701"/>
                <a:gd name="connsiteY5" fmla="*/ 59218 h 106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701" h="106366">
                  <a:moveTo>
                    <a:pt x="47149" y="106367"/>
                  </a:moveTo>
                  <a:lnTo>
                    <a:pt x="99155" y="54360"/>
                  </a:lnTo>
                  <a:cubicBezTo>
                    <a:pt x="109442" y="44073"/>
                    <a:pt x="104108" y="28547"/>
                    <a:pt x="93821" y="18260"/>
                  </a:cubicBezTo>
                  <a:lnTo>
                    <a:pt x="83820" y="8259"/>
                  </a:lnTo>
                  <a:cubicBezTo>
                    <a:pt x="73533" y="-2028"/>
                    <a:pt x="62294" y="-3076"/>
                    <a:pt x="52007" y="7211"/>
                  </a:cubicBezTo>
                  <a:lnTo>
                    <a:pt x="0" y="59218"/>
                  </a:lnTo>
                </a:path>
              </a:pathLst>
            </a:custGeom>
            <a:noFill/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724F006E-029C-6929-67A5-9C73AD6A5D3B}"/>
                </a:ext>
              </a:extLst>
            </p:cNvPr>
            <p:cNvSpPr/>
            <p:nvPr/>
          </p:nvSpPr>
          <p:spPr>
            <a:xfrm>
              <a:off x="10330145" y="3638554"/>
              <a:ext cx="341297" cy="402846"/>
            </a:xfrm>
            <a:custGeom>
              <a:avLst/>
              <a:gdLst>
                <a:gd name="connsiteX0" fmla="*/ 243316 w 341297"/>
                <a:gd name="connsiteY0" fmla="*/ 70233 h 402846"/>
                <a:gd name="connsiteX1" fmla="*/ 188262 w 341297"/>
                <a:gd name="connsiteY1" fmla="*/ 15179 h 402846"/>
                <a:gd name="connsiteX2" fmla="*/ 145018 w 341297"/>
                <a:gd name="connsiteY2" fmla="*/ 701 h 402846"/>
                <a:gd name="connsiteX3" fmla="*/ 85868 w 341297"/>
                <a:gd name="connsiteY3" fmla="*/ 14607 h 402846"/>
                <a:gd name="connsiteX4" fmla="*/ 66627 w 341297"/>
                <a:gd name="connsiteY4" fmla="*/ 90140 h 402846"/>
                <a:gd name="connsiteX5" fmla="*/ 58245 w 341297"/>
                <a:gd name="connsiteY5" fmla="*/ 168055 h 402846"/>
                <a:gd name="connsiteX6" fmla="*/ 9763 w 341297"/>
                <a:gd name="connsiteY6" fmla="*/ 216537 h 402846"/>
                <a:gd name="connsiteX7" fmla="*/ 9763 w 341297"/>
                <a:gd name="connsiteY7" fmla="*/ 240826 h 402846"/>
                <a:gd name="connsiteX8" fmla="*/ 12430 w 341297"/>
                <a:gd name="connsiteY8" fmla="*/ 243493 h 402846"/>
                <a:gd name="connsiteX9" fmla="*/ 36719 w 341297"/>
                <a:gd name="connsiteY9" fmla="*/ 243493 h 402846"/>
                <a:gd name="connsiteX10" fmla="*/ 66246 w 341297"/>
                <a:gd name="connsiteY10" fmla="*/ 213965 h 402846"/>
                <a:gd name="connsiteX11" fmla="*/ 90630 w 341297"/>
                <a:gd name="connsiteY11" fmla="*/ 213965 h 402846"/>
                <a:gd name="connsiteX12" fmla="*/ 93202 w 341297"/>
                <a:gd name="connsiteY12" fmla="*/ 216537 h 402846"/>
                <a:gd name="connsiteX13" fmla="*/ 93202 w 341297"/>
                <a:gd name="connsiteY13" fmla="*/ 240921 h 402846"/>
                <a:gd name="connsiteX14" fmla="*/ 6429 w 341297"/>
                <a:gd name="connsiteY14" fmla="*/ 327694 h 402846"/>
                <a:gd name="connsiteX15" fmla="*/ 6429 w 341297"/>
                <a:gd name="connsiteY15" fmla="*/ 358841 h 402846"/>
                <a:gd name="connsiteX16" fmla="*/ 9001 w 341297"/>
                <a:gd name="connsiteY16" fmla="*/ 361412 h 402846"/>
                <a:gd name="connsiteX17" fmla="*/ 40148 w 341297"/>
                <a:gd name="connsiteY17" fmla="*/ 361412 h 402846"/>
                <a:gd name="connsiteX18" fmla="*/ 67199 w 341297"/>
                <a:gd name="connsiteY18" fmla="*/ 334361 h 402846"/>
                <a:gd name="connsiteX19" fmla="*/ 89868 w 341297"/>
                <a:gd name="connsiteY19" fmla="*/ 334361 h 402846"/>
                <a:gd name="connsiteX20" fmla="*/ 94155 w 341297"/>
                <a:gd name="connsiteY20" fmla="*/ 338648 h 402846"/>
                <a:gd name="connsiteX21" fmla="*/ 94155 w 341297"/>
                <a:gd name="connsiteY21" fmla="*/ 361317 h 402846"/>
                <a:gd name="connsiteX22" fmla="*/ 85011 w 341297"/>
                <a:gd name="connsiteY22" fmla="*/ 370461 h 402846"/>
                <a:gd name="connsiteX23" fmla="*/ 85011 w 341297"/>
                <a:gd name="connsiteY23" fmla="*/ 396845 h 402846"/>
                <a:gd name="connsiteX24" fmla="*/ 85582 w 341297"/>
                <a:gd name="connsiteY24" fmla="*/ 397417 h 402846"/>
                <a:gd name="connsiteX25" fmla="*/ 111966 w 341297"/>
                <a:gd name="connsiteY25" fmla="*/ 397417 h 402846"/>
                <a:gd name="connsiteX26" fmla="*/ 203025 w 341297"/>
                <a:gd name="connsiteY26" fmla="*/ 306358 h 402846"/>
                <a:gd name="connsiteX27" fmla="*/ 270367 w 341297"/>
                <a:gd name="connsiteY27" fmla="*/ 292928 h 402846"/>
                <a:gd name="connsiteX28" fmla="*/ 341233 w 341297"/>
                <a:gd name="connsiteY28" fmla="*/ 222062 h 402846"/>
                <a:gd name="connsiteX29" fmla="*/ 243411 w 341297"/>
                <a:gd name="connsiteY29" fmla="*/ 70328 h 40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41297" h="402846">
                  <a:moveTo>
                    <a:pt x="243316" y="70233"/>
                  </a:moveTo>
                  <a:cubicBezTo>
                    <a:pt x="217027" y="43944"/>
                    <a:pt x="188262" y="15179"/>
                    <a:pt x="188262" y="15179"/>
                  </a:cubicBezTo>
                  <a:cubicBezTo>
                    <a:pt x="176546" y="3463"/>
                    <a:pt x="163592" y="-2062"/>
                    <a:pt x="145018" y="701"/>
                  </a:cubicBezTo>
                  <a:cubicBezTo>
                    <a:pt x="126444" y="3558"/>
                    <a:pt x="96250" y="6892"/>
                    <a:pt x="85868" y="14607"/>
                  </a:cubicBezTo>
                  <a:cubicBezTo>
                    <a:pt x="75486" y="22227"/>
                    <a:pt x="66627" y="60899"/>
                    <a:pt x="66627" y="90140"/>
                  </a:cubicBezTo>
                  <a:cubicBezTo>
                    <a:pt x="66627" y="125478"/>
                    <a:pt x="65675" y="160625"/>
                    <a:pt x="58245" y="168055"/>
                  </a:cubicBezTo>
                  <a:lnTo>
                    <a:pt x="9763" y="216537"/>
                  </a:lnTo>
                  <a:cubicBezTo>
                    <a:pt x="3096" y="223205"/>
                    <a:pt x="3096" y="234158"/>
                    <a:pt x="9763" y="240826"/>
                  </a:cubicBezTo>
                  <a:lnTo>
                    <a:pt x="12430" y="243493"/>
                  </a:lnTo>
                  <a:cubicBezTo>
                    <a:pt x="19098" y="250160"/>
                    <a:pt x="30051" y="250160"/>
                    <a:pt x="36719" y="243493"/>
                  </a:cubicBezTo>
                  <a:lnTo>
                    <a:pt x="66246" y="213965"/>
                  </a:lnTo>
                  <a:cubicBezTo>
                    <a:pt x="73009" y="207203"/>
                    <a:pt x="83868" y="207203"/>
                    <a:pt x="90630" y="213965"/>
                  </a:cubicBezTo>
                  <a:lnTo>
                    <a:pt x="93202" y="216537"/>
                  </a:lnTo>
                  <a:cubicBezTo>
                    <a:pt x="99965" y="223300"/>
                    <a:pt x="99965" y="234158"/>
                    <a:pt x="93202" y="240921"/>
                  </a:cubicBezTo>
                  <a:lnTo>
                    <a:pt x="6429" y="327694"/>
                  </a:lnTo>
                  <a:cubicBezTo>
                    <a:pt x="-2143" y="336266"/>
                    <a:pt x="-2143" y="350268"/>
                    <a:pt x="6429" y="358841"/>
                  </a:cubicBezTo>
                  <a:lnTo>
                    <a:pt x="9001" y="361412"/>
                  </a:lnTo>
                  <a:cubicBezTo>
                    <a:pt x="17574" y="369985"/>
                    <a:pt x="31575" y="369985"/>
                    <a:pt x="40148" y="361412"/>
                  </a:cubicBezTo>
                  <a:lnTo>
                    <a:pt x="67199" y="334361"/>
                  </a:lnTo>
                  <a:cubicBezTo>
                    <a:pt x="73485" y="328075"/>
                    <a:pt x="83582" y="328075"/>
                    <a:pt x="89868" y="334361"/>
                  </a:cubicBezTo>
                  <a:lnTo>
                    <a:pt x="94155" y="338648"/>
                  </a:lnTo>
                  <a:cubicBezTo>
                    <a:pt x="100441" y="344934"/>
                    <a:pt x="100441" y="355031"/>
                    <a:pt x="94155" y="361317"/>
                  </a:cubicBezTo>
                  <a:lnTo>
                    <a:pt x="85011" y="370461"/>
                  </a:lnTo>
                  <a:cubicBezTo>
                    <a:pt x="77772" y="377700"/>
                    <a:pt x="77772" y="389511"/>
                    <a:pt x="85011" y="396845"/>
                  </a:cubicBezTo>
                  <a:lnTo>
                    <a:pt x="85582" y="397417"/>
                  </a:lnTo>
                  <a:cubicBezTo>
                    <a:pt x="92821" y="404656"/>
                    <a:pt x="104632" y="404656"/>
                    <a:pt x="111966" y="397417"/>
                  </a:cubicBezTo>
                  <a:lnTo>
                    <a:pt x="203025" y="306358"/>
                  </a:lnTo>
                  <a:cubicBezTo>
                    <a:pt x="218170" y="291213"/>
                    <a:pt x="249031" y="314168"/>
                    <a:pt x="270367" y="292928"/>
                  </a:cubicBezTo>
                  <a:cubicBezTo>
                    <a:pt x="291703" y="271687"/>
                    <a:pt x="341233" y="222062"/>
                    <a:pt x="341233" y="222062"/>
                  </a:cubicBezTo>
                  <a:cubicBezTo>
                    <a:pt x="341233" y="222062"/>
                    <a:pt x="347234" y="181009"/>
                    <a:pt x="243411" y="70328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4EC4F59A-EBB6-75B1-0500-3EC9038CF4B6}"/>
                </a:ext>
              </a:extLst>
            </p:cNvPr>
            <p:cNvSpPr/>
            <p:nvPr/>
          </p:nvSpPr>
          <p:spPr>
            <a:xfrm rot="-2700000">
              <a:off x="10609428" y="3780005"/>
              <a:ext cx="123825" cy="66675"/>
            </a:xfrm>
            <a:custGeom>
              <a:avLst/>
              <a:gdLst>
                <a:gd name="connsiteX0" fmla="*/ 97536 w 123825"/>
                <a:gd name="connsiteY0" fmla="*/ 0 h 66675"/>
                <a:gd name="connsiteX1" fmla="*/ 123825 w 123825"/>
                <a:gd name="connsiteY1" fmla="*/ 26289 h 66675"/>
                <a:gd name="connsiteX2" fmla="*/ 123825 w 123825"/>
                <a:gd name="connsiteY2" fmla="*/ 40386 h 66675"/>
                <a:gd name="connsiteX3" fmla="*/ 97536 w 123825"/>
                <a:gd name="connsiteY3" fmla="*/ 66675 h 66675"/>
                <a:gd name="connsiteX4" fmla="*/ 26289 w 123825"/>
                <a:gd name="connsiteY4" fmla="*/ 66675 h 66675"/>
                <a:gd name="connsiteX5" fmla="*/ 0 w 123825"/>
                <a:gd name="connsiteY5" fmla="*/ 40386 h 66675"/>
                <a:gd name="connsiteX6" fmla="*/ 0 w 123825"/>
                <a:gd name="connsiteY6" fmla="*/ 26289 h 66675"/>
                <a:gd name="connsiteX7" fmla="*/ 26289 w 123825"/>
                <a:gd name="connsiteY7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825" h="66675">
                  <a:moveTo>
                    <a:pt x="97536" y="0"/>
                  </a:moveTo>
                  <a:cubicBezTo>
                    <a:pt x="112055" y="0"/>
                    <a:pt x="123825" y="11770"/>
                    <a:pt x="123825" y="26289"/>
                  </a:cubicBezTo>
                  <a:lnTo>
                    <a:pt x="123825" y="40386"/>
                  </a:lnTo>
                  <a:cubicBezTo>
                    <a:pt x="123825" y="54905"/>
                    <a:pt x="112055" y="66675"/>
                    <a:pt x="97536" y="66675"/>
                  </a:cubicBezTo>
                  <a:lnTo>
                    <a:pt x="26289" y="66675"/>
                  </a:lnTo>
                  <a:cubicBezTo>
                    <a:pt x="11770" y="66675"/>
                    <a:pt x="0" y="54905"/>
                    <a:pt x="0" y="40386"/>
                  </a:cubicBezTo>
                  <a:lnTo>
                    <a:pt x="0" y="26289"/>
                  </a:lnTo>
                  <a:cubicBezTo>
                    <a:pt x="0" y="11770"/>
                    <a:pt x="11770" y="0"/>
                    <a:pt x="26289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0A506E1-E991-FA9C-8DD1-05A06C1D3222}"/>
                </a:ext>
              </a:extLst>
            </p:cNvPr>
            <p:cNvSpPr/>
            <p:nvPr/>
          </p:nvSpPr>
          <p:spPr>
            <a:xfrm rot="-2700000">
              <a:off x="10575706" y="3719253"/>
              <a:ext cx="123825" cy="66675"/>
            </a:xfrm>
            <a:custGeom>
              <a:avLst/>
              <a:gdLst>
                <a:gd name="connsiteX0" fmla="*/ 97536 w 123825"/>
                <a:gd name="connsiteY0" fmla="*/ 0 h 66675"/>
                <a:gd name="connsiteX1" fmla="*/ 123825 w 123825"/>
                <a:gd name="connsiteY1" fmla="*/ 26289 h 66675"/>
                <a:gd name="connsiteX2" fmla="*/ 123825 w 123825"/>
                <a:gd name="connsiteY2" fmla="*/ 40386 h 66675"/>
                <a:gd name="connsiteX3" fmla="*/ 97536 w 123825"/>
                <a:gd name="connsiteY3" fmla="*/ 66675 h 66675"/>
                <a:gd name="connsiteX4" fmla="*/ 26289 w 123825"/>
                <a:gd name="connsiteY4" fmla="*/ 66675 h 66675"/>
                <a:gd name="connsiteX5" fmla="*/ 0 w 123825"/>
                <a:gd name="connsiteY5" fmla="*/ 40386 h 66675"/>
                <a:gd name="connsiteX6" fmla="*/ 0 w 123825"/>
                <a:gd name="connsiteY6" fmla="*/ 26289 h 66675"/>
                <a:gd name="connsiteX7" fmla="*/ 26289 w 123825"/>
                <a:gd name="connsiteY7" fmla="*/ 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825" h="66675">
                  <a:moveTo>
                    <a:pt x="97536" y="0"/>
                  </a:moveTo>
                  <a:cubicBezTo>
                    <a:pt x="112055" y="0"/>
                    <a:pt x="123825" y="11770"/>
                    <a:pt x="123825" y="26289"/>
                  </a:cubicBezTo>
                  <a:lnTo>
                    <a:pt x="123825" y="40386"/>
                  </a:lnTo>
                  <a:cubicBezTo>
                    <a:pt x="123825" y="54905"/>
                    <a:pt x="112055" y="66675"/>
                    <a:pt x="97536" y="66675"/>
                  </a:cubicBezTo>
                  <a:lnTo>
                    <a:pt x="26289" y="66675"/>
                  </a:lnTo>
                  <a:cubicBezTo>
                    <a:pt x="11770" y="66675"/>
                    <a:pt x="0" y="54905"/>
                    <a:pt x="0" y="40386"/>
                  </a:cubicBezTo>
                  <a:lnTo>
                    <a:pt x="0" y="26289"/>
                  </a:lnTo>
                  <a:cubicBezTo>
                    <a:pt x="0" y="11770"/>
                    <a:pt x="11770" y="0"/>
                    <a:pt x="26289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ED517B6-B625-4D44-9FEB-9C3A9CC1FBD3}"/>
                </a:ext>
              </a:extLst>
            </p:cNvPr>
            <p:cNvSpPr/>
            <p:nvPr/>
          </p:nvSpPr>
          <p:spPr>
            <a:xfrm>
              <a:off x="10578795" y="3696309"/>
              <a:ext cx="115347" cy="112966"/>
            </a:xfrm>
            <a:custGeom>
              <a:avLst/>
              <a:gdLst>
                <a:gd name="connsiteX0" fmla="*/ 0 w 115347"/>
                <a:gd name="connsiteY0" fmla="*/ 85154 h 112966"/>
                <a:gd name="connsiteX1" fmla="*/ 20098 w 115347"/>
                <a:gd name="connsiteY1" fmla="*/ 105251 h 112966"/>
                <a:gd name="connsiteX2" fmla="*/ 57245 w 115347"/>
                <a:gd name="connsiteY2" fmla="*/ 105251 h 112966"/>
                <a:gd name="connsiteX3" fmla="*/ 107633 w 115347"/>
                <a:gd name="connsiteY3" fmla="*/ 54864 h 112966"/>
                <a:gd name="connsiteX4" fmla="*/ 107633 w 115347"/>
                <a:gd name="connsiteY4" fmla="*/ 17717 h 112966"/>
                <a:gd name="connsiteX5" fmla="*/ 97631 w 115347"/>
                <a:gd name="connsiteY5" fmla="*/ 7715 h 112966"/>
                <a:gd name="connsiteX6" fmla="*/ 60484 w 115347"/>
                <a:gd name="connsiteY6" fmla="*/ 7715 h 112966"/>
                <a:gd name="connsiteX7" fmla="*/ 27813 w 115347"/>
                <a:gd name="connsiteY7" fmla="*/ 38291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347" h="112966">
                  <a:moveTo>
                    <a:pt x="0" y="85154"/>
                  </a:moveTo>
                  <a:lnTo>
                    <a:pt x="20098" y="105251"/>
                  </a:lnTo>
                  <a:cubicBezTo>
                    <a:pt x="30385" y="115538"/>
                    <a:pt x="46958" y="115538"/>
                    <a:pt x="57245" y="105251"/>
                  </a:cubicBezTo>
                  <a:lnTo>
                    <a:pt x="107633" y="54864"/>
                  </a:lnTo>
                  <a:cubicBezTo>
                    <a:pt x="117920" y="44577"/>
                    <a:pt x="117920" y="28004"/>
                    <a:pt x="107633" y="17717"/>
                  </a:cubicBezTo>
                  <a:lnTo>
                    <a:pt x="97631" y="7715"/>
                  </a:lnTo>
                  <a:cubicBezTo>
                    <a:pt x="87344" y="-2572"/>
                    <a:pt x="70771" y="-2572"/>
                    <a:pt x="60484" y="7715"/>
                  </a:cubicBezTo>
                  <a:lnTo>
                    <a:pt x="27813" y="38291"/>
                  </a:lnTo>
                </a:path>
              </a:pathLst>
            </a:custGeom>
            <a:noFill/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F42CC27-F13F-AE68-4E02-41F4D007E091}"/>
                </a:ext>
              </a:extLst>
            </p:cNvPr>
            <p:cNvSpPr/>
            <p:nvPr/>
          </p:nvSpPr>
          <p:spPr>
            <a:xfrm>
              <a:off x="10242515" y="3902002"/>
              <a:ext cx="77533" cy="77533"/>
            </a:xfrm>
            <a:custGeom>
              <a:avLst/>
              <a:gdLst>
                <a:gd name="connsiteX0" fmla="*/ 71961 w 77533"/>
                <a:gd name="connsiteY0" fmla="*/ 5763 h 77533"/>
                <a:gd name="connsiteX1" fmla="*/ 71961 w 77533"/>
                <a:gd name="connsiteY1" fmla="*/ 32528 h 77533"/>
                <a:gd name="connsiteX2" fmla="*/ 32528 w 77533"/>
                <a:gd name="connsiteY2" fmla="*/ 71961 h 77533"/>
                <a:gd name="connsiteX3" fmla="*/ 5763 w 77533"/>
                <a:gd name="connsiteY3" fmla="*/ 71961 h 77533"/>
                <a:gd name="connsiteX4" fmla="*/ 5572 w 77533"/>
                <a:gd name="connsiteY4" fmla="*/ 71771 h 77533"/>
                <a:gd name="connsiteX5" fmla="*/ 5572 w 77533"/>
                <a:gd name="connsiteY5" fmla="*/ 45006 h 77533"/>
                <a:gd name="connsiteX6" fmla="*/ 45006 w 77533"/>
                <a:gd name="connsiteY6" fmla="*/ 5572 h 77533"/>
                <a:gd name="connsiteX7" fmla="*/ 71771 w 77533"/>
                <a:gd name="connsiteY7" fmla="*/ 5572 h 77533"/>
                <a:gd name="connsiteX8" fmla="*/ 71961 w 77533"/>
                <a:gd name="connsiteY8" fmla="*/ 5763 h 77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533" h="77533">
                  <a:moveTo>
                    <a:pt x="71961" y="5763"/>
                  </a:moveTo>
                  <a:cubicBezTo>
                    <a:pt x="79391" y="13192"/>
                    <a:pt x="79391" y="25098"/>
                    <a:pt x="71961" y="32528"/>
                  </a:cubicBezTo>
                  <a:lnTo>
                    <a:pt x="32528" y="71961"/>
                  </a:lnTo>
                  <a:cubicBezTo>
                    <a:pt x="25099" y="79391"/>
                    <a:pt x="13192" y="79391"/>
                    <a:pt x="5763" y="71961"/>
                  </a:cubicBezTo>
                  <a:lnTo>
                    <a:pt x="5572" y="71771"/>
                  </a:lnTo>
                  <a:cubicBezTo>
                    <a:pt x="-1857" y="64341"/>
                    <a:pt x="-1857" y="52435"/>
                    <a:pt x="5572" y="45006"/>
                  </a:cubicBezTo>
                  <a:lnTo>
                    <a:pt x="45006" y="5572"/>
                  </a:lnTo>
                  <a:cubicBezTo>
                    <a:pt x="52435" y="-1857"/>
                    <a:pt x="64341" y="-1857"/>
                    <a:pt x="71771" y="5572"/>
                  </a:cubicBezTo>
                  <a:lnTo>
                    <a:pt x="71961" y="5763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EB67169-5FD6-6644-5F6A-7E08E5DEA4CD}"/>
                </a:ext>
              </a:extLst>
            </p:cNvPr>
            <p:cNvSpPr/>
            <p:nvPr/>
          </p:nvSpPr>
          <p:spPr>
            <a:xfrm>
              <a:off x="10330241" y="3638649"/>
              <a:ext cx="341233" cy="402846"/>
            </a:xfrm>
            <a:custGeom>
              <a:avLst/>
              <a:gdLst>
                <a:gd name="connsiteX0" fmla="*/ 158163 w 341233"/>
                <a:gd name="connsiteY0" fmla="*/ 214061 h 402846"/>
                <a:gd name="connsiteX1" fmla="*/ 158829 w 341233"/>
                <a:gd name="connsiteY1" fmla="*/ 80044 h 402846"/>
                <a:gd name="connsiteX2" fmla="*/ 201596 w 341233"/>
                <a:gd name="connsiteY2" fmla="*/ 122811 h 402846"/>
                <a:gd name="connsiteX3" fmla="*/ 285988 w 341233"/>
                <a:gd name="connsiteY3" fmla="*/ 115001 h 402846"/>
                <a:gd name="connsiteX4" fmla="*/ 188262 w 341233"/>
                <a:gd name="connsiteY4" fmla="*/ 15179 h 402846"/>
                <a:gd name="connsiteX5" fmla="*/ 145018 w 341233"/>
                <a:gd name="connsiteY5" fmla="*/ 701 h 402846"/>
                <a:gd name="connsiteX6" fmla="*/ 85868 w 341233"/>
                <a:gd name="connsiteY6" fmla="*/ 14607 h 402846"/>
                <a:gd name="connsiteX7" fmla="*/ 66627 w 341233"/>
                <a:gd name="connsiteY7" fmla="*/ 90140 h 402846"/>
                <a:gd name="connsiteX8" fmla="*/ 58245 w 341233"/>
                <a:gd name="connsiteY8" fmla="*/ 168055 h 402846"/>
                <a:gd name="connsiteX9" fmla="*/ 9763 w 341233"/>
                <a:gd name="connsiteY9" fmla="*/ 216537 h 402846"/>
                <a:gd name="connsiteX10" fmla="*/ 9763 w 341233"/>
                <a:gd name="connsiteY10" fmla="*/ 240826 h 402846"/>
                <a:gd name="connsiteX11" fmla="*/ 12430 w 341233"/>
                <a:gd name="connsiteY11" fmla="*/ 243493 h 402846"/>
                <a:gd name="connsiteX12" fmla="*/ 36719 w 341233"/>
                <a:gd name="connsiteY12" fmla="*/ 243493 h 402846"/>
                <a:gd name="connsiteX13" fmla="*/ 66246 w 341233"/>
                <a:gd name="connsiteY13" fmla="*/ 213965 h 402846"/>
                <a:gd name="connsiteX14" fmla="*/ 90630 w 341233"/>
                <a:gd name="connsiteY14" fmla="*/ 213965 h 402846"/>
                <a:gd name="connsiteX15" fmla="*/ 93202 w 341233"/>
                <a:gd name="connsiteY15" fmla="*/ 216537 h 402846"/>
                <a:gd name="connsiteX16" fmla="*/ 93202 w 341233"/>
                <a:gd name="connsiteY16" fmla="*/ 240921 h 402846"/>
                <a:gd name="connsiteX17" fmla="*/ 6429 w 341233"/>
                <a:gd name="connsiteY17" fmla="*/ 327694 h 402846"/>
                <a:gd name="connsiteX18" fmla="*/ 6429 w 341233"/>
                <a:gd name="connsiteY18" fmla="*/ 358841 h 402846"/>
                <a:gd name="connsiteX19" fmla="*/ 9001 w 341233"/>
                <a:gd name="connsiteY19" fmla="*/ 361412 h 402846"/>
                <a:gd name="connsiteX20" fmla="*/ 40148 w 341233"/>
                <a:gd name="connsiteY20" fmla="*/ 361412 h 402846"/>
                <a:gd name="connsiteX21" fmla="*/ 67199 w 341233"/>
                <a:gd name="connsiteY21" fmla="*/ 334361 h 402846"/>
                <a:gd name="connsiteX22" fmla="*/ 89868 w 341233"/>
                <a:gd name="connsiteY22" fmla="*/ 334361 h 402846"/>
                <a:gd name="connsiteX23" fmla="*/ 94155 w 341233"/>
                <a:gd name="connsiteY23" fmla="*/ 338648 h 402846"/>
                <a:gd name="connsiteX24" fmla="*/ 94155 w 341233"/>
                <a:gd name="connsiteY24" fmla="*/ 361317 h 402846"/>
                <a:gd name="connsiteX25" fmla="*/ 85011 w 341233"/>
                <a:gd name="connsiteY25" fmla="*/ 370461 h 402846"/>
                <a:gd name="connsiteX26" fmla="*/ 85011 w 341233"/>
                <a:gd name="connsiteY26" fmla="*/ 396845 h 402846"/>
                <a:gd name="connsiteX27" fmla="*/ 85582 w 341233"/>
                <a:gd name="connsiteY27" fmla="*/ 397417 h 402846"/>
                <a:gd name="connsiteX28" fmla="*/ 111966 w 341233"/>
                <a:gd name="connsiteY28" fmla="*/ 397417 h 402846"/>
                <a:gd name="connsiteX29" fmla="*/ 203025 w 341233"/>
                <a:gd name="connsiteY29" fmla="*/ 306358 h 402846"/>
                <a:gd name="connsiteX30" fmla="*/ 270367 w 341233"/>
                <a:gd name="connsiteY30" fmla="*/ 292928 h 402846"/>
                <a:gd name="connsiteX31" fmla="*/ 341233 w 341233"/>
                <a:gd name="connsiteY31" fmla="*/ 222062 h 402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41233" h="402846">
                  <a:moveTo>
                    <a:pt x="158163" y="214061"/>
                  </a:moveTo>
                  <a:cubicBezTo>
                    <a:pt x="196072" y="176151"/>
                    <a:pt x="189690" y="110810"/>
                    <a:pt x="158829" y="80044"/>
                  </a:cubicBezTo>
                  <a:cubicBezTo>
                    <a:pt x="164544" y="85759"/>
                    <a:pt x="186547" y="107762"/>
                    <a:pt x="201596" y="122811"/>
                  </a:cubicBezTo>
                  <a:cubicBezTo>
                    <a:pt x="232172" y="153386"/>
                    <a:pt x="271701" y="140337"/>
                    <a:pt x="285988" y="115001"/>
                  </a:cubicBezTo>
                  <a:cubicBezTo>
                    <a:pt x="276368" y="105380"/>
                    <a:pt x="188262" y="15179"/>
                    <a:pt x="188262" y="15179"/>
                  </a:cubicBezTo>
                  <a:cubicBezTo>
                    <a:pt x="176546" y="3463"/>
                    <a:pt x="163592" y="-2062"/>
                    <a:pt x="145018" y="701"/>
                  </a:cubicBezTo>
                  <a:cubicBezTo>
                    <a:pt x="126444" y="3463"/>
                    <a:pt x="96250" y="6892"/>
                    <a:pt x="85868" y="14607"/>
                  </a:cubicBezTo>
                  <a:cubicBezTo>
                    <a:pt x="75486" y="22227"/>
                    <a:pt x="66627" y="60899"/>
                    <a:pt x="66627" y="90140"/>
                  </a:cubicBezTo>
                  <a:cubicBezTo>
                    <a:pt x="66627" y="125478"/>
                    <a:pt x="65675" y="160625"/>
                    <a:pt x="58245" y="168055"/>
                  </a:cubicBezTo>
                  <a:lnTo>
                    <a:pt x="9763" y="216537"/>
                  </a:lnTo>
                  <a:cubicBezTo>
                    <a:pt x="3096" y="223205"/>
                    <a:pt x="3096" y="234158"/>
                    <a:pt x="9763" y="240826"/>
                  </a:cubicBezTo>
                  <a:lnTo>
                    <a:pt x="12430" y="243493"/>
                  </a:lnTo>
                  <a:cubicBezTo>
                    <a:pt x="19097" y="250160"/>
                    <a:pt x="30051" y="250160"/>
                    <a:pt x="36719" y="243493"/>
                  </a:cubicBezTo>
                  <a:lnTo>
                    <a:pt x="66246" y="213965"/>
                  </a:lnTo>
                  <a:cubicBezTo>
                    <a:pt x="73009" y="207203"/>
                    <a:pt x="83868" y="207203"/>
                    <a:pt x="90630" y="213965"/>
                  </a:cubicBezTo>
                  <a:lnTo>
                    <a:pt x="93202" y="216537"/>
                  </a:lnTo>
                  <a:cubicBezTo>
                    <a:pt x="99965" y="223300"/>
                    <a:pt x="99965" y="234158"/>
                    <a:pt x="93202" y="240921"/>
                  </a:cubicBezTo>
                  <a:lnTo>
                    <a:pt x="6429" y="327694"/>
                  </a:lnTo>
                  <a:cubicBezTo>
                    <a:pt x="-2143" y="336266"/>
                    <a:pt x="-2143" y="350268"/>
                    <a:pt x="6429" y="358841"/>
                  </a:cubicBezTo>
                  <a:lnTo>
                    <a:pt x="9001" y="361412"/>
                  </a:lnTo>
                  <a:cubicBezTo>
                    <a:pt x="17573" y="369985"/>
                    <a:pt x="31575" y="369985"/>
                    <a:pt x="40148" y="361412"/>
                  </a:cubicBezTo>
                  <a:lnTo>
                    <a:pt x="67199" y="334361"/>
                  </a:lnTo>
                  <a:cubicBezTo>
                    <a:pt x="73485" y="328075"/>
                    <a:pt x="83582" y="328075"/>
                    <a:pt x="89868" y="334361"/>
                  </a:cubicBezTo>
                  <a:lnTo>
                    <a:pt x="94155" y="338648"/>
                  </a:lnTo>
                  <a:cubicBezTo>
                    <a:pt x="100441" y="344934"/>
                    <a:pt x="100441" y="355030"/>
                    <a:pt x="94155" y="361317"/>
                  </a:cubicBezTo>
                  <a:lnTo>
                    <a:pt x="85011" y="370461"/>
                  </a:lnTo>
                  <a:cubicBezTo>
                    <a:pt x="77771" y="377700"/>
                    <a:pt x="77771" y="389511"/>
                    <a:pt x="85011" y="396845"/>
                  </a:cubicBezTo>
                  <a:lnTo>
                    <a:pt x="85582" y="397417"/>
                  </a:lnTo>
                  <a:cubicBezTo>
                    <a:pt x="92821" y="404656"/>
                    <a:pt x="104632" y="404656"/>
                    <a:pt x="111966" y="397417"/>
                  </a:cubicBezTo>
                  <a:lnTo>
                    <a:pt x="203025" y="306358"/>
                  </a:lnTo>
                  <a:cubicBezTo>
                    <a:pt x="218170" y="291213"/>
                    <a:pt x="249031" y="314168"/>
                    <a:pt x="270367" y="292928"/>
                  </a:cubicBezTo>
                  <a:cubicBezTo>
                    <a:pt x="291703" y="271592"/>
                    <a:pt x="341233" y="222062"/>
                    <a:pt x="341233" y="222062"/>
                  </a:cubicBezTo>
                </a:path>
              </a:pathLst>
            </a:custGeom>
            <a:noFill/>
            <a:ln w="19050" cap="flat">
              <a:solidFill>
                <a:srgbClr val="2A508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3AEEF13-BA31-4374-75AE-9169E1EE0A8F}"/>
              </a:ext>
            </a:extLst>
          </p:cNvPr>
          <p:cNvCxnSpPr>
            <a:cxnSpLocks/>
          </p:cNvCxnSpPr>
          <p:nvPr/>
        </p:nvCxnSpPr>
        <p:spPr>
          <a:xfrm>
            <a:off x="7158558" y="1620219"/>
            <a:ext cx="4159950" cy="0"/>
          </a:xfrm>
          <a:prstGeom prst="line">
            <a:avLst/>
          </a:prstGeom>
          <a:ln w="28575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9BD386B1-0F35-8031-C296-ED823CE1BC55}"/>
              </a:ext>
            </a:extLst>
          </p:cNvPr>
          <p:cNvSpPr/>
          <p:nvPr/>
        </p:nvSpPr>
        <p:spPr>
          <a:xfrm rot="10800000" flipH="1">
            <a:off x="6877179" y="1343544"/>
            <a:ext cx="215444" cy="215444"/>
          </a:xfrm>
          <a:prstGeom prst="ellipse">
            <a:avLst/>
          </a:prstGeom>
          <a:solidFill>
            <a:schemeClr val="accent2">
              <a:lumMod val="40000"/>
              <a:lumOff val="60000"/>
              <a:alpha val="6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F2F336-E71E-ADBE-0040-9D00E152A959}"/>
              </a:ext>
            </a:extLst>
          </p:cNvPr>
          <p:cNvCxnSpPr>
            <a:cxnSpLocks/>
          </p:cNvCxnSpPr>
          <p:nvPr/>
        </p:nvCxnSpPr>
        <p:spPr>
          <a:xfrm>
            <a:off x="5769274" y="1455195"/>
            <a:ext cx="1195397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2F7D0E9-9C89-0C58-B81D-E629C857E15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9274" y="1455195"/>
            <a:ext cx="0" cy="486067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CustomIcon">
            <a:extLst>
              <a:ext uri="{FF2B5EF4-FFF2-40B4-BE49-F238E27FC236}">
                <a16:creationId xmlns:a16="http://schemas.microsoft.com/office/drawing/2014/main" id="{069AB736-EA32-5F72-4BB2-A32A3B54CE70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435515" y="1747433"/>
            <a:ext cx="648000" cy="648000"/>
            <a:chOff x="438344" y="1815184"/>
            <a:chExt cx="1019810" cy="1019810"/>
          </a:xfrm>
          <a:solidFill>
            <a:schemeClr val="bg2"/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3EA7918-484C-3B78-51F7-F367C30543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8344" y="1815184"/>
              <a:ext cx="1019810" cy="1019810"/>
            </a:xfrm>
            <a:prstGeom prst="ellipse">
              <a:avLst/>
            </a:prstGeom>
            <a:grpFill/>
            <a:ln w="28575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39" name="Graphic1947387033">
              <a:extLst>
                <a:ext uri="{FF2B5EF4-FFF2-40B4-BE49-F238E27FC236}">
                  <a16:creationId xmlns:a16="http://schemas.microsoft.com/office/drawing/2014/main" id="{2A33E49C-5C0A-BF75-4396-BCE3AFCA8FE9}"/>
                </a:ext>
              </a:extLst>
            </p:cNvPr>
            <p:cNvPicPr>
              <a:picLocks/>
            </p:cNvPicPr>
            <p:nvPr>
              <p:custDataLst>
                <p:tags r:id="rId7"/>
              </p:custDataLst>
            </p:nvPr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43449" y="2020289"/>
              <a:ext cx="670560" cy="609600"/>
            </a:xfrm>
            <a:prstGeom prst="rect">
              <a:avLst/>
            </a:prstGeom>
          </p:spPr>
        </p:pic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9C944BA4-5FE9-B8E5-598A-103CC33BC9C2}"/>
              </a:ext>
            </a:extLst>
          </p:cNvPr>
          <p:cNvSpPr/>
          <p:nvPr/>
        </p:nvSpPr>
        <p:spPr>
          <a:xfrm rot="10800000" flipH="1">
            <a:off x="4565531" y="1343545"/>
            <a:ext cx="215444" cy="215444"/>
          </a:xfrm>
          <a:prstGeom prst="ellipse">
            <a:avLst/>
          </a:prstGeom>
          <a:solidFill>
            <a:schemeClr val="accent2">
              <a:lumMod val="40000"/>
              <a:lumOff val="60000"/>
              <a:alpha val="6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F43477F-0D11-0400-C315-839E6A1D561B}"/>
              </a:ext>
            </a:extLst>
          </p:cNvPr>
          <p:cNvCxnSpPr>
            <a:cxnSpLocks/>
          </p:cNvCxnSpPr>
          <p:nvPr/>
        </p:nvCxnSpPr>
        <p:spPr>
          <a:xfrm flipH="1">
            <a:off x="4682679" y="1455195"/>
            <a:ext cx="1040938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46">
            <a:extLst>
              <a:ext uri="{FF2B5EF4-FFF2-40B4-BE49-F238E27FC236}">
                <a16:creationId xmlns:a16="http://schemas.microsoft.com/office/drawing/2014/main" id="{70F59455-0132-6794-C6E0-F0EDC7760867}"/>
              </a:ext>
            </a:extLst>
          </p:cNvPr>
          <p:cNvSpPr txBox="1">
            <a:spLocks/>
          </p:cNvSpPr>
          <p:nvPr/>
        </p:nvSpPr>
        <p:spPr>
          <a:xfrm>
            <a:off x="7292191" y="3432856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450</a:t>
            </a:r>
          </a:p>
        </p:txBody>
      </p:sp>
      <p:sp>
        <p:nvSpPr>
          <p:cNvPr id="14" name="2. Slide Title">
            <a:extLst>
              <a:ext uri="{FF2B5EF4-FFF2-40B4-BE49-F238E27FC236}">
                <a16:creationId xmlns:a16="http://schemas.microsoft.com/office/drawing/2014/main" id="{C0B2D3CF-441F-B855-8426-015E424EBED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77965" y="-822801"/>
            <a:ext cx="10201275" cy="135421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s-CO" sz="2200" dirty="0"/>
              <a:t/>
            </a:r>
            <a:br>
              <a:rPr lang="es-CO" sz="2200" dirty="0"/>
            </a:br>
            <a:r>
              <a:rPr lang="es-CO" sz="2200" dirty="0"/>
              <a:t/>
            </a:r>
            <a:br>
              <a:rPr lang="es-CO" sz="2200" dirty="0"/>
            </a:br>
            <a:r>
              <a:rPr lang="es-CO" sz="2200" dirty="0"/>
              <a:t/>
            </a:r>
            <a:br>
              <a:rPr lang="es-CO" sz="2200" dirty="0"/>
            </a:br>
            <a:r>
              <a:rPr lang="es-CO" sz="2200" dirty="0"/>
              <a:t>Iniciativas de la Trasformación en Prevención según objetivos a lograr</a:t>
            </a:r>
          </a:p>
        </p:txBody>
      </p:sp>
      <p:sp>
        <p:nvSpPr>
          <p:cNvPr id="2" name="Rectangle: Rounded Corners 105">
            <a:extLst>
              <a:ext uri="{FF2B5EF4-FFF2-40B4-BE49-F238E27FC236}">
                <a16:creationId xmlns:a16="http://schemas.microsoft.com/office/drawing/2014/main" id="{966E8E88-AE23-F27C-AB5B-1FEA472A6730}"/>
              </a:ext>
            </a:extLst>
          </p:cNvPr>
          <p:cNvSpPr/>
          <p:nvPr/>
        </p:nvSpPr>
        <p:spPr>
          <a:xfrm>
            <a:off x="7292191" y="5929708"/>
            <a:ext cx="449907" cy="321318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: Rounded Corners 118">
            <a:extLst>
              <a:ext uri="{FF2B5EF4-FFF2-40B4-BE49-F238E27FC236}">
                <a16:creationId xmlns:a16="http://schemas.microsoft.com/office/drawing/2014/main" id="{CE2101A4-36EF-7484-BB00-4B689CE37BC1}"/>
              </a:ext>
            </a:extLst>
          </p:cNvPr>
          <p:cNvSpPr/>
          <p:nvPr/>
        </p:nvSpPr>
        <p:spPr>
          <a:xfrm>
            <a:off x="3926803" y="5976117"/>
            <a:ext cx="357893" cy="314131"/>
          </a:xfrm>
          <a:prstGeom prst="roundRect">
            <a:avLst/>
          </a:prstGeom>
          <a:solidFill>
            <a:srgbClr val="E6E6E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119">
            <a:extLst>
              <a:ext uri="{FF2B5EF4-FFF2-40B4-BE49-F238E27FC236}">
                <a16:creationId xmlns:a16="http://schemas.microsoft.com/office/drawing/2014/main" id="{6327272D-16A5-7C7F-7FEA-07B736DEFD31}"/>
              </a:ext>
            </a:extLst>
          </p:cNvPr>
          <p:cNvSpPr txBox="1">
            <a:spLocks/>
          </p:cNvSpPr>
          <p:nvPr/>
        </p:nvSpPr>
        <p:spPr>
          <a:xfrm>
            <a:off x="3926803" y="6065144"/>
            <a:ext cx="44990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410</a:t>
            </a:r>
          </a:p>
        </p:txBody>
      </p:sp>
      <p:sp>
        <p:nvSpPr>
          <p:cNvPr id="11" name="TextBox 106">
            <a:extLst>
              <a:ext uri="{FF2B5EF4-FFF2-40B4-BE49-F238E27FC236}">
                <a16:creationId xmlns:a16="http://schemas.microsoft.com/office/drawing/2014/main" id="{89759B64-DDD1-DFBC-02FA-FC323B68D605}"/>
              </a:ext>
            </a:extLst>
          </p:cNvPr>
          <p:cNvSpPr txBox="1">
            <a:spLocks/>
          </p:cNvSpPr>
          <p:nvPr/>
        </p:nvSpPr>
        <p:spPr>
          <a:xfrm rot="10800000" flipH="1" flipV="1">
            <a:off x="7343787" y="6035119"/>
            <a:ext cx="356108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2646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A126CF-1FA7-BC53-A57A-653DE9039A31}"/>
              </a:ext>
            </a:extLst>
          </p:cNvPr>
          <p:cNvSpPr txBox="1"/>
          <p:nvPr/>
        </p:nvSpPr>
        <p:spPr>
          <a:xfrm>
            <a:off x="676894" y="5881472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s-CO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B15C46A-3F5B-802D-7B65-4C6E8D7AD296}"/>
              </a:ext>
            </a:extLst>
          </p:cNvPr>
          <p:cNvSpPr txBox="1"/>
          <p:nvPr/>
        </p:nvSpPr>
        <p:spPr>
          <a:xfrm>
            <a:off x="4617840" y="5616429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chemeClr val="accent2"/>
                </a:solidFill>
              </a:rPr>
              <a:t>Micro y pequeña empresa</a:t>
            </a:r>
            <a:endParaRPr lang="es-CO" b="1" dirty="0">
              <a:solidFill>
                <a:schemeClr val="accent2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7EC5EBB-36E7-F92C-2583-283D8A040DC9}"/>
              </a:ext>
            </a:extLst>
          </p:cNvPr>
          <p:cNvSpPr txBox="1"/>
          <p:nvPr/>
        </p:nvSpPr>
        <p:spPr>
          <a:xfrm>
            <a:off x="4441431" y="959324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s-ES" b="1" dirty="0">
                <a:solidFill>
                  <a:schemeClr val="accent2"/>
                </a:solidFill>
              </a:rPr>
              <a:t>Gran y Mediana Empresa</a:t>
            </a:r>
            <a:endParaRPr lang="es-CO" b="1" dirty="0">
              <a:solidFill>
                <a:schemeClr val="accent2"/>
              </a:solidFill>
            </a:endParaRPr>
          </a:p>
        </p:txBody>
      </p:sp>
      <p:cxnSp>
        <p:nvCxnSpPr>
          <p:cNvPr id="18" name="Straight Connector 70">
            <a:extLst>
              <a:ext uri="{FF2B5EF4-FFF2-40B4-BE49-F238E27FC236}">
                <a16:creationId xmlns:a16="http://schemas.microsoft.com/office/drawing/2014/main" id="{5F6444F4-3622-312C-3A29-00C27F232A11}"/>
              </a:ext>
            </a:extLst>
          </p:cNvPr>
          <p:cNvCxnSpPr>
            <a:cxnSpLocks/>
          </p:cNvCxnSpPr>
          <p:nvPr/>
        </p:nvCxnSpPr>
        <p:spPr>
          <a:xfrm flipH="1">
            <a:off x="4855868" y="6157816"/>
            <a:ext cx="1040938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52">
            <a:extLst>
              <a:ext uri="{FF2B5EF4-FFF2-40B4-BE49-F238E27FC236}">
                <a16:creationId xmlns:a16="http://schemas.microsoft.com/office/drawing/2014/main" id="{15D7A62A-15F2-FC58-7F71-DC10489E6279}"/>
              </a:ext>
            </a:extLst>
          </p:cNvPr>
          <p:cNvCxnSpPr>
            <a:cxnSpLocks/>
          </p:cNvCxnSpPr>
          <p:nvPr/>
        </p:nvCxnSpPr>
        <p:spPr>
          <a:xfrm>
            <a:off x="5694624" y="6157820"/>
            <a:ext cx="1195397" cy="0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56">
            <a:extLst>
              <a:ext uri="{FF2B5EF4-FFF2-40B4-BE49-F238E27FC236}">
                <a16:creationId xmlns:a16="http://schemas.microsoft.com/office/drawing/2014/main" id="{BFF819DF-342D-4B94-31DB-2445EC50AE31}"/>
              </a:ext>
            </a:extLst>
          </p:cNvPr>
          <p:cNvCxnSpPr>
            <a:cxnSpLocks/>
          </p:cNvCxnSpPr>
          <p:nvPr/>
        </p:nvCxnSpPr>
        <p:spPr>
          <a:xfrm>
            <a:off x="5800945" y="5926978"/>
            <a:ext cx="2061" cy="243264"/>
          </a:xfrm>
          <a:prstGeom prst="line">
            <a:avLst/>
          </a:prstGeom>
          <a:ln w="19050" cap="flat">
            <a:solidFill>
              <a:schemeClr val="accent2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07105C-D33A-C204-E0FD-830F51C1E386}"/>
              </a:ext>
            </a:extLst>
          </p:cNvPr>
          <p:cNvSpPr/>
          <p:nvPr/>
        </p:nvSpPr>
        <p:spPr>
          <a:xfrm>
            <a:off x="9581223" y="748231"/>
            <a:ext cx="143309" cy="123135"/>
          </a:xfrm>
          <a:prstGeom prst="roundRect">
            <a:avLst/>
          </a:prstGeom>
          <a:solidFill>
            <a:schemeClr val="accent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1DF95-145E-B4FE-4F9E-E08B2CE38FC6}"/>
              </a:ext>
            </a:extLst>
          </p:cNvPr>
          <p:cNvSpPr txBox="1"/>
          <p:nvPr/>
        </p:nvSpPr>
        <p:spPr>
          <a:xfrm>
            <a:off x="9801358" y="749982"/>
            <a:ext cx="81686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800" i="1" dirty="0"/>
              <a:t>A presentar hoy</a:t>
            </a:r>
          </a:p>
        </p:txBody>
      </p:sp>
    </p:spTree>
    <p:extLst>
      <p:ext uri="{BB962C8B-B14F-4D97-AF65-F5344CB8AC3E}">
        <p14:creationId xmlns:p14="http://schemas.microsoft.com/office/powerpoint/2010/main" val="313387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E70E417-A9CB-80F2-B046-331CA3C7A61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9105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think-cell Slide" r:id="rId6" imgW="404" imgH="403" progId="TCLayout.ActiveDocument.1">
                  <p:embed/>
                </p:oleObj>
              </mc:Choice>
              <mc:Fallback>
                <p:oleObj name="think-cell Slide" r:id="rId6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70E417-A9CB-80F2-B046-331CA3C7A6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0DE22354-D3B8-1B45-F5E6-49C2C6B3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354824"/>
            <a:ext cx="4549926" cy="430887"/>
          </a:xfrm>
        </p:spPr>
        <p:txBody>
          <a:bodyPr vert="horz">
            <a:spAutoFit/>
          </a:bodyPr>
          <a:lstStyle/>
          <a:p>
            <a:r>
              <a:rPr lang="es-CO" sz="2800" dirty="0"/>
              <a:t>Objetivo del tablero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0E0BF7-2ACD-AE5A-479D-B5E262D0E4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A8D03-C0B1-236E-39D6-61EE277BC7F8}"/>
              </a:ext>
            </a:extLst>
          </p:cNvPr>
          <p:cNvSpPr txBox="1"/>
          <p:nvPr/>
        </p:nvSpPr>
        <p:spPr>
          <a:xfrm>
            <a:off x="892791" y="1958622"/>
            <a:ext cx="500198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800" dirty="0"/>
              <a:t>Implementar un modelo predictivo y preventivo de accidentes de trabajo que permita medir la eficacia de la gestión en prevención, logrando cumplir la oferta de valor e intervenir el riesgo de manera efectiva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74B829-3952-A1F5-9307-28C003DAF00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60366">
            <a:off x="6335315" y="2219552"/>
            <a:ext cx="6220917" cy="4527260"/>
          </a:xfrm>
          <a:prstGeom prst="rect">
            <a:avLst/>
          </a:prstGeom>
        </p:spPr>
      </p:pic>
      <p:sp>
        <p:nvSpPr>
          <p:cNvPr id="10" name="Title 7">
            <a:extLst>
              <a:ext uri="{FF2B5EF4-FFF2-40B4-BE49-F238E27FC236}">
                <a16:creationId xmlns:a16="http://schemas.microsoft.com/office/drawing/2014/main" id="{E9D7B333-05A1-50CA-1491-9D4E2B2B3088}"/>
              </a:ext>
            </a:extLst>
          </p:cNvPr>
          <p:cNvSpPr txBox="1">
            <a:spLocks/>
          </p:cNvSpPr>
          <p:nvPr/>
        </p:nvSpPr>
        <p:spPr>
          <a:xfrm>
            <a:off x="892791" y="3794808"/>
            <a:ext cx="4549926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 dirty="0"/>
              <a:t>Objetivo de la sesión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60E6B2-204E-7998-2B65-6DEFFC6FA913}"/>
              </a:ext>
            </a:extLst>
          </p:cNvPr>
          <p:cNvSpPr txBox="1"/>
          <p:nvPr/>
        </p:nvSpPr>
        <p:spPr>
          <a:xfrm>
            <a:off x="892791" y="4398606"/>
            <a:ext cx="5001982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800" dirty="0"/>
              <a:t>Presentar el tablero a los DIS seleccionados (con empresas críticas AT y con pronóstico de accidentes)</a:t>
            </a:r>
            <a:r>
              <a:rPr lang="es-CO" sz="1800" baseline="30000" dirty="0"/>
              <a:t>1</a:t>
            </a:r>
            <a:r>
              <a:rPr lang="es-CO" sz="1800" dirty="0"/>
              <a:t> para ser los primeros en usar el tablero como fuente de información para las acciones de prevención </a:t>
            </a:r>
          </a:p>
        </p:txBody>
      </p:sp>
      <p:sp>
        <p:nvSpPr>
          <p:cNvPr id="2" name="4. Footnote">
            <a:extLst>
              <a:ext uri="{FF2B5EF4-FFF2-40B4-BE49-F238E27FC236}">
                <a16:creationId xmlns:a16="http://schemas.microsoft.com/office/drawing/2014/main" id="{BC110996-A8E8-EB02-430B-DE0244C67F0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CO"/>
              <a:t>1.	El listado de empresas seleccionadas será compartida al final de la sesión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9371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31" hidden="1"/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86492887"/>
              </p:ext>
            </p:extLst>
          </p:nvPr>
        </p:nvGraphicFramePr>
        <p:xfrm>
          <a:off x="1526162" y="1824"/>
          <a:ext cx="161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32" name="Object 31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26162" y="1824"/>
                        <a:ext cx="161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 hidden="1">
            <a:extLst>
              <a:ext uri="{FF2B5EF4-FFF2-40B4-BE49-F238E27FC236}">
                <a16:creationId xmlns:a16="http://schemas.microsoft.com/office/drawing/2014/main" id="{CA2EE28B-DB77-4968-9C9D-B0655E1B00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CO" sz="2500" b="1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186626"/>
            <a:ext cx="7915221" cy="12926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CO" sz="2800" dirty="0">
                <a:solidFill>
                  <a:srgbClr val="000000"/>
                </a:solidFill>
              </a:rPr>
              <a:t>Desarrollamos un modelo analítico para pronosticar los accidentes por mes, empresa, actividad económica y regional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AFB425-8099-41D1-87B4-B5C7164B495F}"/>
              </a:ext>
            </a:extLst>
          </p:cNvPr>
          <p:cNvSpPr txBox="1">
            <a:spLocks/>
          </p:cNvSpPr>
          <p:nvPr/>
        </p:nvSpPr>
        <p:spPr>
          <a:xfrm>
            <a:off x="656519" y="2837408"/>
            <a:ext cx="1922454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s-CO" sz="2000" b="1">
                <a:solidFill>
                  <a:schemeClr val="tx2"/>
                </a:solidFill>
              </a:rPr>
              <a:t>Base de datos</a:t>
            </a:r>
            <a:endParaRPr lang="es-CO" sz="2000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1CC82-6CD3-42F9-8778-D807AA22F8AE}"/>
              </a:ext>
            </a:extLst>
          </p:cNvPr>
          <p:cNvSpPr txBox="1">
            <a:spLocks/>
          </p:cNvSpPr>
          <p:nvPr/>
        </p:nvSpPr>
        <p:spPr>
          <a:xfrm>
            <a:off x="656519" y="3517098"/>
            <a:ext cx="2025450" cy="12926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s-CO" sz="1400" dirty="0">
                <a:solidFill>
                  <a:schemeClr val="tx2"/>
                </a:solidFill>
                <a:cs typeface="+mn-cs"/>
              </a:rPr>
              <a:t>Se consideraron las bases de dato con el histórico de accidentes accidente desde febrero 1991 hasta diciembre 2023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FD2629-A29A-4520-AFD5-D992A0C835CD}"/>
              </a:ext>
            </a:extLst>
          </p:cNvPr>
          <p:cNvSpPr txBox="1">
            <a:spLocks/>
          </p:cNvSpPr>
          <p:nvPr/>
        </p:nvSpPr>
        <p:spPr>
          <a:xfrm>
            <a:off x="3603145" y="2837408"/>
            <a:ext cx="1752761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s-CO" sz="2000" b="1">
                <a:solidFill>
                  <a:schemeClr val="tx2"/>
                </a:solidFill>
              </a:rPr>
              <a:t>Variables</a:t>
            </a:r>
            <a:endParaRPr lang="es-CO" sz="2000" b="1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247EDB-AE8B-4DBB-86CF-F47494347260}"/>
              </a:ext>
            </a:extLst>
          </p:cNvPr>
          <p:cNvSpPr txBox="1">
            <a:spLocks/>
          </p:cNvSpPr>
          <p:nvPr/>
        </p:nvSpPr>
        <p:spPr>
          <a:xfrm>
            <a:off x="3603144" y="3517098"/>
            <a:ext cx="2192875" cy="10772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s-CO" sz="1400" dirty="0">
                <a:solidFill>
                  <a:schemeClr val="tx2"/>
                </a:solidFill>
                <a:cs typeface="+mn-cs"/>
              </a:rPr>
              <a:t>Se tomaron 6 variables claves para predecir accidentes: identificación, sede, accidente, empresas, trabajador y fechas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762681B-AFDE-40EB-9204-0A7D99ED63C8}"/>
              </a:ext>
            </a:extLst>
          </p:cNvPr>
          <p:cNvSpPr txBox="1">
            <a:spLocks/>
          </p:cNvSpPr>
          <p:nvPr/>
        </p:nvSpPr>
        <p:spPr>
          <a:xfrm>
            <a:off x="6549773" y="2837408"/>
            <a:ext cx="1752761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marL="0" lvl="0" indent="0" defTabSz="895350" eaLnBrk="1" latinLnBrk="0" hangingPunct="1">
              <a:buClr>
                <a:schemeClr val="tx2"/>
              </a:buClr>
              <a:buSzPct val="100000"/>
              <a:defRPr sz="1400" baseline="0">
                <a:latin typeface="+mn-lt"/>
              </a:defRPr>
            </a:lvl1pPr>
            <a:lvl2pPr marL="193675" lvl="1" indent="-192088" defTabSz="89535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sz="1400" baseline="0">
                <a:latin typeface="+mn-lt"/>
              </a:defRPr>
            </a:lvl2pPr>
            <a:lvl3pPr marL="457200" lvl="2" indent="-261938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sz="1400" baseline="0">
                <a:latin typeface="+mn-lt"/>
              </a:defRPr>
            </a:lvl3pPr>
            <a:lvl4pPr marL="614363" lvl="3" indent="-155575" defTabSz="89535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sz="1400" baseline="0">
                <a:latin typeface="+mn-lt"/>
              </a:defRPr>
            </a:lvl4pPr>
            <a:lvl5pPr marL="749808" lvl="4" indent="-130175" defTabSz="89535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sz="1400" baseline="0">
                <a:latin typeface="+mn-lt"/>
              </a:defRPr>
            </a:lvl5pPr>
            <a:lvl6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6pPr>
            <a:lvl7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7pPr>
            <a:lvl8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8pPr>
            <a:lvl9pPr marL="749808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baseline="0">
                <a:latin typeface="+mn-lt"/>
              </a:defRPr>
            </a:lvl9pPr>
          </a:lstStyle>
          <a:p>
            <a:r>
              <a:rPr lang="es-CO" sz="2000" b="1">
                <a:solidFill>
                  <a:schemeClr val="tx2"/>
                </a:solidFill>
              </a:rPr>
              <a:t>Modelos</a:t>
            </a:r>
            <a:endParaRPr lang="es-CO" sz="2000" b="1" dirty="0">
              <a:solidFill>
                <a:schemeClr val="tx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D011EF-9C44-461F-A1EA-D62338F2F5C7}"/>
              </a:ext>
            </a:extLst>
          </p:cNvPr>
          <p:cNvSpPr txBox="1">
            <a:spLocks/>
          </p:cNvSpPr>
          <p:nvPr/>
        </p:nvSpPr>
        <p:spPr>
          <a:xfrm>
            <a:off x="6549773" y="3517098"/>
            <a:ext cx="2025450" cy="136960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s-CO" sz="1400" dirty="0">
                <a:solidFill>
                  <a:schemeClr val="tx2"/>
                </a:solidFill>
                <a:cs typeface="+mn-cs"/>
              </a:rPr>
              <a:t>Se eligieron los dos modelos con mayor porcentaje de precisión en los pronósticos</a:t>
            </a:r>
          </a:p>
          <a:p>
            <a:pPr lvl="1">
              <a:buClr>
                <a:schemeClr val="tx2"/>
              </a:buClr>
            </a:pPr>
            <a:r>
              <a:rPr lang="es-CO" sz="1400" dirty="0" err="1">
                <a:solidFill>
                  <a:schemeClr val="tx2"/>
                </a:solidFill>
                <a:cs typeface="+mn-cs"/>
              </a:rPr>
              <a:t>Random</a:t>
            </a:r>
            <a:r>
              <a:rPr lang="es-CO" sz="1400" dirty="0">
                <a:solidFill>
                  <a:schemeClr val="tx2"/>
                </a:solidFill>
                <a:cs typeface="+mn-cs"/>
              </a:rPr>
              <a:t> Forest</a:t>
            </a:r>
          </a:p>
          <a:p>
            <a:pPr lvl="1">
              <a:buClr>
                <a:schemeClr val="tx2"/>
              </a:buClr>
            </a:pPr>
            <a:r>
              <a:rPr lang="es-CO" sz="1400" dirty="0" err="1">
                <a:solidFill>
                  <a:schemeClr val="tx2"/>
                </a:solidFill>
                <a:cs typeface="+mn-cs"/>
              </a:rPr>
              <a:t>XGBoost</a:t>
            </a:r>
            <a:endParaRPr lang="es-CO" sz="1400" dirty="0">
              <a:solidFill>
                <a:schemeClr val="tx2"/>
              </a:solidFill>
              <a:cs typeface="+mn-cs"/>
            </a:endParaRPr>
          </a:p>
        </p:txBody>
      </p:sp>
      <p:cxnSp>
        <p:nvCxnSpPr>
          <p:cNvPr id="27" name="LineBasicStrong 15">
            <a:extLst>
              <a:ext uri="{FF2B5EF4-FFF2-40B4-BE49-F238E27FC236}">
                <a16:creationId xmlns:a16="http://schemas.microsoft.com/office/drawing/2014/main" id="{B8DE78B8-1663-1206-E289-B2D34ABCFC1B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6519" y="3319736"/>
            <a:ext cx="7918704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ChevronBlue 77">
            <a:extLst>
              <a:ext uri="{FF2B5EF4-FFF2-40B4-BE49-F238E27FC236}">
                <a16:creationId xmlns:a16="http://schemas.microsoft.com/office/drawing/2014/main" id="{C4B6534C-139F-F1E0-6BF9-2196357ACAB0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2803382" y="2748957"/>
            <a:ext cx="405662" cy="396228"/>
            <a:chOff x="1016000" y="1016000"/>
            <a:chExt cx="396228" cy="396228"/>
          </a:xfrm>
          <a:solidFill>
            <a:schemeClr val="accent3"/>
          </a:solidFill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8984807-4D2D-6831-E48A-D4005CC05387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DDE54611-360B-ED28-73FD-7D6FF28C4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79" name="ChevronBlue 77">
            <a:extLst>
              <a:ext uri="{FF2B5EF4-FFF2-40B4-BE49-F238E27FC236}">
                <a16:creationId xmlns:a16="http://schemas.microsoft.com/office/drawing/2014/main" id="{473CD3CC-90E2-2736-B87E-667C2863A75E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5703999" y="2748957"/>
            <a:ext cx="405662" cy="396228"/>
            <a:chOff x="1016000" y="1016000"/>
            <a:chExt cx="396228" cy="396228"/>
          </a:xfrm>
          <a:solidFill>
            <a:schemeClr val="accent3"/>
          </a:solidFill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08E0129D-2BAD-9DB9-17A1-E9A21CFD41F4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8F8CAB13-AAB2-D56C-143A-47561FF5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90" name="CustomIcon">
            <a:extLst>
              <a:ext uri="{FF2B5EF4-FFF2-40B4-BE49-F238E27FC236}">
                <a16:creationId xmlns:a16="http://schemas.microsoft.com/office/drawing/2014/main" id="{514B34EB-6DCC-242A-276B-72AE515E7070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>
          <a:xfrm>
            <a:off x="6549773" y="1993547"/>
            <a:ext cx="650851" cy="650851"/>
            <a:chOff x="-205105" y="-205105"/>
            <a:chExt cx="1019810" cy="101981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4DAF268-1DBA-F5D9-37B8-DE5F2053CF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756326BB-E09B-F185-23B4-2CA38640F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=""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94" name="CustomIcon">
            <a:extLst>
              <a:ext uri="{FF2B5EF4-FFF2-40B4-BE49-F238E27FC236}">
                <a16:creationId xmlns:a16="http://schemas.microsoft.com/office/drawing/2014/main" id="{9A866167-9689-362F-2F24-141490D4A6A2}"/>
              </a:ext>
            </a:extLst>
          </p:cNvPr>
          <p:cNvGrpSpPr>
            <a:grpSpLocks/>
          </p:cNvGrpSpPr>
          <p:nvPr>
            <p:custDataLst>
              <p:tags r:id="rId9"/>
            </p:custDataLst>
          </p:nvPr>
        </p:nvGrpSpPr>
        <p:grpSpPr>
          <a:xfrm>
            <a:off x="656519" y="1993547"/>
            <a:ext cx="650851" cy="650851"/>
            <a:chOff x="-205105" y="-205105"/>
            <a:chExt cx="1019810" cy="1019810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2295210-DFD8-2C05-BE0E-B13569722D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93" name="Graphic 92">
              <a:extLst>
                <a:ext uri="{FF2B5EF4-FFF2-40B4-BE49-F238E27FC236}">
                  <a16:creationId xmlns:a16="http://schemas.microsoft.com/office/drawing/2014/main" id="{2B33D0F0-DCF0-EDD4-14C3-447490B3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98" name="CustomIcon">
            <a:extLst>
              <a:ext uri="{FF2B5EF4-FFF2-40B4-BE49-F238E27FC236}">
                <a16:creationId xmlns:a16="http://schemas.microsoft.com/office/drawing/2014/main" id="{5DE2B236-FF93-636D-7096-B31D8A27ABC3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>
          <a:xfrm>
            <a:off x="3603145" y="1993547"/>
            <a:ext cx="650851" cy="650851"/>
            <a:chOff x="-205105" y="-205105"/>
            <a:chExt cx="1019810" cy="101981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5542FB3-D171-B407-D8E3-C7683B7B9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3C02256F-8F10-8A1B-A16A-BB1675153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=""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F1F7218A-F331-F934-B3ED-40EDE901D3B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9194285" y="2147882"/>
            <a:ext cx="2808052" cy="31162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00000"/>
              </a:spcBef>
            </a:pPr>
            <a:r>
              <a:rPr lang="es-CO" sz="2000" dirty="0">
                <a:latin typeface="+mj-lt"/>
              </a:rPr>
              <a:t>El resultado del modelo es un pronóstico con </a:t>
            </a:r>
            <a:r>
              <a:rPr lang="es-CO" sz="2000" b="1" dirty="0">
                <a:latin typeface="+mj-lt"/>
              </a:rPr>
              <a:t>margen de confiabilidad</a:t>
            </a:r>
            <a:r>
              <a:rPr lang="es-CO" sz="2000" dirty="0">
                <a:latin typeface="+mj-lt"/>
              </a:rPr>
              <a:t> del </a:t>
            </a:r>
            <a:r>
              <a:rPr lang="es-CO" sz="2000" b="1" dirty="0">
                <a:latin typeface="+mj-lt"/>
              </a:rPr>
              <a:t>94%</a:t>
            </a:r>
            <a:r>
              <a:rPr lang="es-CO" sz="2000" b="1" baseline="30000" dirty="0">
                <a:latin typeface="+mj-lt"/>
              </a:rPr>
              <a:t>1</a:t>
            </a:r>
            <a:r>
              <a:rPr lang="es-CO" sz="2000" b="1" dirty="0">
                <a:latin typeface="+mj-lt"/>
              </a:rPr>
              <a:t> </a:t>
            </a:r>
            <a:r>
              <a:rPr lang="es-CO" sz="2000" dirty="0">
                <a:latin typeface="+mj-lt"/>
              </a:rPr>
              <a:t>para el </a:t>
            </a:r>
            <a:r>
              <a:rPr lang="es-CO" sz="2000" b="1" dirty="0">
                <a:latin typeface="+mj-lt"/>
              </a:rPr>
              <a:t>próximo mes</a:t>
            </a:r>
          </a:p>
          <a:p>
            <a:pPr>
              <a:spcBef>
                <a:spcPct val="100000"/>
              </a:spcBef>
            </a:pPr>
            <a:r>
              <a:rPr lang="es-CO" sz="2000" dirty="0">
                <a:latin typeface="+mj-lt"/>
              </a:rPr>
              <a:t>Mientras que el resultado d</a:t>
            </a:r>
            <a:r>
              <a:rPr lang="es-CO" sz="2000" b="1" dirty="0">
                <a:latin typeface="+mj-lt"/>
              </a:rPr>
              <a:t>el margen de confiabilidad</a:t>
            </a:r>
            <a:r>
              <a:rPr lang="es-CO" sz="2000" dirty="0">
                <a:latin typeface="+mj-lt"/>
              </a:rPr>
              <a:t> </a:t>
            </a:r>
            <a:r>
              <a:rPr lang="es-CO" sz="2000" b="1" dirty="0">
                <a:latin typeface="+mj-lt"/>
              </a:rPr>
              <a:t>en un año </a:t>
            </a:r>
            <a:r>
              <a:rPr lang="es-CO" sz="2000" dirty="0">
                <a:latin typeface="+mj-lt"/>
              </a:rPr>
              <a:t>es de </a:t>
            </a:r>
            <a:r>
              <a:rPr lang="es-CO" sz="2000" b="1" dirty="0">
                <a:latin typeface="+mj-lt"/>
              </a:rPr>
              <a:t>86% </a:t>
            </a:r>
          </a:p>
        </p:txBody>
      </p:sp>
      <p:sp>
        <p:nvSpPr>
          <p:cNvPr id="29" name="4. Footnote">
            <a:extLst>
              <a:ext uri="{FF2B5EF4-FFF2-40B4-BE49-F238E27FC236}">
                <a16:creationId xmlns:a16="http://schemas.microsoft.com/office/drawing/2014/main" id="{A7E3C7C1-C694-7A6B-4081-1E4B3D8599E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s-CO" dirty="0">
                <a:solidFill>
                  <a:schemeClr val="bg2"/>
                </a:solidFill>
              </a:rPr>
              <a:t>1.	La precisión promedio de ambos modelos por separado es de 85% (Análisis de Datos Avanzada en LNG, 2020)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58649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" hidden="1">
            <a:extLst>
              <a:ext uri="{FF2B5EF4-FFF2-40B4-BE49-F238E27FC236}">
                <a16:creationId xmlns:a16="http://schemas.microsoft.com/office/drawing/2014/main" id="{A18DCFAB-C107-447E-A8C9-5B22414225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530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think-cell Slide" r:id="rId14" imgW="473" imgH="473" progId="TCLayout.ActiveDocument.1">
                  <p:embed/>
                </p:oleObj>
              </mc:Choice>
              <mc:Fallback>
                <p:oleObj name="think-cell Slide" r:id="rId14" imgW="473" imgH="473" progId="TCLayout.ActiveDocument.1">
                  <p:embed/>
                  <p:pic>
                    <p:nvPicPr>
                      <p:cNvPr id="24" name="Object 2" hidden="1">
                        <a:extLst>
                          <a:ext uri="{FF2B5EF4-FFF2-40B4-BE49-F238E27FC236}">
                            <a16:creationId xmlns:a16="http://schemas.microsoft.com/office/drawing/2014/main" id="{A18DCFAB-C107-447E-A8C9-5B22414225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ED05B5EF-AD5B-4653-CFE9-D282542A2AD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54736" y="388558"/>
            <a:ext cx="10139941" cy="86177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2500" b="1" kern="1200" spc="0" baseline="0" dirty="0">
                <a:ln w="6350" cap="flat">
                  <a:noFill/>
                  <a:miter lim="800000"/>
                </a:ln>
                <a:solidFill>
                  <a:schemeClr val="accent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s-CO" sz="2800" dirty="0">
                <a:solidFill>
                  <a:srgbClr val="000000"/>
                </a:solidFill>
              </a:rPr>
              <a:t>Esta iniciativa tendrá 4 principales beneficios para Colmena</a:t>
            </a:r>
            <a:endParaRPr lang="es-CO" dirty="0"/>
          </a:p>
        </p:txBody>
      </p:sp>
      <p:grpSp>
        <p:nvGrpSpPr>
          <p:cNvPr id="5" name="Graphic 5">
            <a:extLst>
              <a:ext uri="{FF2B5EF4-FFF2-40B4-BE49-F238E27FC236}">
                <a16:creationId xmlns:a16="http://schemas.microsoft.com/office/drawing/2014/main" id="{423112B4-FB10-C3BF-CA4A-3C17D15884D6}"/>
              </a:ext>
            </a:extLst>
          </p:cNvPr>
          <p:cNvGrpSpPr/>
          <p:nvPr/>
        </p:nvGrpSpPr>
        <p:grpSpPr>
          <a:xfrm>
            <a:off x="3840955" y="1706563"/>
            <a:ext cx="4510092" cy="4510086"/>
            <a:chOff x="5357812" y="2690812"/>
            <a:chExt cx="1476375" cy="147637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6A3BDAB-E7BC-781D-D5B0-F67C8B4ED2EC}"/>
                </a:ext>
              </a:extLst>
            </p:cNvPr>
            <p:cNvSpPr/>
            <p:nvPr/>
          </p:nvSpPr>
          <p:spPr>
            <a:xfrm>
              <a:off x="5354590" y="3110959"/>
              <a:ext cx="679496" cy="1059351"/>
            </a:xfrm>
            <a:custGeom>
              <a:avLst/>
              <a:gdLst>
                <a:gd name="connsiteX0" fmla="*/ 487117 w 679496"/>
                <a:gd name="connsiteY0" fmla="*/ 823907 h 1059351"/>
                <a:gd name="connsiteX1" fmla="*/ 233846 w 679496"/>
                <a:gd name="connsiteY1" fmla="*/ 824002 h 1059351"/>
                <a:gd name="connsiteX2" fmla="*/ 233752 w 679496"/>
                <a:gd name="connsiteY2" fmla="*/ 570732 h 1059351"/>
                <a:gd name="connsiteX3" fmla="*/ 678474 w 679496"/>
                <a:gd name="connsiteY3" fmla="*/ 126010 h 1059351"/>
                <a:gd name="connsiteX4" fmla="*/ 551886 w 679496"/>
                <a:gd name="connsiteY4" fmla="*/ -673 h 1059351"/>
                <a:gd name="connsiteX5" fmla="*/ 107164 w 679496"/>
                <a:gd name="connsiteY5" fmla="*/ 444050 h 1059351"/>
                <a:gd name="connsiteX6" fmla="*/ 100591 w 679496"/>
                <a:gd name="connsiteY6" fmla="*/ 950494 h 1059351"/>
                <a:gd name="connsiteX7" fmla="*/ 607036 w 679496"/>
                <a:gd name="connsiteY7" fmla="*/ 957028 h 1059351"/>
                <a:gd name="connsiteX8" fmla="*/ 613608 w 679496"/>
                <a:gd name="connsiteY8" fmla="*/ 950494 h 1059351"/>
                <a:gd name="connsiteX9" fmla="*/ 678474 w 679496"/>
                <a:gd name="connsiteY9" fmla="*/ 885819 h 1059351"/>
                <a:gd name="connsiteX10" fmla="*/ 551886 w 679496"/>
                <a:gd name="connsiteY10" fmla="*/ 759137 h 1059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9496" h="1059351">
                  <a:moveTo>
                    <a:pt x="487117" y="823907"/>
                  </a:moveTo>
                  <a:cubicBezTo>
                    <a:pt x="417202" y="893868"/>
                    <a:pt x="303856" y="893916"/>
                    <a:pt x="233846" y="824002"/>
                  </a:cubicBezTo>
                  <a:cubicBezTo>
                    <a:pt x="163838" y="754088"/>
                    <a:pt x="163838" y="640694"/>
                    <a:pt x="233752" y="570732"/>
                  </a:cubicBezTo>
                  <a:lnTo>
                    <a:pt x="678474" y="126010"/>
                  </a:lnTo>
                  <a:lnTo>
                    <a:pt x="551886" y="-673"/>
                  </a:lnTo>
                  <a:lnTo>
                    <a:pt x="107164" y="444050"/>
                  </a:lnTo>
                  <a:cubicBezTo>
                    <a:pt x="-34472" y="582096"/>
                    <a:pt x="-37425" y="808839"/>
                    <a:pt x="100591" y="950494"/>
                  </a:cubicBezTo>
                  <a:cubicBezTo>
                    <a:pt x="238704" y="1092150"/>
                    <a:pt x="465399" y="1095074"/>
                    <a:pt x="607036" y="957028"/>
                  </a:cubicBezTo>
                  <a:cubicBezTo>
                    <a:pt x="609322" y="954876"/>
                    <a:pt x="611417" y="952704"/>
                    <a:pt x="613608" y="950494"/>
                  </a:cubicBezTo>
                  <a:lnTo>
                    <a:pt x="678474" y="885819"/>
                  </a:lnTo>
                  <a:lnTo>
                    <a:pt x="551886" y="759137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buClr>
                  <a:schemeClr val="bg1"/>
                </a:buClr>
              </a:pP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B8C2B1B-1CA9-2176-70C5-0518DDF720B4}"/>
                </a:ext>
              </a:extLst>
            </p:cNvPr>
            <p:cNvSpPr/>
            <p:nvPr/>
          </p:nvSpPr>
          <p:spPr>
            <a:xfrm>
              <a:off x="5357835" y="2690871"/>
              <a:ext cx="1056203" cy="676215"/>
            </a:xfrm>
            <a:custGeom>
              <a:avLst/>
              <a:gdLst>
                <a:gd name="connsiteX0" fmla="*/ 990410 w 1056203"/>
                <a:gd name="connsiteY0" fmla="*/ 484185 h 676215"/>
                <a:gd name="connsiteX1" fmla="*/ 610458 w 1056203"/>
                <a:gd name="connsiteY1" fmla="*/ 104233 h 676215"/>
                <a:gd name="connsiteX2" fmla="*/ 103919 w 1056203"/>
                <a:gd name="connsiteY2" fmla="*/ 104233 h 676215"/>
                <a:gd name="connsiteX3" fmla="*/ 103919 w 1056203"/>
                <a:gd name="connsiteY3" fmla="*/ 610773 h 676215"/>
                <a:gd name="connsiteX4" fmla="*/ 168594 w 1056203"/>
                <a:gd name="connsiteY4" fmla="*/ 675543 h 676215"/>
                <a:gd name="connsiteX5" fmla="*/ 295276 w 1056203"/>
                <a:gd name="connsiteY5" fmla="*/ 548956 h 676215"/>
                <a:gd name="connsiteX6" fmla="*/ 230507 w 1056203"/>
                <a:gd name="connsiteY6" fmla="*/ 484185 h 676215"/>
                <a:gd name="connsiteX7" fmla="*/ 227935 w 1056203"/>
                <a:gd name="connsiteY7" fmla="*/ 230820 h 676215"/>
                <a:gd name="connsiteX8" fmla="*/ 481300 w 1056203"/>
                <a:gd name="connsiteY8" fmla="*/ 228258 h 676215"/>
                <a:gd name="connsiteX9" fmla="*/ 483872 w 1056203"/>
                <a:gd name="connsiteY9" fmla="*/ 230820 h 676215"/>
                <a:gd name="connsiteX10" fmla="*/ 863824 w 1056203"/>
                <a:gd name="connsiteY10" fmla="*/ 610773 h 676215"/>
                <a:gd name="connsiteX11" fmla="*/ 863824 w 1056203"/>
                <a:gd name="connsiteY11" fmla="*/ 610773 h 676215"/>
                <a:gd name="connsiteX12" fmla="*/ 928498 w 1056203"/>
                <a:gd name="connsiteY12" fmla="*/ 675447 h 676215"/>
                <a:gd name="connsiteX13" fmla="*/ 1055181 w 1056203"/>
                <a:gd name="connsiteY13" fmla="*/ 548860 h 67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6203" h="676215">
                  <a:moveTo>
                    <a:pt x="990410" y="484185"/>
                  </a:moveTo>
                  <a:lnTo>
                    <a:pt x="610458" y="104233"/>
                  </a:lnTo>
                  <a:cubicBezTo>
                    <a:pt x="470536" y="-35641"/>
                    <a:pt x="243841" y="-35641"/>
                    <a:pt x="103919" y="104233"/>
                  </a:cubicBezTo>
                  <a:cubicBezTo>
                    <a:pt x="-36003" y="244108"/>
                    <a:pt x="-36003" y="470898"/>
                    <a:pt x="103919" y="610773"/>
                  </a:cubicBezTo>
                  <a:lnTo>
                    <a:pt x="168594" y="675543"/>
                  </a:lnTo>
                  <a:lnTo>
                    <a:pt x="295276" y="548956"/>
                  </a:lnTo>
                  <a:lnTo>
                    <a:pt x="230507" y="484185"/>
                  </a:lnTo>
                  <a:cubicBezTo>
                    <a:pt x="159831" y="414929"/>
                    <a:pt x="158688" y="301496"/>
                    <a:pt x="227935" y="230820"/>
                  </a:cubicBezTo>
                  <a:cubicBezTo>
                    <a:pt x="297182" y="160145"/>
                    <a:pt x="410624" y="159002"/>
                    <a:pt x="481300" y="228258"/>
                  </a:cubicBezTo>
                  <a:cubicBezTo>
                    <a:pt x="482157" y="229106"/>
                    <a:pt x="483014" y="229963"/>
                    <a:pt x="483872" y="230820"/>
                  </a:cubicBezTo>
                  <a:lnTo>
                    <a:pt x="863824" y="610773"/>
                  </a:lnTo>
                  <a:lnTo>
                    <a:pt x="863824" y="610773"/>
                  </a:lnTo>
                  <a:lnTo>
                    <a:pt x="928498" y="675447"/>
                  </a:lnTo>
                  <a:lnTo>
                    <a:pt x="1055181" y="54886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buClr>
                  <a:schemeClr val="bg1"/>
                </a:buClr>
              </a:pP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17C16B-8418-588E-6A98-6D8D1E3275FF}"/>
                </a:ext>
              </a:extLst>
            </p:cNvPr>
            <p:cNvSpPr/>
            <p:nvPr/>
          </p:nvSpPr>
          <p:spPr>
            <a:xfrm>
              <a:off x="6157912" y="2690815"/>
              <a:ext cx="676087" cy="1055747"/>
            </a:xfrm>
            <a:custGeom>
              <a:avLst/>
              <a:gdLst>
                <a:gd name="connsiteX0" fmla="*/ 570287 w 676087"/>
                <a:gd name="connsiteY0" fmla="*/ 104290 h 1055747"/>
                <a:gd name="connsiteX1" fmla="*/ 63937 w 676087"/>
                <a:gd name="connsiteY1" fmla="*/ 104099 h 1055747"/>
                <a:gd name="connsiteX2" fmla="*/ 63748 w 676087"/>
                <a:gd name="connsiteY2" fmla="*/ 104290 h 1055747"/>
                <a:gd name="connsiteX3" fmla="*/ -1023 w 676087"/>
                <a:gd name="connsiteY3" fmla="*/ 168964 h 1055747"/>
                <a:gd name="connsiteX4" fmla="*/ 125565 w 676087"/>
                <a:gd name="connsiteY4" fmla="*/ 295647 h 1055747"/>
                <a:gd name="connsiteX5" fmla="*/ 190334 w 676087"/>
                <a:gd name="connsiteY5" fmla="*/ 230877 h 1055747"/>
                <a:gd name="connsiteX6" fmla="*/ 443699 w 676087"/>
                <a:gd name="connsiteY6" fmla="*/ 230886 h 1055747"/>
                <a:gd name="connsiteX7" fmla="*/ 496182 w 676087"/>
                <a:gd name="connsiteY7" fmla="*/ 357559 h 1055747"/>
                <a:gd name="connsiteX8" fmla="*/ 496182 w 676087"/>
                <a:gd name="connsiteY8" fmla="*/ 357559 h 1055747"/>
                <a:gd name="connsiteX9" fmla="*/ 443699 w 676087"/>
                <a:gd name="connsiteY9" fmla="*/ 484241 h 1055747"/>
                <a:gd name="connsiteX10" fmla="*/ -641 w 676087"/>
                <a:gd name="connsiteY10" fmla="*/ 928488 h 1055747"/>
                <a:gd name="connsiteX11" fmla="*/ 126041 w 676087"/>
                <a:gd name="connsiteY11" fmla="*/ 1055075 h 1055747"/>
                <a:gd name="connsiteX12" fmla="*/ 570287 w 676087"/>
                <a:gd name="connsiteY12" fmla="*/ 610829 h 1055747"/>
                <a:gd name="connsiteX13" fmla="*/ 675062 w 676087"/>
                <a:gd name="connsiteY13" fmla="*/ 357559 h 1055747"/>
                <a:gd name="connsiteX14" fmla="*/ 675062 w 676087"/>
                <a:gd name="connsiteY14" fmla="*/ 357559 h 1055747"/>
                <a:gd name="connsiteX15" fmla="*/ 570287 w 676087"/>
                <a:gd name="connsiteY15" fmla="*/ 104290 h 105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76087" h="1055747">
                  <a:moveTo>
                    <a:pt x="570287" y="104290"/>
                  </a:moveTo>
                  <a:cubicBezTo>
                    <a:pt x="430556" y="-35585"/>
                    <a:pt x="203860" y="-35671"/>
                    <a:pt x="63937" y="104099"/>
                  </a:cubicBezTo>
                  <a:cubicBezTo>
                    <a:pt x="63843" y="104166"/>
                    <a:pt x="63843" y="104223"/>
                    <a:pt x="63748" y="104290"/>
                  </a:cubicBezTo>
                  <a:lnTo>
                    <a:pt x="-1023" y="168964"/>
                  </a:lnTo>
                  <a:lnTo>
                    <a:pt x="125565" y="295647"/>
                  </a:lnTo>
                  <a:lnTo>
                    <a:pt x="190334" y="230877"/>
                  </a:lnTo>
                  <a:cubicBezTo>
                    <a:pt x="260343" y="160916"/>
                    <a:pt x="373786" y="160916"/>
                    <a:pt x="443699" y="230886"/>
                  </a:cubicBezTo>
                  <a:cubicBezTo>
                    <a:pt x="477323" y="264490"/>
                    <a:pt x="496182" y="310049"/>
                    <a:pt x="496182" y="357559"/>
                  </a:cubicBezTo>
                  <a:lnTo>
                    <a:pt x="496182" y="357559"/>
                  </a:lnTo>
                  <a:cubicBezTo>
                    <a:pt x="496277" y="405099"/>
                    <a:pt x="477418" y="450714"/>
                    <a:pt x="443699" y="484241"/>
                  </a:cubicBezTo>
                  <a:lnTo>
                    <a:pt x="-641" y="928488"/>
                  </a:lnTo>
                  <a:lnTo>
                    <a:pt x="126041" y="1055075"/>
                  </a:lnTo>
                  <a:lnTo>
                    <a:pt x="570287" y="610829"/>
                  </a:lnTo>
                  <a:cubicBezTo>
                    <a:pt x="637629" y="543783"/>
                    <a:pt x="675348" y="452590"/>
                    <a:pt x="675062" y="357559"/>
                  </a:cubicBezTo>
                  <a:lnTo>
                    <a:pt x="675062" y="357559"/>
                  </a:lnTo>
                  <a:cubicBezTo>
                    <a:pt x="675443" y="262528"/>
                    <a:pt x="637629" y="171317"/>
                    <a:pt x="570287" y="10429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buClr>
                  <a:schemeClr val="bg1"/>
                </a:buClr>
              </a:pPr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C094A5C-92ED-5793-1669-1F68E973B4BE}"/>
                </a:ext>
              </a:extLst>
            </p:cNvPr>
            <p:cNvSpPr/>
            <p:nvPr/>
          </p:nvSpPr>
          <p:spPr>
            <a:xfrm>
              <a:off x="5779579" y="3490912"/>
              <a:ext cx="1054703" cy="676086"/>
            </a:xfrm>
            <a:custGeom>
              <a:avLst/>
              <a:gdLst>
                <a:gd name="connsiteX0" fmla="*/ 948620 w 1054703"/>
                <a:gd name="connsiteY0" fmla="*/ 64097 h 676086"/>
                <a:gd name="connsiteX1" fmla="*/ 883850 w 1054703"/>
                <a:gd name="connsiteY1" fmla="*/ -673 h 676086"/>
                <a:gd name="connsiteX2" fmla="*/ 757263 w 1054703"/>
                <a:gd name="connsiteY2" fmla="*/ 126010 h 676086"/>
                <a:gd name="connsiteX3" fmla="*/ 822032 w 1054703"/>
                <a:gd name="connsiteY3" fmla="*/ 190685 h 676086"/>
                <a:gd name="connsiteX4" fmla="*/ 821652 w 1054703"/>
                <a:gd name="connsiteY4" fmla="*/ 444202 h 676086"/>
                <a:gd name="connsiteX5" fmla="*/ 695350 w 1054703"/>
                <a:gd name="connsiteY5" fmla="*/ 496533 h 676086"/>
                <a:gd name="connsiteX6" fmla="*/ 695350 w 1054703"/>
                <a:gd name="connsiteY6" fmla="*/ 496533 h 676086"/>
                <a:gd name="connsiteX7" fmla="*/ 568667 w 1054703"/>
                <a:gd name="connsiteY7" fmla="*/ 443954 h 676086"/>
                <a:gd name="connsiteX8" fmla="*/ 189191 w 1054703"/>
                <a:gd name="connsiteY8" fmla="*/ 64479 h 676086"/>
                <a:gd name="connsiteX9" fmla="*/ 189191 w 1054703"/>
                <a:gd name="connsiteY9" fmla="*/ 64479 h 676086"/>
                <a:gd name="connsiteX10" fmla="*/ 125659 w 1054703"/>
                <a:gd name="connsiteY10" fmla="*/ 947 h 676086"/>
                <a:gd name="connsiteX11" fmla="*/ -1023 w 1054703"/>
                <a:gd name="connsiteY11" fmla="*/ 127629 h 676086"/>
                <a:gd name="connsiteX12" fmla="*/ 62509 w 1054703"/>
                <a:gd name="connsiteY12" fmla="*/ 191161 h 676086"/>
                <a:gd name="connsiteX13" fmla="*/ 442081 w 1054703"/>
                <a:gd name="connsiteY13" fmla="*/ 570637 h 676086"/>
                <a:gd name="connsiteX14" fmla="*/ 695350 w 1054703"/>
                <a:gd name="connsiteY14" fmla="*/ 675412 h 676086"/>
                <a:gd name="connsiteX15" fmla="*/ 695350 w 1054703"/>
                <a:gd name="connsiteY15" fmla="*/ 675412 h 676086"/>
                <a:gd name="connsiteX16" fmla="*/ 1053681 w 1054703"/>
                <a:gd name="connsiteY16" fmla="*/ 317424 h 676086"/>
                <a:gd name="connsiteX17" fmla="*/ 948620 w 1054703"/>
                <a:gd name="connsiteY17" fmla="*/ 63907 h 676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4703" h="676086">
                  <a:moveTo>
                    <a:pt x="948620" y="64097"/>
                  </a:moveTo>
                  <a:lnTo>
                    <a:pt x="883850" y="-673"/>
                  </a:lnTo>
                  <a:lnTo>
                    <a:pt x="757263" y="126010"/>
                  </a:lnTo>
                  <a:lnTo>
                    <a:pt x="822032" y="190685"/>
                  </a:lnTo>
                  <a:cubicBezTo>
                    <a:pt x="891946" y="260779"/>
                    <a:pt x="891756" y="374289"/>
                    <a:pt x="821652" y="444202"/>
                  </a:cubicBezTo>
                  <a:cubicBezTo>
                    <a:pt x="788124" y="477654"/>
                    <a:pt x="742689" y="496466"/>
                    <a:pt x="695350" y="496533"/>
                  </a:cubicBezTo>
                  <a:lnTo>
                    <a:pt x="695350" y="496533"/>
                  </a:lnTo>
                  <a:cubicBezTo>
                    <a:pt x="647820" y="496656"/>
                    <a:pt x="602195" y="477711"/>
                    <a:pt x="568667" y="443954"/>
                  </a:cubicBezTo>
                  <a:lnTo>
                    <a:pt x="189191" y="64479"/>
                  </a:lnTo>
                  <a:lnTo>
                    <a:pt x="189191" y="64479"/>
                  </a:lnTo>
                  <a:lnTo>
                    <a:pt x="125659" y="947"/>
                  </a:lnTo>
                  <a:lnTo>
                    <a:pt x="-1023" y="127629"/>
                  </a:lnTo>
                  <a:lnTo>
                    <a:pt x="62509" y="191161"/>
                  </a:lnTo>
                  <a:lnTo>
                    <a:pt x="442081" y="570637"/>
                  </a:lnTo>
                  <a:cubicBezTo>
                    <a:pt x="509136" y="637979"/>
                    <a:pt x="600291" y="675707"/>
                    <a:pt x="695350" y="675412"/>
                  </a:cubicBezTo>
                  <a:lnTo>
                    <a:pt x="695350" y="675412"/>
                  </a:lnTo>
                  <a:cubicBezTo>
                    <a:pt x="893185" y="675498"/>
                    <a:pt x="1053585" y="515211"/>
                    <a:pt x="1053681" y="317424"/>
                  </a:cubicBezTo>
                  <a:cubicBezTo>
                    <a:pt x="1053681" y="222327"/>
                    <a:pt x="1015867" y="131115"/>
                    <a:pt x="948620" y="63907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buClr>
                  <a:schemeClr val="bg1"/>
                </a:buClr>
              </a:pPr>
              <a:endParaRPr lang="es-CO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A09B00-6CCF-3A6D-1C53-140AC78CDEA1}"/>
              </a:ext>
            </a:extLst>
          </p:cNvPr>
          <p:cNvSpPr txBox="1">
            <a:spLocks/>
          </p:cNvSpPr>
          <p:nvPr/>
        </p:nvSpPr>
        <p:spPr>
          <a:xfrm>
            <a:off x="554736" y="4709756"/>
            <a:ext cx="2386598" cy="64633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400" dirty="0"/>
              <a:t>Reducir el tiempo invertido en la estructuración de los planes de prevención al contar con el pronóstico detallado de accidentes de trabajo </a:t>
            </a:r>
          </a:p>
        </p:txBody>
      </p:sp>
      <p:cxnSp>
        <p:nvCxnSpPr>
          <p:cNvPr id="16" name="LineBasicStrong 47">
            <a:extLst>
              <a:ext uri="{FF2B5EF4-FFF2-40B4-BE49-F238E27FC236}">
                <a16:creationId xmlns:a16="http://schemas.microsoft.com/office/drawing/2014/main" id="{55403B87-091E-74DF-9887-DF78E556F8D2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8602966" y="2243960"/>
            <a:ext cx="457200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EC6118-AE75-8747-78A1-90FB0E0C2DE5}"/>
              </a:ext>
            </a:extLst>
          </p:cNvPr>
          <p:cNvSpPr txBox="1">
            <a:spLocks/>
          </p:cNvSpPr>
          <p:nvPr/>
        </p:nvSpPr>
        <p:spPr>
          <a:xfrm flipH="1">
            <a:off x="9250666" y="2136239"/>
            <a:ext cx="2386598" cy="129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400" dirty="0"/>
              <a:t>Aportar información confiable para hacer pronóstico del comportamiento de accidentes en un período de tiempo determinado (Ej. 1 mes o 1 año)</a:t>
            </a:r>
          </a:p>
        </p:txBody>
      </p:sp>
      <p:cxnSp>
        <p:nvCxnSpPr>
          <p:cNvPr id="18" name="LineBasicStrong 47">
            <a:extLst>
              <a:ext uri="{FF2B5EF4-FFF2-40B4-BE49-F238E27FC236}">
                <a16:creationId xmlns:a16="http://schemas.microsoft.com/office/drawing/2014/main" id="{2686F59E-073C-62E5-5197-3DF76A31C7A2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 flipH="1">
            <a:off x="3131836" y="2243960"/>
            <a:ext cx="457200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4E14920-040C-D4C5-81E7-2F61A3CE3CD2}"/>
              </a:ext>
            </a:extLst>
          </p:cNvPr>
          <p:cNvSpPr txBox="1">
            <a:spLocks/>
          </p:cNvSpPr>
          <p:nvPr/>
        </p:nvSpPr>
        <p:spPr>
          <a:xfrm>
            <a:off x="9250666" y="4709756"/>
            <a:ext cx="2386598" cy="129266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400" dirty="0"/>
              <a:t>Acompañar la definición de nuevos productos de prevención en donde se identifiquen tipos de accidentes con alta incidencia sin programas disponibles</a:t>
            </a:r>
          </a:p>
        </p:txBody>
      </p:sp>
      <p:cxnSp>
        <p:nvCxnSpPr>
          <p:cNvPr id="20" name="LineBasicStrong 47">
            <a:extLst>
              <a:ext uri="{FF2B5EF4-FFF2-40B4-BE49-F238E27FC236}">
                <a16:creationId xmlns:a16="http://schemas.microsoft.com/office/drawing/2014/main" id="{5969D59E-6E73-01F0-B263-6F5F1972A18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8602966" y="4817478"/>
            <a:ext cx="457200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92B5FD-5AF7-9B6A-25C9-6A4383C04B57}"/>
              </a:ext>
            </a:extLst>
          </p:cNvPr>
          <p:cNvSpPr txBox="1">
            <a:spLocks/>
          </p:cNvSpPr>
          <p:nvPr/>
        </p:nvSpPr>
        <p:spPr>
          <a:xfrm flipH="1">
            <a:off x="554736" y="2136239"/>
            <a:ext cx="2386598" cy="367613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s-CO" sz="1400" dirty="0"/>
              <a:t>Realizar de forma eficaz la intervención del riesgo por accidentes de trabajo y la disminución de la tasa de accidentabilidad</a:t>
            </a:r>
          </a:p>
          <a:p>
            <a:endParaRPr lang="es-CO" sz="1400" dirty="0"/>
          </a:p>
        </p:txBody>
      </p:sp>
      <p:cxnSp>
        <p:nvCxnSpPr>
          <p:cNvPr id="22" name="LineBasicStrong 47">
            <a:extLst>
              <a:ext uri="{FF2B5EF4-FFF2-40B4-BE49-F238E27FC236}">
                <a16:creationId xmlns:a16="http://schemas.microsoft.com/office/drawing/2014/main" id="{1F2FBEC3-21A1-0592-9D5C-4205E58FBE17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 flipH="1">
            <a:off x="3131836" y="4817478"/>
            <a:ext cx="457200" cy="0"/>
          </a:xfrm>
          <a:prstGeom prst="straightConnector1">
            <a:avLst/>
          </a:prstGeom>
          <a:ln w="12700" cap="flat">
            <a:solidFill>
              <a:srgbClr val="75757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CustomIcon">
            <a:extLst>
              <a:ext uri="{FF2B5EF4-FFF2-40B4-BE49-F238E27FC236}">
                <a16:creationId xmlns:a16="http://schemas.microsoft.com/office/drawing/2014/main" id="{6724FA2D-C18E-BF3D-1281-15E8BF2D387A}"/>
              </a:ext>
            </a:extLst>
          </p:cNvPr>
          <p:cNvPicPr>
            <a:picLocks/>
          </p:cNvPicPr>
          <p:nvPr>
            <p:custDataLst>
              <p:tags r:id="rId8"/>
            </p:custDataLst>
          </p:nvPr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50914" y="4820331"/>
            <a:ext cx="599034" cy="599031"/>
          </a:xfrm>
          <a:prstGeom prst="rect">
            <a:avLst/>
          </a:prstGeom>
        </p:spPr>
      </p:pic>
      <p:pic>
        <p:nvPicPr>
          <p:cNvPr id="29" name="CustomIcon">
            <a:extLst>
              <a:ext uri="{FF2B5EF4-FFF2-40B4-BE49-F238E27FC236}">
                <a16:creationId xmlns:a16="http://schemas.microsoft.com/office/drawing/2014/main" id="{9E4FA490-F8A2-33C6-DD74-4F9259F8FE92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50914" y="2503851"/>
            <a:ext cx="599034" cy="599031"/>
          </a:xfrm>
          <a:prstGeom prst="rect">
            <a:avLst/>
          </a:prstGeom>
        </p:spPr>
      </p:pic>
      <p:pic>
        <p:nvPicPr>
          <p:cNvPr id="34" name="CustomIcon">
            <a:extLst>
              <a:ext uri="{FF2B5EF4-FFF2-40B4-BE49-F238E27FC236}">
                <a16:creationId xmlns:a16="http://schemas.microsoft.com/office/drawing/2014/main" id="{81BD426D-558A-C74D-111B-70EDF0CEAF20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42054" y="4820331"/>
            <a:ext cx="599034" cy="599031"/>
          </a:xfrm>
          <a:prstGeom prst="rect">
            <a:avLst/>
          </a:prstGeom>
        </p:spPr>
      </p:pic>
      <p:pic>
        <p:nvPicPr>
          <p:cNvPr id="35" name="CustomIcon">
            <a:extLst>
              <a:ext uri="{FF2B5EF4-FFF2-40B4-BE49-F238E27FC236}">
                <a16:creationId xmlns:a16="http://schemas.microsoft.com/office/drawing/2014/main" id="{65EAF08A-6D1B-6B99-F44A-2FB33F23604A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642054" y="2503851"/>
            <a:ext cx="599034" cy="59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4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0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C9A63A4C-3611-4578-95FA-256A68A681D2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43004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4" name="think-cell Slide" r:id="rId15" imgW="395" imgH="394" progId="TCLayout.ActiveDocument.1">
                  <p:embed/>
                </p:oleObj>
              </mc:Choice>
              <mc:Fallback>
                <p:oleObj name="think-cell Slide" r:id="rId15" imgW="395" imgH="394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C9A63A4C-3611-4578-95FA-256A68A68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>
            <a:extLst>
              <a:ext uri="{FF2B5EF4-FFF2-40B4-BE49-F238E27FC236}">
                <a16:creationId xmlns:a16="http://schemas.microsoft.com/office/drawing/2014/main" id="{A70D4EA0-3952-42A3-A2A2-334D8F56FBA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CO" sz="2500" b="1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33678C-6F7F-4111-86F7-14128DE69EEB}"/>
              </a:ext>
            </a:extLst>
          </p:cNvPr>
          <p:cNvCxnSpPr>
            <a:cxnSpLocks/>
          </p:cNvCxnSpPr>
          <p:nvPr/>
        </p:nvCxnSpPr>
        <p:spPr>
          <a:xfrm>
            <a:off x="4167450" y="1586855"/>
            <a:ext cx="0" cy="4409783"/>
          </a:xfrm>
          <a:prstGeom prst="line">
            <a:avLst/>
          </a:prstGeom>
          <a:ln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2. Slide Title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3941398"/>
            <a:ext cx="2514600" cy="76944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s-CO" dirty="0"/>
              <a:t>Para medir la eficacia del tablero debemos de asegurar 4 acciones claves desde hoy hasta el 31 de mayo</a:t>
            </a:r>
          </a:p>
        </p:txBody>
      </p:sp>
      <p:sp>
        <p:nvSpPr>
          <p:cNvPr id="74" name="TextBox 73"/>
          <p:cNvSpPr txBox="1">
            <a:spLocks/>
          </p:cNvSpPr>
          <p:nvPr/>
        </p:nvSpPr>
        <p:spPr>
          <a:xfrm>
            <a:off x="4869646" y="1723867"/>
            <a:ext cx="1900187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lvl="0" indent="0" defTabSz="1193860" eaLnBrk="1" latinLnBrk="0" hangingPunct="1">
              <a:buClr>
                <a:schemeClr val="tx2"/>
              </a:buClr>
              <a:buSzPct val="100000"/>
              <a:defRPr lang="x-none" sz="1867" baseline="0">
                <a:latin typeface="+mn-lt"/>
              </a:defRPr>
            </a:lvl1pPr>
            <a:lvl2pPr marL="258246" lvl="1" indent="-256130" defTabSz="119386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867" baseline="0">
                <a:latin typeface="+mn-lt"/>
              </a:defRPr>
            </a:lvl2pPr>
            <a:lvl3pPr marL="609630" lvl="2" indent="-349268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867" baseline="0">
                <a:latin typeface="+mn-lt"/>
              </a:defRPr>
            </a:lvl3pPr>
            <a:lvl4pPr marL="819192" lvl="3" indent="-207444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867" baseline="0">
                <a:latin typeface="+mn-lt"/>
              </a:defRPr>
            </a:lvl4pPr>
            <a:lvl5pPr marL="999794" lvl="4" indent="-173575" defTabSz="119386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867" baseline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9pPr>
          </a:lstStyle>
          <a:p>
            <a:r>
              <a:rPr lang="es-CO" sz="1800" b="1" dirty="0">
                <a:solidFill>
                  <a:schemeClr val="tx2"/>
                </a:solidFill>
              </a:rPr>
              <a:t>Revisión de pronósticos por empresa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217C5-9D89-41A1-979D-CFEEB12E40C1}"/>
              </a:ext>
            </a:extLst>
          </p:cNvPr>
          <p:cNvSpPr txBox="1">
            <a:spLocks/>
          </p:cNvSpPr>
          <p:nvPr/>
        </p:nvSpPr>
        <p:spPr>
          <a:xfrm>
            <a:off x="7081407" y="1723867"/>
            <a:ext cx="4082518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600" dirty="0">
                <a:solidFill>
                  <a:schemeClr val="tx2"/>
                </a:solidFill>
              </a:rPr>
              <a:t>Revisar el pronóstico de accidente para cada empresa seleccionada, incluyendo la parte afectada, mecanismo, sitio y tipo de lesión</a:t>
            </a:r>
          </a:p>
        </p:txBody>
      </p:sp>
      <p:sp>
        <p:nvSpPr>
          <p:cNvPr id="76" name="TextBox 75"/>
          <p:cNvSpPr txBox="1">
            <a:spLocks/>
          </p:cNvSpPr>
          <p:nvPr/>
        </p:nvSpPr>
        <p:spPr>
          <a:xfrm>
            <a:off x="4869646" y="3944799"/>
            <a:ext cx="1900187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lvl="0" indent="0" defTabSz="1193860" eaLnBrk="1" latinLnBrk="0" hangingPunct="1">
              <a:buClr>
                <a:schemeClr val="tx2"/>
              </a:buClr>
              <a:buSzPct val="100000"/>
              <a:defRPr lang="x-none" sz="1867" baseline="0">
                <a:latin typeface="+mn-lt"/>
              </a:defRPr>
            </a:lvl1pPr>
            <a:lvl2pPr marL="258246" lvl="1" indent="-256130" defTabSz="119386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867" baseline="0">
                <a:latin typeface="+mn-lt"/>
              </a:defRPr>
            </a:lvl2pPr>
            <a:lvl3pPr marL="609630" lvl="2" indent="-349268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867" baseline="0">
                <a:latin typeface="+mn-lt"/>
              </a:defRPr>
            </a:lvl3pPr>
            <a:lvl4pPr marL="819192" lvl="3" indent="-207444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867" baseline="0">
                <a:latin typeface="+mn-lt"/>
              </a:defRPr>
            </a:lvl4pPr>
            <a:lvl5pPr marL="999794" lvl="4" indent="-173575" defTabSz="119386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867" baseline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9pPr>
          </a:lstStyle>
          <a:p>
            <a:r>
              <a:rPr lang="es-CO" sz="1800" b="1" dirty="0">
                <a:solidFill>
                  <a:schemeClr val="tx2"/>
                </a:solidFill>
              </a:rPr>
              <a:t>Presentación de nuevos planes a clientes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F4E512-7699-4A23-B71D-F14836CA6B14}"/>
              </a:ext>
            </a:extLst>
          </p:cNvPr>
          <p:cNvSpPr txBox="1">
            <a:spLocks/>
          </p:cNvSpPr>
          <p:nvPr/>
        </p:nvSpPr>
        <p:spPr>
          <a:xfrm>
            <a:off x="7081407" y="3944799"/>
            <a:ext cx="4082518" cy="49244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600" dirty="0">
                <a:solidFill>
                  <a:schemeClr val="tx2"/>
                </a:solidFill>
              </a:rPr>
              <a:t>Proponer el nuevo plan de trabajo y presentar el modelo predictivo a los clientes</a:t>
            </a:r>
          </a:p>
        </p:txBody>
      </p:sp>
      <p:sp>
        <p:nvSpPr>
          <p:cNvPr id="77" name="TextBox 76"/>
          <p:cNvSpPr txBox="1">
            <a:spLocks/>
          </p:cNvSpPr>
          <p:nvPr/>
        </p:nvSpPr>
        <p:spPr>
          <a:xfrm>
            <a:off x="4869646" y="5064951"/>
            <a:ext cx="1988353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lvl="0" indent="0" defTabSz="1193860" eaLnBrk="1" latinLnBrk="0" hangingPunct="1">
              <a:buClr>
                <a:schemeClr val="tx2"/>
              </a:buClr>
              <a:buSzPct val="100000"/>
              <a:defRPr lang="x-none" sz="1867" baseline="0">
                <a:latin typeface="+mn-lt"/>
              </a:defRPr>
            </a:lvl1pPr>
            <a:lvl2pPr marL="258246" lvl="1" indent="-256130" defTabSz="119386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867" baseline="0">
                <a:latin typeface="+mn-lt"/>
              </a:defRPr>
            </a:lvl2pPr>
            <a:lvl3pPr marL="609630" lvl="2" indent="-349268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867" baseline="0">
                <a:latin typeface="+mn-lt"/>
              </a:defRPr>
            </a:lvl3pPr>
            <a:lvl4pPr marL="819192" lvl="3" indent="-207444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867" baseline="0">
                <a:latin typeface="+mn-lt"/>
              </a:defRPr>
            </a:lvl4pPr>
            <a:lvl5pPr marL="999794" lvl="4" indent="-173575" defTabSz="119386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867" baseline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9pPr>
          </a:lstStyle>
          <a:p>
            <a:r>
              <a:rPr lang="es-CO" sz="1800" b="1" dirty="0">
                <a:solidFill>
                  <a:schemeClr val="tx2"/>
                </a:solidFill>
              </a:rPr>
              <a:t>Seguimiento de recomendaciones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46FA00-A3A1-4343-AC78-A3F4B2B2EF75}"/>
              </a:ext>
            </a:extLst>
          </p:cNvPr>
          <p:cNvSpPr txBox="1">
            <a:spLocks/>
          </p:cNvSpPr>
          <p:nvPr/>
        </p:nvSpPr>
        <p:spPr>
          <a:xfrm>
            <a:off x="7081407" y="5064951"/>
            <a:ext cx="4082518" cy="98488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600" dirty="0">
                <a:solidFill>
                  <a:schemeClr val="tx2"/>
                </a:solidFill>
              </a:rPr>
              <a:t>Monitorear la implementación de las nuevas actividades de prevención en cada empresa seleccionada y retroalimentación del uso del tablero</a:t>
            </a:r>
          </a:p>
        </p:txBody>
      </p:sp>
      <p:sp>
        <p:nvSpPr>
          <p:cNvPr id="75" name="TextBox 74"/>
          <p:cNvSpPr txBox="1">
            <a:spLocks/>
          </p:cNvSpPr>
          <p:nvPr/>
        </p:nvSpPr>
        <p:spPr>
          <a:xfrm>
            <a:off x="4869646" y="2875661"/>
            <a:ext cx="1900187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>
            <a:lvl1pPr marL="0" lvl="0" indent="0" defTabSz="1193860" eaLnBrk="1" latinLnBrk="0" hangingPunct="1">
              <a:buClr>
                <a:schemeClr val="tx2"/>
              </a:buClr>
              <a:buSzPct val="100000"/>
              <a:defRPr lang="x-none" sz="1867" baseline="0">
                <a:latin typeface="+mn-lt"/>
              </a:defRPr>
            </a:lvl1pPr>
            <a:lvl2pPr marL="258246" lvl="1" indent="-256130" defTabSz="1193860" eaLnBrk="1" latinLnBrk="0" hangingPunct="1">
              <a:buClr>
                <a:schemeClr val="tx2"/>
              </a:buClr>
              <a:buSzPct val="125000"/>
              <a:buFont typeface="Arial" charset="0"/>
              <a:buChar char="▪"/>
              <a:defRPr lang="x-none" sz="1867" baseline="0">
                <a:latin typeface="+mn-lt"/>
              </a:defRPr>
            </a:lvl2pPr>
            <a:lvl3pPr marL="609630" lvl="2" indent="-349268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–"/>
              <a:defRPr lang="x-none" sz="1867" baseline="0">
                <a:latin typeface="+mn-lt"/>
              </a:defRPr>
            </a:lvl3pPr>
            <a:lvl4pPr marL="819192" lvl="3" indent="-207444" defTabSz="1193860" eaLnBrk="1" latinLnBrk="0" hangingPunct="1">
              <a:buClr>
                <a:schemeClr val="tx2"/>
              </a:buClr>
              <a:buSzPct val="120000"/>
              <a:buFont typeface="Arial" charset="0"/>
              <a:buChar char="▫"/>
              <a:defRPr lang="x-none" sz="1867" baseline="0">
                <a:latin typeface="+mn-lt"/>
              </a:defRPr>
            </a:lvl4pPr>
            <a:lvl5pPr marL="999794" lvl="4" indent="-173575" defTabSz="1193860" eaLnBrk="1" latinLnBrk="0" hangingPunct="1">
              <a:buClr>
                <a:schemeClr val="tx2"/>
              </a:buClr>
              <a:buSzPct val="89000"/>
              <a:buFont typeface="Arial" charset="0"/>
              <a:buChar char="-"/>
              <a:defRPr lang="x-none" sz="1867" baseline="0">
                <a:latin typeface="+mn-lt"/>
              </a:defRPr>
            </a:lvl5pPr>
            <a:lvl6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6pPr>
            <a:lvl7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7pPr>
            <a:lvl8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8pPr>
            <a:lvl9pPr marL="999794" indent="-173575" defTabSz="119386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33" baseline="0">
                <a:latin typeface="+mn-lt"/>
              </a:defRPr>
            </a:lvl9pPr>
          </a:lstStyle>
          <a:p>
            <a:r>
              <a:rPr lang="es-CO" sz="1800" b="1" dirty="0">
                <a:solidFill>
                  <a:schemeClr val="tx2"/>
                </a:solidFill>
              </a:rPr>
              <a:t>Modificación de planes actuales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68DCC-7401-475C-A513-F9E6F181B641}"/>
              </a:ext>
            </a:extLst>
          </p:cNvPr>
          <p:cNvSpPr txBox="1">
            <a:spLocks/>
          </p:cNvSpPr>
          <p:nvPr/>
        </p:nvSpPr>
        <p:spPr>
          <a:xfrm>
            <a:off x="7081407" y="2875661"/>
            <a:ext cx="4082518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600" dirty="0">
                <a:solidFill>
                  <a:schemeClr val="tx2"/>
                </a:solidFill>
              </a:rPr>
              <a:t>Ajustar los planes de trabajo para cada empresa seleccionada en función del pronóstico de accidentes</a:t>
            </a:r>
          </a:p>
        </p:txBody>
      </p:sp>
      <p:sp>
        <p:nvSpPr>
          <p:cNvPr id="19" name="TrackerNumBlue 26">
            <a:extLst>
              <a:ext uri="{FF2B5EF4-FFF2-40B4-BE49-F238E27FC236}">
                <a16:creationId xmlns:a16="http://schemas.microsoft.com/office/drawing/2014/main" id="{0A2A19E2-2225-FF9B-2DA3-24827937FC4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049937" y="1723867"/>
            <a:ext cx="508135" cy="492442"/>
          </a:xfrm>
          <a:prstGeom prst="ellipse">
            <a:avLst/>
          </a:prstGeom>
          <a:solidFill>
            <a:schemeClr val="accent3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2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rackerNumBlue 26">
            <a:extLst>
              <a:ext uri="{FF2B5EF4-FFF2-40B4-BE49-F238E27FC236}">
                <a16:creationId xmlns:a16="http://schemas.microsoft.com/office/drawing/2014/main" id="{90723ED3-3A05-281E-5ED0-1AF37060529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049937" y="2875661"/>
            <a:ext cx="508135" cy="492442"/>
          </a:xfrm>
          <a:prstGeom prst="ellipse">
            <a:avLst/>
          </a:prstGeom>
          <a:solidFill>
            <a:schemeClr val="accent3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2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TrackerNumBlue 26">
            <a:extLst>
              <a:ext uri="{FF2B5EF4-FFF2-40B4-BE49-F238E27FC236}">
                <a16:creationId xmlns:a16="http://schemas.microsoft.com/office/drawing/2014/main" id="{8471D3C7-A1B9-E08A-AD0B-BC8C26DAC21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049937" y="3944799"/>
            <a:ext cx="508135" cy="492442"/>
          </a:xfrm>
          <a:prstGeom prst="ellipse">
            <a:avLst/>
          </a:prstGeom>
          <a:solidFill>
            <a:schemeClr val="accent3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2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7" name="TrackerNumBlue 26">
            <a:extLst>
              <a:ext uri="{FF2B5EF4-FFF2-40B4-BE49-F238E27FC236}">
                <a16:creationId xmlns:a16="http://schemas.microsoft.com/office/drawing/2014/main" id="{F44E4C0B-9662-A148-CE80-D232BFDECC2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049937" y="5064951"/>
            <a:ext cx="508135" cy="492442"/>
          </a:xfrm>
          <a:prstGeom prst="ellipse">
            <a:avLst/>
          </a:prstGeom>
          <a:solidFill>
            <a:schemeClr val="accent3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2400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39" name="LineBasicStrong 15">
            <a:extLst>
              <a:ext uri="{FF2B5EF4-FFF2-40B4-BE49-F238E27FC236}">
                <a16:creationId xmlns:a16="http://schemas.microsoft.com/office/drawing/2014/main" id="{61D67BE6-E1FB-8BD6-F16F-FF3A901021DA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3851135" y="2703252"/>
            <a:ext cx="7312790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neBasicStrong 15">
            <a:extLst>
              <a:ext uri="{FF2B5EF4-FFF2-40B4-BE49-F238E27FC236}">
                <a16:creationId xmlns:a16="http://schemas.microsoft.com/office/drawing/2014/main" id="{5CC0ABBF-CCB3-FBA5-E320-54D09AC0D7B6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3851135" y="3810497"/>
            <a:ext cx="7312790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BasicStrong 15">
            <a:extLst>
              <a:ext uri="{FF2B5EF4-FFF2-40B4-BE49-F238E27FC236}">
                <a16:creationId xmlns:a16="http://schemas.microsoft.com/office/drawing/2014/main" id="{18D5C6E5-C647-F346-CA94-B0054FEF4691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>
          <a:xfrm>
            <a:off x="3851135" y="4869404"/>
            <a:ext cx="7312790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501785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3B30317-0AA5-9825-4C55-CC0C73CD6D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3572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think-cell Slide" r:id="rId13" imgW="404" imgH="403" progId="TCLayout.ActiveDocument.1">
                  <p:embed/>
                </p:oleObj>
              </mc:Choice>
              <mc:Fallback>
                <p:oleObj name="think-cell Slide" r:id="rId13" imgW="404" imgH="40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B30317-0AA5-9825-4C55-CC0C73CD6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D65A285-CEC9-DDB4-E0BF-1A5F2D2E305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4644" y="8877"/>
            <a:ext cx="6065321" cy="6858000"/>
          </a:xfrm>
          <a:prstGeom prst="rect">
            <a:avLst/>
          </a:prstGeom>
        </p:spPr>
      </p:pic>
      <p:sp>
        <p:nvSpPr>
          <p:cNvPr id="2" name="2. Slide Title">
            <a:extLst>
              <a:ext uri="{FF2B5EF4-FFF2-40B4-BE49-F238E27FC236}">
                <a16:creationId xmlns:a16="http://schemas.microsoft.com/office/drawing/2014/main" id="{D605D1B4-A79A-2144-EC84-E8689BF25C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72836"/>
            <a:ext cx="5065776" cy="731520"/>
          </a:xfrm>
        </p:spPr>
        <p:txBody>
          <a:bodyPr vert="horz"/>
          <a:lstStyle/>
          <a:p>
            <a:pPr>
              <a:buClr>
                <a:schemeClr val="tx2"/>
              </a:buClr>
            </a:pPr>
            <a:r>
              <a:rPr lang="es-CO" sz="2800" b="1" dirty="0">
                <a:solidFill>
                  <a:schemeClr val="tx2"/>
                </a:solidFill>
              </a:rPr>
              <a:t>1. Revisión de pronósticos por empresa 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940CE2A-3E77-2639-FD15-470AFE497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1" name="CustomIcon">
            <a:extLst>
              <a:ext uri="{FF2B5EF4-FFF2-40B4-BE49-F238E27FC236}">
                <a16:creationId xmlns:a16="http://schemas.microsoft.com/office/drawing/2014/main" id="{065D5F8A-D35E-DDED-C5CD-554163AAC56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4735" y="1185772"/>
            <a:ext cx="285989" cy="2859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7D5BAF-D12C-D1F9-D974-872337F6EE26}"/>
              </a:ext>
            </a:extLst>
          </p:cNvPr>
          <p:cNvSpPr txBox="1">
            <a:spLocks/>
          </p:cNvSpPr>
          <p:nvPr/>
        </p:nvSpPr>
        <p:spPr>
          <a:xfrm>
            <a:off x="1022142" y="1245441"/>
            <a:ext cx="4082518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200" dirty="0">
                <a:solidFill>
                  <a:schemeClr val="tx2"/>
                </a:solidFill>
              </a:rPr>
              <a:t>22/05/24 – 24/05/24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6E790-402F-AE04-D41F-932F0F29E244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1134022" y="3383108"/>
            <a:ext cx="4395051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400" dirty="0">
                <a:solidFill>
                  <a:schemeClr val="tx2"/>
                </a:solidFill>
              </a:rPr>
              <a:t>Priorizar la implementación de ajustes de los planes de trabajo en aquellas con mayor crecimiento y variación de accidentes en la página de tabla de empresas</a:t>
            </a: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3BFF27F5-855E-9384-0A8E-324C71604529}"/>
              </a:ext>
            </a:extLst>
          </p:cNvPr>
          <p:cNvPicPr>
            <a:picLocks/>
          </p:cNvPicPr>
          <p:nvPr/>
        </p:nvPicPr>
        <p:blipFill rotWithShape="1">
          <a:blip r:embed="rId1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2524" y="804197"/>
            <a:ext cx="4472353" cy="18294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2EFF0C9-015F-35E9-1D21-8D0C0742F99D}"/>
              </a:ext>
            </a:extLst>
          </p:cNvPr>
          <p:cNvSpPr txBox="1">
            <a:spLocks/>
          </p:cNvSpPr>
          <p:nvPr/>
        </p:nvSpPr>
        <p:spPr>
          <a:xfrm>
            <a:off x="1022142" y="1629915"/>
            <a:ext cx="4346654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no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400" dirty="0">
                <a:solidFill>
                  <a:schemeClr val="tx2"/>
                </a:solidFill>
              </a:rPr>
              <a:t>Identificar la cantidad de accidentes esperados por empresa en la página de pronostico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E8EB64-6BC8-EE67-EF34-5F9374456C1C}"/>
              </a:ext>
            </a:extLst>
          </p:cNvPr>
          <p:cNvSpPr txBox="1">
            <a:spLocks/>
          </p:cNvSpPr>
          <p:nvPr/>
        </p:nvSpPr>
        <p:spPr>
          <a:xfrm>
            <a:off x="1134022" y="5305572"/>
            <a:ext cx="4395051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ct val="100000"/>
              </a:spcBef>
              <a:spcAft>
                <a:spcPts val="300"/>
              </a:spcAft>
              <a:buClr>
                <a:schemeClr val="tx1"/>
              </a:buClr>
              <a:buFont typeface="Segoe UI" panose="020B0502040204020203" pitchFamily="34" charset="0"/>
              <a:buNone/>
              <a:defRPr sz="14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s-CO" dirty="0">
                <a:solidFill>
                  <a:schemeClr val="tx2"/>
                </a:solidFill>
              </a:rPr>
              <a:t>Identificar cuáles son los accidentes esperados por tipo de lesión, parte afectada, mecanismo y sitio en la página de características</a:t>
            </a:r>
          </a:p>
        </p:txBody>
      </p:sp>
      <p:sp>
        <p:nvSpPr>
          <p:cNvPr id="30" name="TrackerNumBlue 30">
            <a:extLst>
              <a:ext uri="{FF2B5EF4-FFF2-40B4-BE49-F238E27FC236}">
                <a16:creationId xmlns:a16="http://schemas.microsoft.com/office/drawing/2014/main" id="{E0E87EB9-F79D-B55E-BB5F-4EFFA4240D1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94405" y="1629915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TrackerNumBlue 30">
            <a:extLst>
              <a:ext uri="{FF2B5EF4-FFF2-40B4-BE49-F238E27FC236}">
                <a16:creationId xmlns:a16="http://schemas.microsoft.com/office/drawing/2014/main" id="{F6330F88-7DCA-ED25-C2D5-B9EDF9745F1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4405" y="3383108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TrackerNumBlue 30">
            <a:extLst>
              <a:ext uri="{FF2B5EF4-FFF2-40B4-BE49-F238E27FC236}">
                <a16:creationId xmlns:a16="http://schemas.microsoft.com/office/drawing/2014/main" id="{FCF09B8E-C880-52FF-5C0E-54999C35F6E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94405" y="5305572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6" name="LineBasicStrong 15">
            <a:extLst>
              <a:ext uri="{FF2B5EF4-FFF2-40B4-BE49-F238E27FC236}">
                <a16:creationId xmlns:a16="http://schemas.microsoft.com/office/drawing/2014/main" id="{54A522FD-7DC0-A931-79AC-947448FA2757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>
          <a:xfrm>
            <a:off x="333384" y="2784027"/>
            <a:ext cx="11557561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neBasicStrong 15">
            <a:extLst>
              <a:ext uri="{FF2B5EF4-FFF2-40B4-BE49-F238E27FC236}">
                <a16:creationId xmlns:a16="http://schemas.microsoft.com/office/drawing/2014/main" id="{2D3DB467-63AD-E64B-2A2C-2EF80C24FD6C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333384" y="4737411"/>
            <a:ext cx="11557561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n 1">
            <a:extLst>
              <a:ext uri="{FF2B5EF4-FFF2-40B4-BE49-F238E27FC236}">
                <a16:creationId xmlns:a16="http://schemas.microsoft.com/office/drawing/2014/main" id="{5274B5E5-B720-B77E-0677-6E2E95CB1A50}"/>
              </a:ext>
            </a:extLst>
          </p:cNvPr>
          <p:cNvPicPr>
            <a:picLocks/>
          </p:cNvPicPr>
          <p:nvPr/>
        </p:nvPicPr>
        <p:blipFill rotWithShape="1">
          <a:blip r:embed="rId1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53274" y="2867062"/>
            <a:ext cx="4472353" cy="1829478"/>
          </a:xfrm>
          <a:prstGeom prst="rect">
            <a:avLst/>
          </a:prstGeom>
        </p:spPr>
      </p:pic>
      <p:pic>
        <p:nvPicPr>
          <p:cNvPr id="50" name="Imagen 1">
            <a:extLst>
              <a:ext uri="{FF2B5EF4-FFF2-40B4-BE49-F238E27FC236}">
                <a16:creationId xmlns:a16="http://schemas.microsoft.com/office/drawing/2014/main" id="{FEDC7F44-093B-975A-5243-974FA948E6F4}"/>
              </a:ext>
            </a:extLst>
          </p:cNvPr>
          <p:cNvPicPr>
            <a:picLocks/>
          </p:cNvPicPr>
          <p:nvPr/>
        </p:nvPicPr>
        <p:blipFill rotWithShape="1"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72524" y="4839280"/>
            <a:ext cx="4472353" cy="1829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6F2594-F907-CD7F-BB37-20F77E94E072}"/>
              </a:ext>
            </a:extLst>
          </p:cNvPr>
          <p:cNvSpPr txBox="1">
            <a:spLocks/>
          </p:cNvSpPr>
          <p:nvPr/>
        </p:nvSpPr>
        <p:spPr>
          <a:xfrm>
            <a:off x="1022142" y="2130385"/>
            <a:ext cx="2953762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Pronostico: 2 accidentes en el próximo 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730F1-3301-72CD-3D19-0D8B4C6E6B62}"/>
              </a:ext>
            </a:extLst>
          </p:cNvPr>
          <p:cNvSpPr txBox="1">
            <a:spLocks/>
          </p:cNvSpPr>
          <p:nvPr/>
        </p:nvSpPr>
        <p:spPr>
          <a:xfrm>
            <a:off x="1022141" y="4059603"/>
            <a:ext cx="3646111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Pronostico: decrecimiento en la accidentabilidad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F95B83-15EE-C1F5-78F4-16DFD2C7C0CA}"/>
              </a:ext>
            </a:extLst>
          </p:cNvPr>
          <p:cNvSpPr txBox="1">
            <a:spLocks/>
          </p:cNvSpPr>
          <p:nvPr/>
        </p:nvSpPr>
        <p:spPr>
          <a:xfrm>
            <a:off x="1022141" y="5993205"/>
            <a:ext cx="4346655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Pronostico: accidentes en manos y golpes contundentes</a:t>
            </a:r>
          </a:p>
        </p:txBody>
      </p:sp>
    </p:spTree>
    <p:extLst>
      <p:ext uri="{BB962C8B-B14F-4D97-AF65-F5344CB8AC3E}">
        <p14:creationId xmlns:p14="http://schemas.microsoft.com/office/powerpoint/2010/main" val="1639136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93B30317-0AA5-9825-4C55-CC0C73CD6D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9580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think-cell Slide" r:id="rId15" imgW="404" imgH="403" progId="TCLayout.ActiveDocument.1">
                  <p:embed/>
                </p:oleObj>
              </mc:Choice>
              <mc:Fallback>
                <p:oleObj name="think-cell Slide" r:id="rId15" imgW="404" imgH="403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93B30317-0AA5-9825-4C55-CC0C73CD6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DD1761F-AE66-4945-3D34-8AE20A0DE7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4644" y="8877"/>
            <a:ext cx="6065321" cy="6858000"/>
          </a:xfrm>
          <a:prstGeom prst="rect">
            <a:avLst/>
          </a:prstGeom>
        </p:spPr>
      </p:pic>
      <p:sp>
        <p:nvSpPr>
          <p:cNvPr id="2" name="2. Slide Title">
            <a:extLst>
              <a:ext uri="{FF2B5EF4-FFF2-40B4-BE49-F238E27FC236}">
                <a16:creationId xmlns:a16="http://schemas.microsoft.com/office/drawing/2014/main" id="{D605D1B4-A79A-2144-EC84-E8689BF25C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72836"/>
            <a:ext cx="5065776" cy="731520"/>
          </a:xfrm>
        </p:spPr>
        <p:txBody>
          <a:bodyPr vert="horz"/>
          <a:lstStyle/>
          <a:p>
            <a:pPr>
              <a:buClr>
                <a:schemeClr val="tx2"/>
              </a:buClr>
            </a:pPr>
            <a:r>
              <a:rPr lang="es-CO" sz="2800" dirty="0"/>
              <a:t>2. </a:t>
            </a:r>
            <a:r>
              <a:rPr lang="en-GB" sz="2800" b="1" dirty="0" err="1">
                <a:solidFill>
                  <a:schemeClr val="tx2"/>
                </a:solidFill>
              </a:rPr>
              <a:t>Modificación</a:t>
            </a:r>
            <a:r>
              <a:rPr lang="en-GB" sz="2800" b="1" dirty="0">
                <a:solidFill>
                  <a:schemeClr val="tx2"/>
                </a:solidFill>
              </a:rPr>
              <a:t> de planes </a:t>
            </a:r>
            <a:r>
              <a:rPr lang="en-GB" sz="2800" b="1" dirty="0" err="1">
                <a:solidFill>
                  <a:schemeClr val="tx2"/>
                </a:solidFill>
              </a:rPr>
              <a:t>actuales</a:t>
            </a:r>
            <a:r>
              <a:rPr lang="en-GB" sz="2800" b="1" dirty="0">
                <a:solidFill>
                  <a:schemeClr val="tx2"/>
                </a:solidFill>
              </a:rPr>
              <a:t> </a:t>
            </a:r>
            <a:endParaRPr lang="es-CO" sz="2800" b="1" dirty="0">
              <a:solidFill>
                <a:schemeClr val="tx2"/>
              </a:solidFill>
            </a:endParaRPr>
          </a:p>
        </p:txBody>
      </p:sp>
      <p:sp>
        <p:nvSpPr>
          <p:cNvPr id="43" name="1. On-page tracker">
            <a:extLst>
              <a:ext uri="{FF2B5EF4-FFF2-40B4-BE49-F238E27FC236}">
                <a16:creationId xmlns:a16="http://schemas.microsoft.com/office/drawing/2014/main" id="{8940CE2A-3E77-2639-FD15-470AFE497EFB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1" name="CustomIcon">
            <a:extLst>
              <a:ext uri="{FF2B5EF4-FFF2-40B4-BE49-F238E27FC236}">
                <a16:creationId xmlns:a16="http://schemas.microsoft.com/office/drawing/2014/main" id="{065D5F8A-D35E-DDED-C5CD-554163AAC56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4735" y="1185772"/>
            <a:ext cx="285989" cy="2859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7D5BAF-D12C-D1F9-D974-872337F6EE26}"/>
              </a:ext>
            </a:extLst>
          </p:cNvPr>
          <p:cNvSpPr txBox="1">
            <a:spLocks/>
          </p:cNvSpPr>
          <p:nvPr/>
        </p:nvSpPr>
        <p:spPr>
          <a:xfrm>
            <a:off x="1022142" y="1245441"/>
            <a:ext cx="4082518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200" dirty="0">
                <a:solidFill>
                  <a:schemeClr val="tx2"/>
                </a:solidFill>
              </a:rPr>
              <a:t>27/05/24 – 07/06/24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6E790-402F-AE04-D41F-932F0F29E24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134022" y="3205800"/>
            <a:ext cx="4395051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175" lvl="1" indent="0">
              <a:spcBef>
                <a:spcPct val="90000"/>
              </a:spcBef>
              <a:buNone/>
            </a:pPr>
            <a:r>
              <a:rPr lang="es-CO" sz="1400" dirty="0">
                <a:solidFill>
                  <a:schemeClr val="bg2"/>
                </a:solidFill>
              </a:rPr>
              <a:t>Revisar los programas y actividades disponibles en la Guía de Operativización de los Programas de Prevención para los accidentes esperados para replantear los PAC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EFF0C9-015F-35E9-1D21-8D0C0742F99D}"/>
              </a:ext>
            </a:extLst>
          </p:cNvPr>
          <p:cNvSpPr txBox="1">
            <a:spLocks/>
          </p:cNvSpPr>
          <p:nvPr/>
        </p:nvSpPr>
        <p:spPr>
          <a:xfrm>
            <a:off x="1022142" y="1629915"/>
            <a:ext cx="4346654" cy="52322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no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400" dirty="0">
                <a:solidFill>
                  <a:schemeClr val="tx2"/>
                </a:solidFill>
              </a:rPr>
              <a:t>Comparar los accidentes esperados contra los planes de acción conjunta actual para entender que ajustes se deben de realizar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E8EB64-6BC8-EE67-EF34-5F9374456C1C}"/>
              </a:ext>
            </a:extLst>
          </p:cNvPr>
          <p:cNvSpPr txBox="1">
            <a:spLocks/>
          </p:cNvSpPr>
          <p:nvPr/>
        </p:nvSpPr>
        <p:spPr>
          <a:xfrm>
            <a:off x="1134022" y="5122431"/>
            <a:ext cx="4395051" cy="52322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ct val="100000"/>
              </a:spcBef>
              <a:spcAft>
                <a:spcPts val="300"/>
              </a:spcAft>
              <a:buClr>
                <a:schemeClr val="tx1"/>
              </a:buClr>
              <a:buFont typeface="Segoe UI" panose="020B0502040204020203" pitchFamily="34" charset="0"/>
              <a:buNone/>
              <a:defRPr sz="14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Clr>
                <a:schemeClr val="tx2"/>
              </a:buClr>
            </a:pPr>
            <a:r>
              <a:rPr lang="es-CO" dirty="0">
                <a:solidFill>
                  <a:schemeClr val="tx2"/>
                </a:solidFill>
              </a:rPr>
              <a:t>Ajustar los como parte de la prueba piloto priorizando actividades de prevención que puedan ser ejecutadas por APP, la Unidad de Prevención o adelantar actividades ya planificadas</a:t>
            </a:r>
          </a:p>
        </p:txBody>
      </p:sp>
      <p:sp>
        <p:nvSpPr>
          <p:cNvPr id="30" name="TrackerNumBlue 30">
            <a:extLst>
              <a:ext uri="{FF2B5EF4-FFF2-40B4-BE49-F238E27FC236}">
                <a16:creationId xmlns:a16="http://schemas.microsoft.com/office/drawing/2014/main" id="{E0E87EB9-F79D-B55E-BB5F-4EFFA4240D1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94405" y="1629915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" name="TrackerNumBlue 30">
            <a:extLst>
              <a:ext uri="{FF2B5EF4-FFF2-40B4-BE49-F238E27FC236}">
                <a16:creationId xmlns:a16="http://schemas.microsoft.com/office/drawing/2014/main" id="{F6330F88-7DCA-ED25-C2D5-B9EDF9745F1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94405" y="3205800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TrackerNumBlue 30">
            <a:extLst>
              <a:ext uri="{FF2B5EF4-FFF2-40B4-BE49-F238E27FC236}">
                <a16:creationId xmlns:a16="http://schemas.microsoft.com/office/drawing/2014/main" id="{FCF09B8E-C880-52FF-5C0E-54999C35F6E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94405" y="5122431"/>
            <a:ext cx="279340" cy="279340"/>
          </a:xfrm>
          <a:prstGeom prst="ellipse">
            <a:avLst/>
          </a:prstGeom>
          <a:solidFill>
            <a:schemeClr val="accent2"/>
          </a:solidFill>
          <a:ln w="6350" cap="sq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sq" cmpd="sng" algn="ctr">
                <a:solidFill>
                  <a:schemeClr val="accent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es-CO" sz="14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46" name="LineBasicStrong 15">
            <a:extLst>
              <a:ext uri="{FF2B5EF4-FFF2-40B4-BE49-F238E27FC236}">
                <a16:creationId xmlns:a16="http://schemas.microsoft.com/office/drawing/2014/main" id="{54A522FD-7DC0-A931-79AC-947448FA2757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333384" y="2784027"/>
            <a:ext cx="11557561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neBasicStrong 15">
            <a:extLst>
              <a:ext uri="{FF2B5EF4-FFF2-40B4-BE49-F238E27FC236}">
                <a16:creationId xmlns:a16="http://schemas.microsoft.com/office/drawing/2014/main" id="{2D3DB467-63AD-E64B-2A2C-2EF80C24FD6C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>
          <a:xfrm>
            <a:off x="333384" y="4737411"/>
            <a:ext cx="11557561" cy="0"/>
          </a:xfrm>
          <a:prstGeom prst="straightConnector1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7BE951A-0EAC-AE15-7A01-BEAD69F7D862}"/>
              </a:ext>
            </a:extLst>
          </p:cNvPr>
          <p:cNvPicPr>
            <a:picLocks/>
          </p:cNvPicPr>
          <p:nvPr/>
        </p:nvPicPr>
        <p:blipFill rotWithShape="1">
          <a:blip r:embed="rId2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25642" y="2834611"/>
            <a:ext cx="3832335" cy="1852764"/>
          </a:xfrm>
          <a:prstGeom prst="rect">
            <a:avLst/>
          </a:prstGeom>
        </p:spPr>
      </p:pic>
      <p:grpSp>
        <p:nvGrpSpPr>
          <p:cNvPr id="42" name="DoubleArrowBlue 43">
            <a:extLst>
              <a:ext uri="{FF2B5EF4-FFF2-40B4-BE49-F238E27FC236}">
                <a16:creationId xmlns:a16="http://schemas.microsoft.com/office/drawing/2014/main" id="{E5A7DFE8-6B61-F154-6A91-9CDD4592CB5E}"/>
              </a:ext>
            </a:extLst>
          </p:cNvPr>
          <p:cNvGrpSpPr>
            <a:grpSpLocks noChangeAspect="1"/>
          </p:cNvGrpSpPr>
          <p:nvPr>
            <p:custDataLst>
              <p:tags r:id="rId12"/>
            </p:custDataLst>
          </p:nvPr>
        </p:nvGrpSpPr>
        <p:grpSpPr>
          <a:xfrm>
            <a:off x="8980729" y="1430107"/>
            <a:ext cx="293149" cy="293149"/>
            <a:chOff x="1016000" y="1016000"/>
            <a:chExt cx="396228" cy="396228"/>
          </a:xfrm>
          <a:solidFill>
            <a:schemeClr val="tx1"/>
          </a:solidFill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AE39DAB-FCCE-60AA-1E27-B715AD619363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3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1A24DA95-AF1B-6502-3684-057E813BE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=""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874C58B-ACDB-C056-EE13-13E51DAF3396}"/>
              </a:ext>
            </a:extLst>
          </p:cNvPr>
          <p:cNvSpPr txBox="1">
            <a:spLocks/>
          </p:cNvSpPr>
          <p:nvPr/>
        </p:nvSpPr>
        <p:spPr>
          <a:xfrm>
            <a:off x="1022141" y="2351266"/>
            <a:ext cx="4506931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PAC: Programa AT de riesgo químico y construcción libre de riesgo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E10AAF-9F35-D0DA-ECBD-719E55FF5D55}"/>
              </a:ext>
            </a:extLst>
          </p:cNvPr>
          <p:cNvPicPr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9449624" y="771181"/>
            <a:ext cx="2650958" cy="1534903"/>
          </a:xfrm>
          <a:prstGeom prst="rect">
            <a:avLst/>
          </a:prstGeom>
        </p:spPr>
      </p:pic>
      <p:pic>
        <p:nvPicPr>
          <p:cNvPr id="9" name="Imagen 1">
            <a:extLst>
              <a:ext uri="{FF2B5EF4-FFF2-40B4-BE49-F238E27FC236}">
                <a16:creationId xmlns:a16="http://schemas.microsoft.com/office/drawing/2014/main" id="{9E4F509B-97F2-DC6A-04C1-A478C0B2DA0A}"/>
              </a:ext>
            </a:extLst>
          </p:cNvPr>
          <p:cNvPicPr>
            <a:picLocks/>
          </p:cNvPicPr>
          <p:nvPr/>
        </p:nvPicPr>
        <p:blipFill rotWithShape="1">
          <a:blip r:embed="rId2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16598" y="476366"/>
            <a:ext cx="2221999" cy="1010144"/>
          </a:xfrm>
          <a:prstGeom prst="rect">
            <a:avLst/>
          </a:prstGeom>
        </p:spPr>
      </p:pic>
      <p:pic>
        <p:nvPicPr>
          <p:cNvPr id="12" name="Imagen 1">
            <a:extLst>
              <a:ext uri="{FF2B5EF4-FFF2-40B4-BE49-F238E27FC236}">
                <a16:creationId xmlns:a16="http://schemas.microsoft.com/office/drawing/2014/main" id="{82419F09-91DA-CC2E-21C9-D9F9F206A97B}"/>
              </a:ext>
            </a:extLst>
          </p:cNvPr>
          <p:cNvPicPr>
            <a:picLocks/>
          </p:cNvPicPr>
          <p:nvPr/>
        </p:nvPicPr>
        <p:blipFill rotWithShape="1"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8232" y="1646301"/>
            <a:ext cx="2238729" cy="10101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B34DCA-7D9F-2AA5-417A-90D55817E07F}"/>
              </a:ext>
            </a:extLst>
          </p:cNvPr>
          <p:cNvSpPr txBox="1">
            <a:spLocks/>
          </p:cNvSpPr>
          <p:nvPr/>
        </p:nvSpPr>
        <p:spPr>
          <a:xfrm>
            <a:off x="1022141" y="4131770"/>
            <a:ext cx="4506931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¿Cuál programa previene el pronóstico de accidentes mejor?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1D6708-FCD6-DE43-AB5F-6CAAC0F144BA}"/>
              </a:ext>
            </a:extLst>
          </p:cNvPr>
          <p:cNvPicPr>
            <a:picLocks/>
          </p:cNvPicPr>
          <p:nvPr/>
        </p:nvPicPr>
        <p:blipFill>
          <a:blip r:embed="rId26"/>
          <a:stretch>
            <a:fillRect/>
          </a:stretch>
        </p:blipFill>
        <p:spPr>
          <a:xfrm>
            <a:off x="7225642" y="4816870"/>
            <a:ext cx="3832335" cy="18527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EC1B68-62AE-682B-175C-763A679B6714}"/>
              </a:ext>
            </a:extLst>
          </p:cNvPr>
          <p:cNvSpPr txBox="1">
            <a:spLocks/>
          </p:cNvSpPr>
          <p:nvPr/>
        </p:nvSpPr>
        <p:spPr>
          <a:xfrm>
            <a:off x="1022141" y="6077864"/>
            <a:ext cx="4506931" cy="2616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100000"/>
              </a:spcBef>
              <a:buClr>
                <a:schemeClr val="tx2"/>
              </a:buClr>
              <a:buNone/>
            </a:pPr>
            <a:r>
              <a:rPr lang="es-CO" sz="1100" i="1" dirty="0">
                <a:solidFill>
                  <a:schemeClr val="tx2"/>
                </a:solidFill>
              </a:rPr>
              <a:t>PAC: Programa AT mecánico y energías peligros, y riesgo publico</a:t>
            </a:r>
          </a:p>
        </p:txBody>
      </p:sp>
    </p:spTree>
    <p:extLst>
      <p:ext uri="{BB962C8B-B14F-4D97-AF65-F5344CB8AC3E}">
        <p14:creationId xmlns:p14="http://schemas.microsoft.com/office/powerpoint/2010/main" val="2031140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93B30317-0AA5-9825-4C55-CC0C73CD6D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072334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" name="think-cell Slide" r:id="rId14" imgW="404" imgH="403" progId="TCLayout.ActiveDocument.1">
                  <p:embed/>
                </p:oleObj>
              </mc:Choice>
              <mc:Fallback>
                <p:oleObj name="think-cell Slide" r:id="rId14" imgW="404" imgH="403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93B30317-0AA5-9825-4C55-CC0C73CD6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605D1B4-A79A-2144-EC84-E8689BF25C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78847"/>
            <a:ext cx="5242382" cy="731520"/>
          </a:xfrm>
        </p:spPr>
        <p:txBody>
          <a:bodyPr vert="horz"/>
          <a:lstStyle/>
          <a:p>
            <a:r>
              <a:rPr lang="es-CO" dirty="0"/>
              <a:t>3. </a:t>
            </a:r>
            <a:r>
              <a:rPr lang="es-CO" sz="2800" b="1" dirty="0">
                <a:solidFill>
                  <a:schemeClr val="tx2"/>
                </a:solidFill>
              </a:rPr>
              <a:t>Presentación de nuevos planes a clientes </a:t>
            </a:r>
            <a:endParaRPr lang="es-CO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07A6C38-7B46-1ADB-7214-697CECD525D2}"/>
              </a:ext>
            </a:extLst>
          </p:cNvPr>
          <p:cNvGrpSpPr>
            <a:grpSpLocks/>
          </p:cNvGrpSpPr>
          <p:nvPr/>
        </p:nvGrpSpPr>
        <p:grpSpPr>
          <a:xfrm>
            <a:off x="6325380" y="1864356"/>
            <a:ext cx="5692847" cy="3206381"/>
            <a:chOff x="3654578" y="1719802"/>
            <a:chExt cx="8121189" cy="45740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68AA41-F1E5-B09B-9CBE-FF5A5AEBC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54578" y="1719802"/>
              <a:ext cx="8121189" cy="457409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B986FA6-D41F-1A82-EA27-A202D2A24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829660" y="2208665"/>
              <a:ext cx="5805683" cy="3386069"/>
            </a:xfrm>
            <a:prstGeom prst="rect">
              <a:avLst/>
            </a:prstGeom>
          </p:spPr>
        </p:pic>
      </p:grpSp>
      <p:sp>
        <p:nvSpPr>
          <p:cNvPr id="19" name="Title 9">
            <a:extLst>
              <a:ext uri="{FF2B5EF4-FFF2-40B4-BE49-F238E27FC236}">
                <a16:creationId xmlns:a16="http://schemas.microsoft.com/office/drawing/2014/main" id="{8DB8AEC5-20D4-40AB-4E5C-BAD417D718F6}"/>
              </a:ext>
            </a:extLst>
          </p:cNvPr>
          <p:cNvSpPr txBox="1">
            <a:spLocks/>
          </p:cNvSpPr>
          <p:nvPr/>
        </p:nvSpPr>
        <p:spPr>
          <a:xfrm>
            <a:off x="6436311" y="5124786"/>
            <a:ext cx="5450890" cy="25741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chemeClr val="tx1"/>
              </a:buClr>
            </a:pPr>
            <a:r>
              <a:rPr lang="en-GB" sz="1200" dirty="0"/>
              <a:t>Plan de </a:t>
            </a:r>
            <a:r>
              <a:rPr lang="en-GB" sz="1200" dirty="0" err="1"/>
              <a:t>Acción</a:t>
            </a:r>
            <a:r>
              <a:rPr lang="en-GB" sz="1200" dirty="0"/>
              <a:t> </a:t>
            </a:r>
            <a:r>
              <a:rPr lang="en-GB" sz="1200" dirty="0" err="1"/>
              <a:t>Conjunta</a:t>
            </a:r>
            <a:endParaRPr lang="en-US" sz="1200" dirty="0"/>
          </a:p>
        </p:txBody>
      </p:sp>
      <p:grpSp>
        <p:nvGrpSpPr>
          <p:cNvPr id="33" name="CustomIcon">
            <a:extLst>
              <a:ext uri="{FF2B5EF4-FFF2-40B4-BE49-F238E27FC236}">
                <a16:creationId xmlns:a16="http://schemas.microsoft.com/office/drawing/2014/main" id="{AE7E43BB-7317-A980-05AC-0769C0A9E51C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>
          <a:xfrm>
            <a:off x="581197" y="3175233"/>
            <a:ext cx="658709" cy="656196"/>
            <a:chOff x="-205105" y="-205105"/>
            <a:chExt cx="1019810" cy="101981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E8F4B0-EC73-DB5D-EFB4-A3FF090788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F3F3E1F3-E14D-87CA-4AAE-B20A64259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=""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37" name="CustomIcon">
            <a:extLst>
              <a:ext uri="{FF2B5EF4-FFF2-40B4-BE49-F238E27FC236}">
                <a16:creationId xmlns:a16="http://schemas.microsoft.com/office/drawing/2014/main" id="{6F14090C-0120-632A-E0E1-43A921833FDE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>
          <a:xfrm>
            <a:off x="581198" y="4282227"/>
            <a:ext cx="658709" cy="656196"/>
            <a:chOff x="-205105" y="-205105"/>
            <a:chExt cx="1019810" cy="101981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DC7B6EE-E492-E882-6744-309E90A4E4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F8366EF-C628-31D3-DAF3-9E2752969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=""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922B39-F691-7544-F6D1-D7C9F957A47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6" y="2020996"/>
            <a:ext cx="492278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80000"/>
              </a:spcBef>
            </a:pPr>
            <a:r>
              <a:rPr lang="es-CO" dirty="0">
                <a:solidFill>
                  <a:schemeClr val="bg2"/>
                </a:solidFill>
              </a:rPr>
              <a:t>La presentación de la propuesta de mejora a los clientes seleccionados debe estar enfocados en el tablero y en la nueva propuesta del PAC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7EADDE-90DE-3536-CC9E-44FC005E936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9280" y="3133999"/>
            <a:ext cx="4012927" cy="715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CO" b="1" dirty="0">
                <a:solidFill>
                  <a:schemeClr val="bg2"/>
                </a:solidFill>
              </a:rPr>
              <a:t>Tablero 04</a:t>
            </a:r>
          </a:p>
          <a:p>
            <a:pPr>
              <a:spcBef>
                <a:spcPct val="0"/>
              </a:spcBef>
            </a:pPr>
            <a:r>
              <a:rPr lang="es-CO" sz="1400" dirty="0">
                <a:solidFill>
                  <a:schemeClr val="bg2"/>
                </a:solidFill>
              </a:rPr>
              <a:t>Se debe presentar únicamente la información filtrada por nombre de cliente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132EFD-1431-2E27-147B-0DE6FA091A3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559279" y="5122907"/>
            <a:ext cx="4012927" cy="715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CO" b="1" dirty="0">
                <a:solidFill>
                  <a:schemeClr val="bg2"/>
                </a:solidFill>
              </a:rPr>
              <a:t>Acompañamiento</a:t>
            </a:r>
          </a:p>
          <a:p>
            <a:pPr>
              <a:spcBef>
                <a:spcPct val="0"/>
              </a:spcBef>
            </a:pPr>
            <a:r>
              <a:rPr lang="es-CO" sz="1400" dirty="0">
                <a:solidFill>
                  <a:schemeClr val="bg2"/>
                </a:solidFill>
              </a:rPr>
              <a:t>En caso de requerirse, escalar el punto con el Subgerente </a:t>
            </a:r>
          </a:p>
        </p:txBody>
      </p:sp>
      <p:pic>
        <p:nvPicPr>
          <p:cNvPr id="3" name="CustomIcon">
            <a:extLst>
              <a:ext uri="{FF2B5EF4-FFF2-40B4-BE49-F238E27FC236}">
                <a16:creationId xmlns:a16="http://schemas.microsoft.com/office/drawing/2014/main" id="{1A038CC1-9FBE-A961-6A6C-236E8F7845A3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735" y="1545671"/>
            <a:ext cx="285989" cy="285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4E85A7-22EF-7847-3A3F-8C536997356E}"/>
              </a:ext>
            </a:extLst>
          </p:cNvPr>
          <p:cNvSpPr txBox="1">
            <a:spLocks/>
          </p:cNvSpPr>
          <p:nvPr/>
        </p:nvSpPr>
        <p:spPr>
          <a:xfrm>
            <a:off x="1022142" y="1605340"/>
            <a:ext cx="4082518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200" dirty="0">
                <a:solidFill>
                  <a:schemeClr val="tx2"/>
                </a:solidFill>
              </a:rPr>
              <a:t>10/06/24 -21/06/24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FF3FBA-7246-BA0E-CF93-06BA26DBBC58}"/>
              </a:ext>
            </a:extLst>
          </p:cNvPr>
          <p:cNvPicPr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6953506" y="2126394"/>
            <a:ext cx="4432387" cy="249321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B89554-570F-0B8D-1093-205EABEFAB2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559280" y="4221765"/>
            <a:ext cx="4012927" cy="715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CO" b="1" dirty="0">
                <a:solidFill>
                  <a:schemeClr val="bg2"/>
                </a:solidFill>
              </a:rPr>
              <a:t>Nuevo PAC</a:t>
            </a:r>
          </a:p>
          <a:p>
            <a:pPr>
              <a:spcBef>
                <a:spcPct val="0"/>
              </a:spcBef>
            </a:pPr>
            <a:r>
              <a:rPr lang="es-CO" sz="1400" dirty="0">
                <a:solidFill>
                  <a:schemeClr val="bg2"/>
                </a:solidFill>
              </a:rPr>
              <a:t>Las modificaciones deben ser presentadas y sustentadas con lo mostrado en el tablero</a:t>
            </a:r>
          </a:p>
        </p:txBody>
      </p:sp>
      <p:grpSp>
        <p:nvGrpSpPr>
          <p:cNvPr id="17" name="CustomIcon">
            <a:extLst>
              <a:ext uri="{FF2B5EF4-FFF2-40B4-BE49-F238E27FC236}">
                <a16:creationId xmlns:a16="http://schemas.microsoft.com/office/drawing/2014/main" id="{16087C96-0BFA-F384-DC74-BA8F181EE654}"/>
              </a:ext>
            </a:extLst>
          </p:cNvPr>
          <p:cNvGrpSpPr>
            <a:grpSpLocks/>
          </p:cNvGrpSpPr>
          <p:nvPr>
            <p:custDataLst>
              <p:tags r:id="rId11"/>
            </p:custDataLst>
          </p:nvPr>
        </p:nvGrpSpPr>
        <p:grpSpPr>
          <a:xfrm>
            <a:off x="581197" y="5182292"/>
            <a:ext cx="658709" cy="656196"/>
            <a:chOff x="-205105" y="-205105"/>
            <a:chExt cx="1019810" cy="101981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91FDC0F-C8F0-4341-29B1-5D79ED03FD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FC1CEB0-8857-5F83-F2B5-34F459383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=""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2603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93B30317-0AA5-9825-4C55-CC0C73CD6D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41525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0" name="think-cell Slide" r:id="rId16" imgW="404" imgH="403" progId="TCLayout.ActiveDocument.1">
                  <p:embed/>
                </p:oleObj>
              </mc:Choice>
              <mc:Fallback>
                <p:oleObj name="think-cell Slide" r:id="rId16" imgW="404" imgH="403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93B30317-0AA5-9825-4C55-CC0C73CD6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605D1B4-A79A-2144-EC84-E8689BF25C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516792"/>
            <a:ext cx="5242382" cy="731520"/>
          </a:xfrm>
        </p:spPr>
        <p:txBody>
          <a:bodyPr vert="horz"/>
          <a:lstStyle/>
          <a:p>
            <a:r>
              <a:rPr lang="es-CO" dirty="0"/>
              <a:t>4. </a:t>
            </a:r>
            <a:r>
              <a:rPr lang="en-GB" sz="2800" b="1" dirty="0" err="1">
                <a:solidFill>
                  <a:schemeClr val="tx2"/>
                </a:solidFill>
              </a:rPr>
              <a:t>Seguimiento</a:t>
            </a:r>
            <a:r>
              <a:rPr lang="en-GB" sz="2800" b="1" dirty="0">
                <a:solidFill>
                  <a:schemeClr val="tx2"/>
                </a:solidFill>
              </a:rPr>
              <a:t> de </a:t>
            </a:r>
            <a:r>
              <a:rPr lang="en-GB" sz="2800" b="1" dirty="0" err="1">
                <a:solidFill>
                  <a:schemeClr val="tx2"/>
                </a:solidFill>
              </a:rPr>
              <a:t>recomendaciones</a:t>
            </a:r>
            <a:endParaRPr lang="es-CO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1A325E8-9639-DEC2-0F19-A00EEEDD46BC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7122" y="319204"/>
            <a:ext cx="4838386" cy="653879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1AD40BF-0C0D-38CA-4794-DC62F3AB1FC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1984571"/>
            <a:ext cx="5242381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80000"/>
              </a:spcBef>
            </a:pPr>
            <a:r>
              <a:rPr lang="es-CO" dirty="0">
                <a:solidFill>
                  <a:schemeClr val="bg2"/>
                </a:solidFill>
              </a:rPr>
              <a:t>La implementación de la nueva propuesta de actividades de prevención debe ser monitoreada internamente y en conjunto al cliente para verificar cumplimiento del proceso</a:t>
            </a:r>
          </a:p>
        </p:txBody>
      </p:sp>
      <p:pic>
        <p:nvPicPr>
          <p:cNvPr id="3" name="CustomIcon">
            <a:extLst>
              <a:ext uri="{FF2B5EF4-FFF2-40B4-BE49-F238E27FC236}">
                <a16:creationId xmlns:a16="http://schemas.microsoft.com/office/drawing/2014/main" id="{EEDA18D8-9420-54F2-287D-854B7B01F9E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4735" y="1397646"/>
            <a:ext cx="285989" cy="285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CB525-6E57-D49B-6FE1-EB08363254BF}"/>
              </a:ext>
            </a:extLst>
          </p:cNvPr>
          <p:cNvSpPr txBox="1">
            <a:spLocks/>
          </p:cNvSpPr>
          <p:nvPr/>
        </p:nvSpPr>
        <p:spPr>
          <a:xfrm>
            <a:off x="1022142" y="1457315"/>
            <a:ext cx="4082518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90000"/>
              </a:spcBef>
              <a:buClr>
                <a:schemeClr val="tx2"/>
              </a:buClr>
              <a:buNone/>
            </a:pPr>
            <a:r>
              <a:rPr lang="es-CO" sz="1200" dirty="0">
                <a:solidFill>
                  <a:schemeClr val="tx2"/>
                </a:solidFill>
              </a:rPr>
              <a:t>24/06/24 -28/06/24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576AE9-059D-4777-E42C-771AB21AD094}"/>
              </a:ext>
            </a:extLst>
          </p:cNvPr>
          <p:cNvGrpSpPr/>
          <p:nvPr/>
        </p:nvGrpSpPr>
        <p:grpSpPr>
          <a:xfrm>
            <a:off x="471652" y="4807155"/>
            <a:ext cx="5325464" cy="632657"/>
            <a:chOff x="471653" y="5768964"/>
            <a:chExt cx="5325464" cy="632657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76D9329-8DE5-65CF-013B-BFFB8B315EC5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319626" y="5869848"/>
              <a:ext cx="4477491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sz="1600">
                  <a:cs typeface="Arial" panose="020B0604020202020204" pitchFamily="34" charset="0"/>
                </a:defRPr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sz="1600">
                  <a:cs typeface="Arial" panose="020B0604020202020204" pitchFamily="34" charset="0"/>
                </a:defRPr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80000"/>
                </a:spcBef>
              </a:pPr>
              <a:r>
                <a:rPr lang="es-CO" sz="1400" dirty="0">
                  <a:solidFill>
                    <a:schemeClr val="bg2"/>
                  </a:solidFill>
                </a:rPr>
                <a:t>Respuesta del cliente sobre la aceptación de recomendaciones internas de prevención</a:t>
              </a:r>
            </a:p>
          </p:txBody>
        </p:sp>
        <p:grpSp>
          <p:nvGrpSpPr>
            <p:cNvPr id="5" name="CustomIcon">
              <a:extLst>
                <a:ext uri="{FF2B5EF4-FFF2-40B4-BE49-F238E27FC236}">
                  <a16:creationId xmlns:a16="http://schemas.microsoft.com/office/drawing/2014/main" id="{64A6C84A-2365-11B5-DAF7-E667F2620938}"/>
                </a:ext>
              </a:extLst>
            </p:cNvPr>
            <p:cNvGrpSpPr>
              <a:grpSpLocks/>
            </p:cNvGrpSpPr>
            <p:nvPr>
              <p:custDataLst>
                <p:tags r:id="rId13"/>
              </p:custDataLst>
            </p:nvPr>
          </p:nvGrpSpPr>
          <p:grpSpPr>
            <a:xfrm>
              <a:off x="471653" y="5768964"/>
              <a:ext cx="653172" cy="632657"/>
              <a:chOff x="-205105" y="-205105"/>
              <a:chExt cx="1019810" cy="101981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24902E-C288-D4A9-07A3-9708DEB272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624BAEAF-09D1-756C-8CCC-B179B4A772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=""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C5320F1-0E64-94E7-663A-6267569BB7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19626" y="4030509"/>
            <a:ext cx="447749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80000"/>
              </a:spcBef>
            </a:pPr>
            <a:r>
              <a:rPr lang="es-CO" sz="1400" dirty="0">
                <a:solidFill>
                  <a:schemeClr val="bg2"/>
                </a:solidFill>
              </a:rPr>
              <a:t>Respuesta del cliente sobre la presentación del PAC ajustado</a:t>
            </a:r>
          </a:p>
        </p:txBody>
      </p:sp>
      <p:grpSp>
        <p:nvGrpSpPr>
          <p:cNvPr id="28" name="CustomIcon">
            <a:extLst>
              <a:ext uri="{FF2B5EF4-FFF2-40B4-BE49-F238E27FC236}">
                <a16:creationId xmlns:a16="http://schemas.microsoft.com/office/drawing/2014/main" id="{38793D9C-7AD2-120F-D220-CBB2011AA70A}"/>
              </a:ext>
            </a:extLst>
          </p:cNvPr>
          <p:cNvGrpSpPr>
            <a:grpSpLocks/>
          </p:cNvGrpSpPr>
          <p:nvPr>
            <p:custDataLst>
              <p:tags r:id="rId7"/>
            </p:custDataLst>
          </p:nvPr>
        </p:nvGrpSpPr>
        <p:grpSpPr>
          <a:xfrm>
            <a:off x="481494" y="3929625"/>
            <a:ext cx="653172" cy="632657"/>
            <a:chOff x="-205105" y="-205105"/>
            <a:chExt cx="1019810" cy="101981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DA5B986-809E-7C92-B05E-51FDD2EF24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BDAD8BF0-3582-9914-9653-AE54C225E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=""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FAAC1C-481C-97D3-7530-4B0A773FC171}"/>
              </a:ext>
            </a:extLst>
          </p:cNvPr>
          <p:cNvGrpSpPr/>
          <p:nvPr/>
        </p:nvGrpSpPr>
        <p:grpSpPr>
          <a:xfrm>
            <a:off x="471653" y="5768964"/>
            <a:ext cx="5325465" cy="632657"/>
            <a:chOff x="471652" y="4807155"/>
            <a:chExt cx="5325465" cy="63265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2B0EFB-BAE6-24E9-D9C3-29A3DB03015E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319626" y="4908039"/>
              <a:ext cx="4477491" cy="43088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sz="1600">
                  <a:cs typeface="Arial" panose="020B0604020202020204" pitchFamily="34" charset="0"/>
                </a:defRPr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sz="1600">
                  <a:cs typeface="Arial" panose="020B0604020202020204" pitchFamily="34" charset="0"/>
                </a:defRPr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180000"/>
                </a:spcBef>
              </a:pPr>
              <a:r>
                <a:rPr lang="es-CO" sz="1400" dirty="0">
                  <a:solidFill>
                    <a:schemeClr val="bg2"/>
                  </a:solidFill>
                </a:rPr>
                <a:t>Reunión de seguimiento interno con cada DIS y asignación de un padrino</a:t>
              </a:r>
            </a:p>
          </p:txBody>
        </p:sp>
        <p:grpSp>
          <p:nvGrpSpPr>
            <p:cNvPr id="32" name="CustomIcon">
              <a:extLst>
                <a:ext uri="{FF2B5EF4-FFF2-40B4-BE49-F238E27FC236}">
                  <a16:creationId xmlns:a16="http://schemas.microsoft.com/office/drawing/2014/main" id="{74E47C3E-6B4F-9537-C372-C5C3659BC946}"/>
                </a:ext>
              </a:extLst>
            </p:cNvPr>
            <p:cNvGrpSpPr>
              <a:grpSpLocks/>
            </p:cNvGrpSpPr>
            <p:nvPr>
              <p:custDataLst>
                <p:tags r:id="rId11"/>
              </p:custDataLst>
            </p:nvPr>
          </p:nvGrpSpPr>
          <p:grpSpPr>
            <a:xfrm>
              <a:off x="471652" y="4807155"/>
              <a:ext cx="653172" cy="632657"/>
              <a:chOff x="-205105" y="-205105"/>
              <a:chExt cx="1019810" cy="101981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914EA4F-A97E-2D76-0147-04F8148FF7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accent3"/>
              </a:solidFill>
              <a:ln w="6350" cap="sq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FA3EAF83-E54F-FFFC-8FCF-F9E578FE4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=""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3AA807B-EA3A-3B9C-6413-BFDC0BCBD1C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19626" y="3169586"/>
            <a:ext cx="433544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>
                <a:cs typeface="Arial" panose="020B0604020202020204" pitchFamily="34" charset="0"/>
              </a:defRPr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>
                <a:cs typeface="Arial" panose="020B0604020202020204" pitchFamily="34" charset="0"/>
              </a:defRPr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180000"/>
              </a:spcBef>
            </a:pPr>
            <a:r>
              <a:rPr lang="es-CO" sz="1400" dirty="0">
                <a:solidFill>
                  <a:schemeClr val="bg2"/>
                </a:solidFill>
              </a:rPr>
              <a:t>Envío de PAC inicial y del modificado </a:t>
            </a:r>
            <a:r>
              <a:rPr lang="es-CO" sz="1400" dirty="0" smtClean="0">
                <a:solidFill>
                  <a:schemeClr val="bg2"/>
                </a:solidFill>
              </a:rPr>
              <a:t>a</a:t>
            </a:r>
            <a:endParaRPr lang="es-CO" sz="1400" dirty="0">
              <a:solidFill>
                <a:schemeClr val="bg2"/>
              </a:solidFill>
            </a:endParaRPr>
          </a:p>
        </p:txBody>
      </p:sp>
      <p:grpSp>
        <p:nvGrpSpPr>
          <p:cNvPr id="17" name="CustomIcon">
            <a:extLst>
              <a:ext uri="{FF2B5EF4-FFF2-40B4-BE49-F238E27FC236}">
                <a16:creationId xmlns:a16="http://schemas.microsoft.com/office/drawing/2014/main" id="{30D9CC11-2D7C-77B8-F5B5-7BABD300DBF4}"/>
              </a:ext>
            </a:extLst>
          </p:cNvPr>
          <p:cNvGrpSpPr>
            <a:grpSpLocks/>
          </p:cNvGrpSpPr>
          <p:nvPr>
            <p:custDataLst>
              <p:tags r:id="rId9"/>
            </p:custDataLst>
          </p:nvPr>
        </p:nvGrpSpPr>
        <p:grpSpPr>
          <a:xfrm>
            <a:off x="481494" y="3035107"/>
            <a:ext cx="653172" cy="632657"/>
            <a:chOff x="-205105" y="-205105"/>
            <a:chExt cx="1019810" cy="101981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0A538DC-1A46-1CA5-A07C-E551815415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s-CO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F290466-1DB3-4EAB-F678-99B44BB58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=""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675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A7CA01BC-C619-45CA-8573-D60422116665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222095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4" name="think-cell Slide" r:id="rId13" imgW="395" imgH="394" progId="TCLayout.ActiveDocument.1">
                  <p:embed/>
                </p:oleObj>
              </mc:Choice>
              <mc:Fallback>
                <p:oleObj name="think-cell Slide" r:id="rId13" imgW="395" imgH="394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A7CA01BC-C619-45CA-8573-D604221166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446065F5-0908-48EB-BFA4-DB548325B1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s-CO" sz="2500" b="1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DAD7F-052D-5E59-C24E-DC8C70233A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74F389F7-64D5-45E0-807C-8E1C16DDA5A3}"/>
              </a:ext>
            </a:extLst>
          </p:cNvPr>
          <p:cNvSpPr>
            <a:spLocks noGrp="1"/>
          </p:cNvSpPr>
          <p:nvPr>
            <p:ph type="title" idx="4294967295"/>
            <p:custDataLst>
              <p:tags r:id="rId5"/>
            </p:custDataLst>
          </p:nvPr>
        </p:nvSpPr>
        <p:spPr>
          <a:xfrm>
            <a:off x="880534" y="547389"/>
            <a:ext cx="9694334" cy="731838"/>
          </a:xfrm>
        </p:spPr>
        <p:txBody>
          <a:bodyPr vert="horz"/>
          <a:lstStyle/>
          <a:p>
            <a:pPr>
              <a:buClr>
                <a:schemeClr val="tx1"/>
              </a:buClr>
            </a:pPr>
            <a:r>
              <a:rPr lang="es-CO" dirty="0"/>
              <a:t>Al final del junio, se compartirá una encuesta para evaluar 5 variables claves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8443A4-8541-273B-9E0B-0FC48B4B01E6}"/>
              </a:ext>
            </a:extLst>
          </p:cNvPr>
          <p:cNvGrpSpPr/>
          <p:nvPr/>
        </p:nvGrpSpPr>
        <p:grpSpPr>
          <a:xfrm>
            <a:off x="880534" y="3663680"/>
            <a:ext cx="7183499" cy="724737"/>
            <a:chOff x="880534" y="1760108"/>
            <a:chExt cx="7183499" cy="72473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279AFC-CAC6-4784-B0C2-79F66520A100}"/>
                </a:ext>
              </a:extLst>
            </p:cNvPr>
            <p:cNvSpPr txBox="1"/>
            <p:nvPr/>
          </p:nvSpPr>
          <p:spPr>
            <a:xfrm>
              <a:off x="2151860" y="1930847"/>
              <a:ext cx="5912173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CO" sz="1800" dirty="0"/>
                <a:t>¿El cliente acepto la modificación del PAC para 2024 y 2024?¿Acepto las recomendaciones internas?</a:t>
              </a:r>
            </a:p>
          </p:txBody>
        </p:sp>
        <p:grpSp>
          <p:nvGrpSpPr>
            <p:cNvPr id="51" name="CustomIcon">
              <a:extLst>
                <a:ext uri="{FF2B5EF4-FFF2-40B4-BE49-F238E27FC236}">
                  <a16:creationId xmlns:a16="http://schemas.microsoft.com/office/drawing/2014/main" id="{B482674F-D7D0-B2D3-F80D-7C1A79DB4047}"/>
                </a:ext>
              </a:extLst>
            </p:cNvPr>
            <p:cNvGrpSpPr>
              <a:grpSpLocks/>
            </p:cNvGrpSpPr>
            <p:nvPr>
              <p:custDataLst>
                <p:tags r:id="rId10"/>
              </p:custDataLst>
            </p:nvPr>
          </p:nvGrpSpPr>
          <p:grpSpPr>
            <a:xfrm>
              <a:off x="880534" y="1760108"/>
              <a:ext cx="714067" cy="714067"/>
              <a:chOff x="-205105" y="-205105"/>
              <a:chExt cx="1019810" cy="101981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3989B50-CBEF-2AB3-134A-A7AD2F3281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dk1"/>
              </a:solidFill>
              <a:ln w="6350" cap="sq">
                <a:pattFill prst="solidDmnd">
                  <a:fgClr>
                    <a:srgbClr val="003152"/>
                  </a:fgClr>
                  <a:bgClr>
                    <a:srgbClr val="003152"/>
                  </a:bgClr>
                </a:patt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50" name="Graphic 49">
                <a:extLst>
                  <a:ext uri="{FF2B5EF4-FFF2-40B4-BE49-F238E27FC236}">
                    <a16:creationId xmlns:a16="http://schemas.microsoft.com/office/drawing/2014/main" id="{7AF4C369-2B76-B34F-1805-BE5C2BED5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=""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7DD56BD-10B8-269B-D8F7-EDB691C81D70}"/>
              </a:ext>
            </a:extLst>
          </p:cNvPr>
          <p:cNvGrpSpPr/>
          <p:nvPr/>
        </p:nvGrpSpPr>
        <p:grpSpPr>
          <a:xfrm>
            <a:off x="880534" y="1760108"/>
            <a:ext cx="7183499" cy="714067"/>
            <a:chOff x="880534" y="2967841"/>
            <a:chExt cx="7183499" cy="71406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DF88CE-07EA-4DDB-A684-42C2A9BD6FD1}"/>
                </a:ext>
              </a:extLst>
            </p:cNvPr>
            <p:cNvSpPr txBox="1"/>
            <p:nvPr/>
          </p:nvSpPr>
          <p:spPr>
            <a:xfrm>
              <a:off x="2151860" y="3171897"/>
              <a:ext cx="5912173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CO" sz="1800" dirty="0"/>
                <a:t>¿El PAC tuvo al menos 1 modificaciones?</a:t>
              </a:r>
            </a:p>
          </p:txBody>
        </p:sp>
        <p:grpSp>
          <p:nvGrpSpPr>
            <p:cNvPr id="55" name="CustomIcon">
              <a:extLst>
                <a:ext uri="{FF2B5EF4-FFF2-40B4-BE49-F238E27FC236}">
                  <a16:creationId xmlns:a16="http://schemas.microsoft.com/office/drawing/2014/main" id="{1FAE8B05-6949-9737-D03E-9C286E723514}"/>
                </a:ext>
              </a:extLst>
            </p:cNvPr>
            <p:cNvGrpSpPr>
              <a:grpSpLocks/>
            </p:cNvGrpSpPr>
            <p:nvPr>
              <p:custDataLst>
                <p:tags r:id="rId9"/>
              </p:custDataLst>
            </p:nvPr>
          </p:nvGrpSpPr>
          <p:grpSpPr>
            <a:xfrm>
              <a:off x="880534" y="2967841"/>
              <a:ext cx="714067" cy="714067"/>
              <a:chOff x="-205105" y="-205105"/>
              <a:chExt cx="1019810" cy="101981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A9B7DE6-C14D-5403-36A0-A3CDB5DAC0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dk1"/>
              </a:solidFill>
              <a:ln w="6350" cap="sq">
                <a:pattFill prst="solidDmnd">
                  <a:fgClr>
                    <a:srgbClr val="003152"/>
                  </a:fgClr>
                  <a:bgClr>
                    <a:srgbClr val="003152"/>
                  </a:bgClr>
                </a:patt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54" name="Graphic 53">
                <a:extLst>
                  <a:ext uri="{FF2B5EF4-FFF2-40B4-BE49-F238E27FC236}">
                    <a16:creationId xmlns:a16="http://schemas.microsoft.com/office/drawing/2014/main" id="{ADDA31A6-C8CF-6DB8-26BB-CBA3B92817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=""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9C5B7D7-190E-9143-8BEA-8ACC56B1F10A}"/>
              </a:ext>
            </a:extLst>
          </p:cNvPr>
          <p:cNvGrpSpPr/>
          <p:nvPr/>
        </p:nvGrpSpPr>
        <p:grpSpPr>
          <a:xfrm>
            <a:off x="880534" y="4616838"/>
            <a:ext cx="7183499" cy="714067"/>
            <a:chOff x="880534" y="4230235"/>
            <a:chExt cx="7183499" cy="71406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397885-A761-40EA-B8E3-377CD8BC4B86}"/>
                </a:ext>
              </a:extLst>
            </p:cNvPr>
            <p:cNvSpPr txBox="1"/>
            <p:nvPr/>
          </p:nvSpPr>
          <p:spPr>
            <a:xfrm>
              <a:off x="2151860" y="4422316"/>
              <a:ext cx="5912173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CO" sz="1800" dirty="0"/>
                <a:t>¿Cuál es tu nivel de satisfacción del tablero?</a:t>
              </a:r>
            </a:p>
          </p:txBody>
        </p:sp>
        <p:grpSp>
          <p:nvGrpSpPr>
            <p:cNvPr id="59" name="CustomIcon">
              <a:extLst>
                <a:ext uri="{FF2B5EF4-FFF2-40B4-BE49-F238E27FC236}">
                  <a16:creationId xmlns:a16="http://schemas.microsoft.com/office/drawing/2014/main" id="{625A6B5C-9E8E-4E64-1ADD-6AAFF117E37B}"/>
                </a:ext>
              </a:extLst>
            </p:cNvPr>
            <p:cNvGrpSpPr>
              <a:grpSpLocks/>
            </p:cNvGrpSpPr>
            <p:nvPr>
              <p:custDataLst>
                <p:tags r:id="rId8"/>
              </p:custDataLst>
            </p:nvPr>
          </p:nvGrpSpPr>
          <p:grpSpPr>
            <a:xfrm>
              <a:off x="880534" y="4230235"/>
              <a:ext cx="714067" cy="714067"/>
              <a:chOff x="-205105" y="-205105"/>
              <a:chExt cx="1019810" cy="101981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FC69BC5-E452-1BCA-1BA9-AFC6F1012E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dk1"/>
              </a:solidFill>
              <a:ln w="6350" cap="sq">
                <a:pattFill prst="solidDmnd">
                  <a:fgClr>
                    <a:srgbClr val="003152"/>
                  </a:fgClr>
                  <a:bgClr>
                    <a:srgbClr val="003152"/>
                  </a:bgClr>
                </a:patt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58" name="Graphic 57">
                <a:extLst>
                  <a:ext uri="{FF2B5EF4-FFF2-40B4-BE49-F238E27FC236}">
                    <a16:creationId xmlns:a16="http://schemas.microsoft.com/office/drawing/2014/main" id="{A54B3B76-8B4D-3CC2-47FD-54B466ACD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=""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2676C54-62BE-E6E3-3C1E-0969C2B98962}"/>
              </a:ext>
            </a:extLst>
          </p:cNvPr>
          <p:cNvGrpSpPr/>
          <p:nvPr/>
        </p:nvGrpSpPr>
        <p:grpSpPr>
          <a:xfrm>
            <a:off x="880534" y="5579287"/>
            <a:ext cx="7183499" cy="714067"/>
            <a:chOff x="880534" y="5491080"/>
            <a:chExt cx="7183499" cy="71406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501ABB-F55C-359B-C28D-5D0399E3AA0B}"/>
                </a:ext>
              </a:extLst>
            </p:cNvPr>
            <p:cNvSpPr txBox="1"/>
            <p:nvPr/>
          </p:nvSpPr>
          <p:spPr>
            <a:xfrm>
              <a:off x="2151860" y="5709613"/>
              <a:ext cx="5912173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CO" sz="1800" dirty="0"/>
                <a:t>¿Existen recomendaciones generales sobre el tablero?</a:t>
              </a:r>
            </a:p>
          </p:txBody>
        </p:sp>
        <p:grpSp>
          <p:nvGrpSpPr>
            <p:cNvPr id="63" name="CustomIcon">
              <a:extLst>
                <a:ext uri="{FF2B5EF4-FFF2-40B4-BE49-F238E27FC236}">
                  <a16:creationId xmlns:a16="http://schemas.microsoft.com/office/drawing/2014/main" id="{64E58F23-0600-E1D1-C103-84038BB9720A}"/>
                </a:ext>
              </a:extLst>
            </p:cNvPr>
            <p:cNvGrpSpPr>
              <a:grpSpLocks/>
            </p:cNvGrpSpPr>
            <p:nvPr>
              <p:custDataLst>
                <p:tags r:id="rId7"/>
              </p:custDataLst>
            </p:nvPr>
          </p:nvGrpSpPr>
          <p:grpSpPr>
            <a:xfrm>
              <a:off x="880534" y="5491080"/>
              <a:ext cx="714067" cy="714067"/>
              <a:chOff x="-205105" y="-205105"/>
              <a:chExt cx="1019810" cy="101981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E567053-4FBA-CD1D-CBFF-30FF12DC17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dk1"/>
              </a:solidFill>
              <a:ln w="6350" cap="sq">
                <a:pattFill prst="solidDmnd">
                  <a:fgClr>
                    <a:srgbClr val="003152"/>
                  </a:fgClr>
                  <a:bgClr>
                    <a:srgbClr val="003152"/>
                  </a:bgClr>
                </a:patt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62" name="Graphic 61">
                <a:extLst>
                  <a:ext uri="{FF2B5EF4-FFF2-40B4-BE49-F238E27FC236}">
                    <a16:creationId xmlns:a16="http://schemas.microsoft.com/office/drawing/2014/main" id="{0CEA524D-71C2-1198-7BA1-5182F2315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=""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pic>
        <p:nvPicPr>
          <p:cNvPr id="72" name="Picture 71">
            <a:extLst>
              <a:ext uri="{FF2B5EF4-FFF2-40B4-BE49-F238E27FC236}">
                <a16:creationId xmlns:a16="http://schemas.microsoft.com/office/drawing/2014/main" id="{9BCEC48C-E36B-8A59-D068-46A0B9F5F1C8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908" t="-713"/>
          <a:stretch/>
        </p:blipFill>
        <p:spPr>
          <a:xfrm>
            <a:off x="6937967" y="1675958"/>
            <a:ext cx="5254033" cy="518204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2761648-1A4B-DCC2-CA68-A1921454C914}"/>
              </a:ext>
            </a:extLst>
          </p:cNvPr>
          <p:cNvGrpSpPr/>
          <p:nvPr/>
        </p:nvGrpSpPr>
        <p:grpSpPr>
          <a:xfrm>
            <a:off x="880534" y="2727293"/>
            <a:ext cx="7183499" cy="714067"/>
            <a:chOff x="880534" y="1760108"/>
            <a:chExt cx="7183499" cy="71406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938FF5-C129-EECC-1870-49B250007749}"/>
                </a:ext>
              </a:extLst>
            </p:cNvPr>
            <p:cNvSpPr txBox="1"/>
            <p:nvPr/>
          </p:nvSpPr>
          <p:spPr>
            <a:xfrm>
              <a:off x="2151860" y="1840142"/>
              <a:ext cx="5912173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600" dirty="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dirty="0"/>
              </a:lvl2pPr>
              <a:lvl3pPr marL="442913" lvl="2" indent="-21431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dirty="0"/>
              </a:lvl3pPr>
              <a:lvl4pPr marL="598488" lvl="3" indent="-1524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dirty="0"/>
              </a:lvl4pPr>
              <a:lvl5pPr marL="817563" lvl="4" indent="-1476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dirty="0"/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buNone/>
              </a:pPr>
              <a:r>
                <a:rPr lang="es-CO" sz="1800" dirty="0"/>
                <a:t>¿Cuántas modificaciones en horas tuvo el PAC luego de la revisión del pronóstico ?</a:t>
              </a:r>
            </a:p>
          </p:txBody>
        </p:sp>
        <p:grpSp>
          <p:nvGrpSpPr>
            <p:cNvPr id="12" name="CustomIcon">
              <a:extLst>
                <a:ext uri="{FF2B5EF4-FFF2-40B4-BE49-F238E27FC236}">
                  <a16:creationId xmlns:a16="http://schemas.microsoft.com/office/drawing/2014/main" id="{07A31750-0910-366D-534B-E1C00D9F8825}"/>
                </a:ext>
              </a:extLst>
            </p:cNvPr>
            <p:cNvGrpSpPr>
              <a:grpSpLocks/>
            </p:cNvGrpSpPr>
            <p:nvPr>
              <p:custDataLst>
                <p:tags r:id="rId6"/>
              </p:custDataLst>
            </p:nvPr>
          </p:nvGrpSpPr>
          <p:grpSpPr>
            <a:xfrm>
              <a:off x="880534" y="1760108"/>
              <a:ext cx="714067" cy="714067"/>
              <a:chOff x="-205105" y="-205105"/>
              <a:chExt cx="1019810" cy="101981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944280B-92A6-95DA-4072-B52C9ACA36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-205105" y="-205105"/>
                <a:ext cx="1019810" cy="1019810"/>
              </a:xfrm>
              <a:prstGeom prst="ellipse">
                <a:avLst/>
              </a:prstGeom>
              <a:solidFill>
                <a:schemeClr val="dk1"/>
              </a:solidFill>
              <a:ln w="6350" cap="sq">
                <a:pattFill prst="solidDmnd">
                  <a:fgClr>
                    <a:srgbClr val="003152"/>
                  </a:fgClr>
                  <a:bgClr>
                    <a:srgbClr val="003152"/>
                  </a:bgClr>
                </a:patt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es-CO" sz="1600" dirty="0" err="1">
                  <a:solidFill>
                    <a:schemeClr val="bg1"/>
                  </a:solidFill>
                </a:endParaRP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1D2BA57A-ECB6-4446-5DB4-5D0E325B6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=""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609600" cy="609600"/>
              </a:xfrm>
              <a:prstGeom prst="rect">
                <a:avLst/>
              </a:prstGeom>
            </p:spPr>
          </p:pic>
        </p:grpSp>
      </p:grpSp>
      <p:sp>
        <p:nvSpPr>
          <p:cNvPr id="19" name="Sticker">
            <a:extLst>
              <a:ext uri="{FF2B5EF4-FFF2-40B4-BE49-F238E27FC236}">
                <a16:creationId xmlns:a16="http://schemas.microsoft.com/office/drawing/2014/main" id="{BFC55904-4107-89BB-AF85-041C9778C821}"/>
              </a:ext>
            </a:extLst>
          </p:cNvPr>
          <p:cNvSpPr txBox="1"/>
          <p:nvPr/>
        </p:nvSpPr>
        <p:spPr>
          <a:xfrm>
            <a:off x="873733" y="1388615"/>
            <a:ext cx="637995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s-CO" dirty="0"/>
              <a:t>Preliminar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61024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 hidden="1">
            <a:extLst>
              <a:ext uri="{FF2B5EF4-FFF2-40B4-BE49-F238E27FC236}">
                <a16:creationId xmlns:a16="http://schemas.microsoft.com/office/drawing/2014/main" id="{346100ED-FB83-1016-DF6E-6C9CDBEE270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54898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8" name="think-cell Slide" r:id="rId10" imgW="404" imgH="403" progId="TCLayout.ActiveDocument.1">
                  <p:embed/>
                </p:oleObj>
              </mc:Choice>
              <mc:Fallback>
                <p:oleObj name="think-cell Slide" r:id="rId10" imgW="404" imgH="403" progId="TCLayout.ActiveDocument.1">
                  <p:embed/>
                  <p:pic>
                    <p:nvPicPr>
                      <p:cNvPr id="4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6100ED-FB83-1016-DF6E-6C9CDBEE2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FD2648B1-9CB2-714C-7996-4E11856A9FA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3"/>
            </p:custDataLst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D725C3A-EF91-9A89-5526-31B84D36A86A}"/>
              </a:ext>
            </a:extLst>
          </p:cNvPr>
          <p:cNvSpPr/>
          <p:nvPr/>
        </p:nvSpPr>
        <p:spPr>
          <a:xfrm rot="5400000">
            <a:off x="4351676" y="-2847281"/>
            <a:ext cx="626504" cy="9329856"/>
          </a:xfrm>
          <a:prstGeom prst="round2SameRect">
            <a:avLst>
              <a:gd name="adj1" fmla="val 21545"/>
              <a:gd name="adj2" fmla="val 0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s-CO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F6A849-444D-F86C-0034-A13D48C27D69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95506" y="1214203"/>
            <a:ext cx="5396494" cy="5643796"/>
          </a:xfrm>
          <a:prstGeom prst="rect">
            <a:avLst/>
          </a:prstGeom>
        </p:spPr>
      </p:pic>
      <p:sp>
        <p:nvSpPr>
          <p:cNvPr id="7" name="2. Slide Title">
            <a:extLst>
              <a:ext uri="{FF2B5EF4-FFF2-40B4-BE49-F238E27FC236}">
                <a16:creationId xmlns:a16="http://schemas.microsoft.com/office/drawing/2014/main" id="{AF8A7214-816B-85A2-E24D-0292AB69CA7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554736" y="316289"/>
            <a:ext cx="9795688" cy="76944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2500" b="1" kern="1200" spc="0" baseline="0" dirty="0">
                <a:ln w="6350" cap="flat">
                  <a:noFill/>
                  <a:miter lim="800000"/>
                </a:ln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Hacia adelante tenemos claro los próximos pasos para la optimización en nuestra Red de Prevención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A43EC-02CB-3A10-51A6-EC44011A47B4}"/>
              </a:ext>
            </a:extLst>
          </p:cNvPr>
          <p:cNvSpPr txBox="1">
            <a:spLocks/>
          </p:cNvSpPr>
          <p:nvPr/>
        </p:nvSpPr>
        <p:spPr>
          <a:xfrm>
            <a:off x="554735" y="1663758"/>
            <a:ext cx="7030287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Esta semana estarán recibiendo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0378805-2609-4669-7E5C-B7011CD36BD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fld id="{4ABDCABE-3F10-B64C-92F1-862014417034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Tx/>
                <a:buFontTx/>
                <a:buNone/>
                <a:tabLst/>
                <a:defRPr/>
              </a:pPr>
              <a:t>13</a:t>
            </a:fld>
            <a:endParaRPr kumimoji="0" lang="es-E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6EAFE4-A2A7-3F8D-70E4-D5955648D153}"/>
              </a:ext>
            </a:extLst>
          </p:cNvPr>
          <p:cNvSpPr/>
          <p:nvPr/>
        </p:nvSpPr>
        <p:spPr>
          <a:xfrm>
            <a:off x="11305887" y="6473949"/>
            <a:ext cx="6638" cy="188107"/>
          </a:xfrm>
          <a:custGeom>
            <a:avLst/>
            <a:gdLst>
              <a:gd name="connsiteX0" fmla="*/ 0 w 17144"/>
              <a:gd name="connsiteY0" fmla="*/ 0 h 485775"/>
              <a:gd name="connsiteX1" fmla="*/ 17145 w 17144"/>
              <a:gd name="connsiteY1" fmla="*/ 0 h 485775"/>
              <a:gd name="connsiteX2" fmla="*/ 17145 w 17144"/>
              <a:gd name="connsiteY2" fmla="*/ 485775 h 485775"/>
              <a:gd name="connsiteX3" fmla="*/ 0 w 17144"/>
              <a:gd name="connsiteY3" fmla="*/ 485775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4" h="485775">
                <a:moveTo>
                  <a:pt x="0" y="0"/>
                </a:moveTo>
                <a:lnTo>
                  <a:pt x="17145" y="0"/>
                </a:lnTo>
                <a:lnTo>
                  <a:pt x="17145" y="485775"/>
                </a:lnTo>
                <a:lnTo>
                  <a:pt x="0" y="485775"/>
                </a:lnTo>
                <a:close/>
              </a:path>
            </a:pathLst>
          </a:custGeom>
          <a:solidFill>
            <a:schemeClr val="accent3"/>
          </a:solidFill>
          <a:ln w="952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E65344-71B5-E168-CF31-1DBC984289DE}"/>
              </a:ext>
            </a:extLst>
          </p:cNvPr>
          <p:cNvGrpSpPr/>
          <p:nvPr/>
        </p:nvGrpSpPr>
        <p:grpSpPr>
          <a:xfrm>
            <a:off x="10079194" y="6426237"/>
            <a:ext cx="1064055" cy="321424"/>
            <a:chOff x="10079194" y="6426237"/>
            <a:chExt cx="1064055" cy="3214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30E098-4172-817A-C549-91E3B1A68EFF}"/>
                </a:ext>
              </a:extLst>
            </p:cNvPr>
            <p:cNvSpPr/>
            <p:nvPr/>
          </p:nvSpPr>
          <p:spPr>
            <a:xfrm>
              <a:off x="10805634" y="6653368"/>
              <a:ext cx="43082" cy="69907"/>
            </a:xfrm>
            <a:custGeom>
              <a:avLst/>
              <a:gdLst>
                <a:gd name="connsiteX0" fmla="*/ 8572 w 151447"/>
                <a:gd name="connsiteY0" fmla="*/ 211455 h 245744"/>
                <a:gd name="connsiteX1" fmla="*/ 73343 w 151447"/>
                <a:gd name="connsiteY1" fmla="*/ 223838 h 245744"/>
                <a:gd name="connsiteX2" fmla="*/ 126682 w 151447"/>
                <a:gd name="connsiteY2" fmla="*/ 180975 h 245744"/>
                <a:gd name="connsiteX3" fmla="*/ 70485 w 151447"/>
                <a:gd name="connsiteY3" fmla="*/ 131445 h 245744"/>
                <a:gd name="connsiteX4" fmla="*/ 1905 w 151447"/>
                <a:gd name="connsiteY4" fmla="*/ 64770 h 245744"/>
                <a:gd name="connsiteX5" fmla="*/ 80010 w 151447"/>
                <a:gd name="connsiteY5" fmla="*/ 0 h 245744"/>
                <a:gd name="connsiteX6" fmla="*/ 141922 w 151447"/>
                <a:gd name="connsiteY6" fmla="*/ 10477 h 245744"/>
                <a:gd name="connsiteX7" fmla="*/ 134303 w 151447"/>
                <a:gd name="connsiteY7" fmla="*/ 33338 h 245744"/>
                <a:gd name="connsiteX8" fmla="*/ 78105 w 151447"/>
                <a:gd name="connsiteY8" fmla="*/ 22860 h 245744"/>
                <a:gd name="connsiteX9" fmla="*/ 27622 w 151447"/>
                <a:gd name="connsiteY9" fmla="*/ 60007 h 245744"/>
                <a:gd name="connsiteX10" fmla="*/ 82868 w 151447"/>
                <a:gd name="connsiteY10" fmla="*/ 107632 h 245744"/>
                <a:gd name="connsiteX11" fmla="*/ 151447 w 151447"/>
                <a:gd name="connsiteY11" fmla="*/ 176213 h 245744"/>
                <a:gd name="connsiteX12" fmla="*/ 71438 w 151447"/>
                <a:gd name="connsiteY12" fmla="*/ 245745 h 245744"/>
                <a:gd name="connsiteX13" fmla="*/ 0 w 151447"/>
                <a:gd name="connsiteY13" fmla="*/ 231457 h 245744"/>
                <a:gd name="connsiteX14" fmla="*/ 8572 w 151447"/>
                <a:gd name="connsiteY14" fmla="*/ 211455 h 245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1447" h="245744">
                  <a:moveTo>
                    <a:pt x="8572" y="211455"/>
                  </a:moveTo>
                  <a:cubicBezTo>
                    <a:pt x="26670" y="219075"/>
                    <a:pt x="57150" y="223838"/>
                    <a:pt x="73343" y="223838"/>
                  </a:cubicBezTo>
                  <a:cubicBezTo>
                    <a:pt x="107632" y="223838"/>
                    <a:pt x="126682" y="207645"/>
                    <a:pt x="126682" y="180975"/>
                  </a:cubicBezTo>
                  <a:cubicBezTo>
                    <a:pt x="126682" y="150495"/>
                    <a:pt x="100965" y="140017"/>
                    <a:pt x="70485" y="131445"/>
                  </a:cubicBezTo>
                  <a:cubicBezTo>
                    <a:pt x="29528" y="120015"/>
                    <a:pt x="1905" y="105727"/>
                    <a:pt x="1905" y="64770"/>
                  </a:cubicBezTo>
                  <a:cubicBezTo>
                    <a:pt x="1905" y="23813"/>
                    <a:pt x="35243" y="0"/>
                    <a:pt x="80010" y="0"/>
                  </a:cubicBezTo>
                  <a:cubicBezTo>
                    <a:pt x="105728" y="0"/>
                    <a:pt x="127635" y="5715"/>
                    <a:pt x="141922" y="10477"/>
                  </a:cubicBezTo>
                  <a:lnTo>
                    <a:pt x="134303" y="33338"/>
                  </a:lnTo>
                  <a:cubicBezTo>
                    <a:pt x="118110" y="27622"/>
                    <a:pt x="94297" y="22860"/>
                    <a:pt x="78105" y="22860"/>
                  </a:cubicBezTo>
                  <a:cubicBezTo>
                    <a:pt x="49530" y="22860"/>
                    <a:pt x="27622" y="34290"/>
                    <a:pt x="27622" y="60007"/>
                  </a:cubicBezTo>
                  <a:cubicBezTo>
                    <a:pt x="27622" y="88582"/>
                    <a:pt x="53340" y="99060"/>
                    <a:pt x="82868" y="107632"/>
                  </a:cubicBezTo>
                  <a:cubicBezTo>
                    <a:pt x="125730" y="120967"/>
                    <a:pt x="151447" y="139065"/>
                    <a:pt x="151447" y="176213"/>
                  </a:cubicBezTo>
                  <a:cubicBezTo>
                    <a:pt x="151447" y="220980"/>
                    <a:pt x="116205" y="245745"/>
                    <a:pt x="71438" y="245745"/>
                  </a:cubicBezTo>
                  <a:cubicBezTo>
                    <a:pt x="40005" y="245745"/>
                    <a:pt x="15240" y="239077"/>
                    <a:pt x="0" y="231457"/>
                  </a:cubicBezTo>
                  <a:lnTo>
                    <a:pt x="8572" y="211455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4BE55F2-1C69-A524-0B9A-B4B81023F026}"/>
                </a:ext>
              </a:extLst>
            </p:cNvPr>
            <p:cNvSpPr/>
            <p:nvPr/>
          </p:nvSpPr>
          <p:spPr>
            <a:xfrm>
              <a:off x="10858472" y="6670438"/>
              <a:ext cx="42270" cy="53108"/>
            </a:xfrm>
            <a:custGeom>
              <a:avLst/>
              <a:gdLst>
                <a:gd name="connsiteX0" fmla="*/ 139065 w 148590"/>
                <a:gd name="connsiteY0" fmla="*/ 176213 h 186690"/>
                <a:gd name="connsiteX1" fmla="*/ 81915 w 148590"/>
                <a:gd name="connsiteY1" fmla="*/ 186690 h 186690"/>
                <a:gd name="connsiteX2" fmla="*/ 0 w 148590"/>
                <a:gd name="connsiteY2" fmla="*/ 93345 h 186690"/>
                <a:gd name="connsiteX3" fmla="*/ 77153 w 148590"/>
                <a:gd name="connsiteY3" fmla="*/ 0 h 186690"/>
                <a:gd name="connsiteX4" fmla="*/ 148590 w 148590"/>
                <a:gd name="connsiteY4" fmla="*/ 77153 h 186690"/>
                <a:gd name="connsiteX5" fmla="*/ 146685 w 148590"/>
                <a:gd name="connsiteY5" fmla="*/ 94297 h 186690"/>
                <a:gd name="connsiteX6" fmla="*/ 24765 w 148590"/>
                <a:gd name="connsiteY6" fmla="*/ 94297 h 186690"/>
                <a:gd name="connsiteX7" fmla="*/ 81915 w 148590"/>
                <a:gd name="connsiteY7" fmla="*/ 163830 h 186690"/>
                <a:gd name="connsiteX8" fmla="*/ 133350 w 148590"/>
                <a:gd name="connsiteY8" fmla="*/ 155257 h 186690"/>
                <a:gd name="connsiteX9" fmla="*/ 139065 w 148590"/>
                <a:gd name="connsiteY9" fmla="*/ 176213 h 186690"/>
                <a:gd name="connsiteX10" fmla="*/ 25718 w 148590"/>
                <a:gd name="connsiteY10" fmla="*/ 74295 h 186690"/>
                <a:gd name="connsiteX11" fmla="*/ 123825 w 148590"/>
                <a:gd name="connsiteY11" fmla="*/ 74295 h 186690"/>
                <a:gd name="connsiteX12" fmla="*/ 77153 w 148590"/>
                <a:gd name="connsiteY12" fmla="*/ 22860 h 186690"/>
                <a:gd name="connsiteX13" fmla="*/ 25718 w 148590"/>
                <a:gd name="connsiteY13" fmla="*/ 74295 h 18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8590" h="186690">
                  <a:moveTo>
                    <a:pt x="139065" y="176213"/>
                  </a:moveTo>
                  <a:cubicBezTo>
                    <a:pt x="122872" y="183832"/>
                    <a:pt x="104775" y="186690"/>
                    <a:pt x="81915" y="186690"/>
                  </a:cubicBezTo>
                  <a:cubicBezTo>
                    <a:pt x="28575" y="186690"/>
                    <a:pt x="0" y="164782"/>
                    <a:pt x="0" y="93345"/>
                  </a:cubicBezTo>
                  <a:cubicBezTo>
                    <a:pt x="0" y="32385"/>
                    <a:pt x="26670" y="0"/>
                    <a:pt x="77153" y="0"/>
                  </a:cubicBezTo>
                  <a:cubicBezTo>
                    <a:pt x="127635" y="0"/>
                    <a:pt x="148590" y="28575"/>
                    <a:pt x="148590" y="77153"/>
                  </a:cubicBezTo>
                  <a:cubicBezTo>
                    <a:pt x="148590" y="80010"/>
                    <a:pt x="148590" y="88582"/>
                    <a:pt x="146685" y="94297"/>
                  </a:cubicBezTo>
                  <a:lnTo>
                    <a:pt x="24765" y="94297"/>
                  </a:lnTo>
                  <a:cubicBezTo>
                    <a:pt x="24765" y="149543"/>
                    <a:pt x="46672" y="163830"/>
                    <a:pt x="81915" y="163830"/>
                  </a:cubicBezTo>
                  <a:cubicBezTo>
                    <a:pt x="99060" y="163830"/>
                    <a:pt x="119063" y="160020"/>
                    <a:pt x="133350" y="155257"/>
                  </a:cubicBezTo>
                  <a:cubicBezTo>
                    <a:pt x="133350" y="156210"/>
                    <a:pt x="139065" y="176213"/>
                    <a:pt x="139065" y="176213"/>
                  </a:cubicBezTo>
                  <a:close/>
                  <a:moveTo>
                    <a:pt x="25718" y="74295"/>
                  </a:moveTo>
                  <a:lnTo>
                    <a:pt x="123825" y="74295"/>
                  </a:lnTo>
                  <a:cubicBezTo>
                    <a:pt x="121920" y="40957"/>
                    <a:pt x="107632" y="22860"/>
                    <a:pt x="77153" y="22860"/>
                  </a:cubicBezTo>
                  <a:cubicBezTo>
                    <a:pt x="49530" y="21907"/>
                    <a:pt x="30480" y="36195"/>
                    <a:pt x="25718" y="74295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A384EA9-83CF-60CA-5C19-69F9D636A72B}"/>
                </a:ext>
              </a:extLst>
            </p:cNvPr>
            <p:cNvSpPr/>
            <p:nvPr/>
          </p:nvSpPr>
          <p:spPr>
            <a:xfrm>
              <a:off x="10909141" y="6662309"/>
              <a:ext cx="47689" cy="85352"/>
            </a:xfrm>
            <a:custGeom>
              <a:avLst/>
              <a:gdLst>
                <a:gd name="connsiteX0" fmla="*/ 46672 w 167639"/>
                <a:gd name="connsiteY0" fmla="*/ 160020 h 300037"/>
                <a:gd name="connsiteX1" fmla="*/ 46672 w 167639"/>
                <a:gd name="connsiteY1" fmla="*/ 187643 h 300037"/>
                <a:gd name="connsiteX2" fmla="*/ 111442 w 167639"/>
                <a:gd name="connsiteY2" fmla="*/ 187643 h 300037"/>
                <a:gd name="connsiteX3" fmla="*/ 164782 w 167639"/>
                <a:gd name="connsiteY3" fmla="*/ 244793 h 300037"/>
                <a:gd name="connsiteX4" fmla="*/ 71438 w 167639"/>
                <a:gd name="connsiteY4" fmla="*/ 300038 h 300037"/>
                <a:gd name="connsiteX5" fmla="*/ 0 w 167639"/>
                <a:gd name="connsiteY5" fmla="*/ 251460 h 300037"/>
                <a:gd name="connsiteX6" fmla="*/ 28575 w 167639"/>
                <a:gd name="connsiteY6" fmla="*/ 202882 h 300037"/>
                <a:gd name="connsiteX7" fmla="*/ 20002 w 167639"/>
                <a:gd name="connsiteY7" fmla="*/ 174307 h 300037"/>
                <a:gd name="connsiteX8" fmla="*/ 31432 w 167639"/>
                <a:gd name="connsiteY8" fmla="*/ 154305 h 300037"/>
                <a:gd name="connsiteX9" fmla="*/ 952 w 167639"/>
                <a:gd name="connsiteY9" fmla="*/ 99060 h 300037"/>
                <a:gd name="connsiteX10" fmla="*/ 78105 w 167639"/>
                <a:gd name="connsiteY10" fmla="*/ 29528 h 300037"/>
                <a:gd name="connsiteX11" fmla="*/ 118110 w 167639"/>
                <a:gd name="connsiteY11" fmla="*/ 39053 h 300037"/>
                <a:gd name="connsiteX12" fmla="*/ 148590 w 167639"/>
                <a:gd name="connsiteY12" fmla="*/ 0 h 300037"/>
                <a:gd name="connsiteX13" fmla="*/ 167640 w 167639"/>
                <a:gd name="connsiteY13" fmla="*/ 20955 h 300037"/>
                <a:gd name="connsiteX14" fmla="*/ 131445 w 167639"/>
                <a:gd name="connsiteY14" fmla="*/ 51435 h 300037"/>
                <a:gd name="connsiteX15" fmla="*/ 145732 w 167639"/>
                <a:gd name="connsiteY15" fmla="*/ 93345 h 300037"/>
                <a:gd name="connsiteX16" fmla="*/ 68580 w 167639"/>
                <a:gd name="connsiteY16" fmla="*/ 162878 h 300037"/>
                <a:gd name="connsiteX17" fmla="*/ 46672 w 167639"/>
                <a:gd name="connsiteY17" fmla="*/ 160020 h 300037"/>
                <a:gd name="connsiteX18" fmla="*/ 25717 w 167639"/>
                <a:gd name="connsiteY18" fmla="*/ 249555 h 300037"/>
                <a:gd name="connsiteX19" fmla="*/ 77152 w 167639"/>
                <a:gd name="connsiteY19" fmla="*/ 278130 h 300037"/>
                <a:gd name="connsiteX20" fmla="*/ 138113 w 167639"/>
                <a:gd name="connsiteY20" fmla="*/ 247650 h 300037"/>
                <a:gd name="connsiteX21" fmla="*/ 105727 w 167639"/>
                <a:gd name="connsiteY21" fmla="*/ 210503 h 300037"/>
                <a:gd name="connsiteX22" fmla="*/ 40957 w 167639"/>
                <a:gd name="connsiteY22" fmla="*/ 210503 h 300037"/>
                <a:gd name="connsiteX23" fmla="*/ 25717 w 167639"/>
                <a:gd name="connsiteY23" fmla="*/ 249555 h 300037"/>
                <a:gd name="connsiteX24" fmla="*/ 72390 w 167639"/>
                <a:gd name="connsiteY24" fmla="*/ 141922 h 300037"/>
                <a:gd name="connsiteX25" fmla="*/ 121920 w 167639"/>
                <a:gd name="connsiteY25" fmla="*/ 91440 h 300037"/>
                <a:gd name="connsiteX26" fmla="*/ 77152 w 167639"/>
                <a:gd name="connsiteY26" fmla="*/ 48578 h 300037"/>
                <a:gd name="connsiteX27" fmla="*/ 28575 w 167639"/>
                <a:gd name="connsiteY27" fmla="*/ 99060 h 300037"/>
                <a:gd name="connsiteX28" fmla="*/ 72390 w 167639"/>
                <a:gd name="connsiteY28" fmla="*/ 141922 h 30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67639" h="300037">
                  <a:moveTo>
                    <a:pt x="46672" y="160020"/>
                  </a:moveTo>
                  <a:cubicBezTo>
                    <a:pt x="43815" y="163830"/>
                    <a:pt x="40005" y="179070"/>
                    <a:pt x="46672" y="187643"/>
                  </a:cubicBezTo>
                  <a:lnTo>
                    <a:pt x="111442" y="187643"/>
                  </a:lnTo>
                  <a:cubicBezTo>
                    <a:pt x="158115" y="187643"/>
                    <a:pt x="169545" y="220028"/>
                    <a:pt x="164782" y="244793"/>
                  </a:cubicBezTo>
                  <a:cubicBezTo>
                    <a:pt x="159067" y="277178"/>
                    <a:pt x="127635" y="300038"/>
                    <a:pt x="71438" y="300038"/>
                  </a:cubicBezTo>
                  <a:cubicBezTo>
                    <a:pt x="32385" y="300038"/>
                    <a:pt x="0" y="282893"/>
                    <a:pt x="0" y="251460"/>
                  </a:cubicBezTo>
                  <a:cubicBezTo>
                    <a:pt x="0" y="239078"/>
                    <a:pt x="1905" y="217170"/>
                    <a:pt x="28575" y="202882"/>
                  </a:cubicBezTo>
                  <a:cubicBezTo>
                    <a:pt x="20955" y="197168"/>
                    <a:pt x="17145" y="186690"/>
                    <a:pt x="20002" y="174307"/>
                  </a:cubicBezTo>
                  <a:cubicBezTo>
                    <a:pt x="20955" y="166688"/>
                    <a:pt x="24765" y="160020"/>
                    <a:pt x="31432" y="154305"/>
                  </a:cubicBezTo>
                  <a:cubicBezTo>
                    <a:pt x="14288" y="144780"/>
                    <a:pt x="952" y="129540"/>
                    <a:pt x="952" y="99060"/>
                  </a:cubicBezTo>
                  <a:cubicBezTo>
                    <a:pt x="952" y="49530"/>
                    <a:pt x="26670" y="29528"/>
                    <a:pt x="78105" y="29528"/>
                  </a:cubicBezTo>
                  <a:cubicBezTo>
                    <a:pt x="94297" y="29528"/>
                    <a:pt x="107632" y="32385"/>
                    <a:pt x="118110" y="39053"/>
                  </a:cubicBezTo>
                  <a:lnTo>
                    <a:pt x="148590" y="0"/>
                  </a:lnTo>
                  <a:lnTo>
                    <a:pt x="167640" y="20955"/>
                  </a:lnTo>
                  <a:lnTo>
                    <a:pt x="131445" y="51435"/>
                  </a:lnTo>
                  <a:cubicBezTo>
                    <a:pt x="139065" y="61913"/>
                    <a:pt x="145732" y="74295"/>
                    <a:pt x="145732" y="93345"/>
                  </a:cubicBezTo>
                  <a:cubicBezTo>
                    <a:pt x="145732" y="142875"/>
                    <a:pt x="120015" y="162878"/>
                    <a:pt x="68580" y="162878"/>
                  </a:cubicBezTo>
                  <a:cubicBezTo>
                    <a:pt x="61913" y="161925"/>
                    <a:pt x="54292" y="160972"/>
                    <a:pt x="46672" y="160020"/>
                  </a:cubicBezTo>
                  <a:close/>
                  <a:moveTo>
                    <a:pt x="25717" y="249555"/>
                  </a:moveTo>
                  <a:cubicBezTo>
                    <a:pt x="25717" y="261938"/>
                    <a:pt x="34290" y="278130"/>
                    <a:pt x="77152" y="278130"/>
                  </a:cubicBezTo>
                  <a:cubicBezTo>
                    <a:pt x="101917" y="278130"/>
                    <a:pt x="132397" y="267653"/>
                    <a:pt x="138113" y="247650"/>
                  </a:cubicBezTo>
                  <a:cubicBezTo>
                    <a:pt x="143827" y="227647"/>
                    <a:pt x="134302" y="210503"/>
                    <a:pt x="105727" y="210503"/>
                  </a:cubicBezTo>
                  <a:lnTo>
                    <a:pt x="40957" y="210503"/>
                  </a:lnTo>
                  <a:cubicBezTo>
                    <a:pt x="31432" y="220980"/>
                    <a:pt x="25717" y="230505"/>
                    <a:pt x="25717" y="249555"/>
                  </a:cubicBezTo>
                  <a:close/>
                  <a:moveTo>
                    <a:pt x="72390" y="141922"/>
                  </a:moveTo>
                  <a:cubicBezTo>
                    <a:pt x="109538" y="141922"/>
                    <a:pt x="121920" y="124778"/>
                    <a:pt x="121920" y="91440"/>
                  </a:cubicBezTo>
                  <a:cubicBezTo>
                    <a:pt x="121920" y="63818"/>
                    <a:pt x="113347" y="48578"/>
                    <a:pt x="77152" y="48578"/>
                  </a:cubicBezTo>
                  <a:cubicBezTo>
                    <a:pt x="40005" y="48578"/>
                    <a:pt x="28575" y="65722"/>
                    <a:pt x="28575" y="99060"/>
                  </a:cubicBezTo>
                  <a:cubicBezTo>
                    <a:pt x="27622" y="126682"/>
                    <a:pt x="36195" y="141922"/>
                    <a:pt x="72390" y="141922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EDD630-D746-B7F2-ECC8-0F6ED8CE8E30}"/>
                </a:ext>
              </a:extLst>
            </p:cNvPr>
            <p:cNvSpPr/>
            <p:nvPr/>
          </p:nvSpPr>
          <p:spPr>
            <a:xfrm>
              <a:off x="10965500" y="6671793"/>
              <a:ext cx="40644" cy="52024"/>
            </a:xfrm>
            <a:custGeom>
              <a:avLst/>
              <a:gdLst>
                <a:gd name="connsiteX0" fmla="*/ 118110 w 142875"/>
                <a:gd name="connsiteY0" fmla="*/ 147638 h 182880"/>
                <a:gd name="connsiteX1" fmla="*/ 118110 w 142875"/>
                <a:gd name="connsiteY1" fmla="*/ 0 h 182880"/>
                <a:gd name="connsiteX2" fmla="*/ 142875 w 142875"/>
                <a:gd name="connsiteY2" fmla="*/ 0 h 182880"/>
                <a:gd name="connsiteX3" fmla="*/ 142875 w 142875"/>
                <a:gd name="connsiteY3" fmla="*/ 179070 h 182880"/>
                <a:gd name="connsiteX4" fmla="*/ 118110 w 142875"/>
                <a:gd name="connsiteY4" fmla="*/ 179070 h 182880"/>
                <a:gd name="connsiteX5" fmla="*/ 118110 w 142875"/>
                <a:gd name="connsiteY5" fmla="*/ 164782 h 182880"/>
                <a:gd name="connsiteX6" fmla="*/ 116205 w 142875"/>
                <a:gd name="connsiteY6" fmla="*/ 164782 h 182880"/>
                <a:gd name="connsiteX7" fmla="*/ 59055 w 142875"/>
                <a:gd name="connsiteY7" fmla="*/ 182880 h 182880"/>
                <a:gd name="connsiteX8" fmla="*/ 0 w 142875"/>
                <a:gd name="connsiteY8" fmla="*/ 120968 h 182880"/>
                <a:gd name="connsiteX9" fmla="*/ 0 w 142875"/>
                <a:gd name="connsiteY9" fmla="*/ 0 h 182880"/>
                <a:gd name="connsiteX10" fmla="*/ 24765 w 142875"/>
                <a:gd name="connsiteY10" fmla="*/ 0 h 182880"/>
                <a:gd name="connsiteX11" fmla="*/ 24765 w 142875"/>
                <a:gd name="connsiteY11" fmla="*/ 110490 h 182880"/>
                <a:gd name="connsiteX12" fmla="*/ 63818 w 142875"/>
                <a:gd name="connsiteY12" fmla="*/ 160972 h 182880"/>
                <a:gd name="connsiteX13" fmla="*/ 118110 w 142875"/>
                <a:gd name="connsiteY13" fmla="*/ 147638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875" h="182880">
                  <a:moveTo>
                    <a:pt x="118110" y="147638"/>
                  </a:moveTo>
                  <a:lnTo>
                    <a:pt x="118110" y="0"/>
                  </a:lnTo>
                  <a:lnTo>
                    <a:pt x="142875" y="0"/>
                  </a:lnTo>
                  <a:lnTo>
                    <a:pt x="142875" y="179070"/>
                  </a:lnTo>
                  <a:lnTo>
                    <a:pt x="118110" y="179070"/>
                  </a:lnTo>
                  <a:lnTo>
                    <a:pt x="118110" y="164782"/>
                  </a:lnTo>
                  <a:lnTo>
                    <a:pt x="116205" y="164782"/>
                  </a:lnTo>
                  <a:cubicBezTo>
                    <a:pt x="96203" y="177165"/>
                    <a:pt x="79057" y="182880"/>
                    <a:pt x="59055" y="182880"/>
                  </a:cubicBezTo>
                  <a:cubicBezTo>
                    <a:pt x="20003" y="182880"/>
                    <a:pt x="0" y="161925"/>
                    <a:pt x="0" y="120968"/>
                  </a:cubicBezTo>
                  <a:lnTo>
                    <a:pt x="0" y="0"/>
                  </a:lnTo>
                  <a:lnTo>
                    <a:pt x="24765" y="0"/>
                  </a:lnTo>
                  <a:lnTo>
                    <a:pt x="24765" y="110490"/>
                  </a:lnTo>
                  <a:cubicBezTo>
                    <a:pt x="24765" y="139065"/>
                    <a:pt x="33338" y="160972"/>
                    <a:pt x="63818" y="160972"/>
                  </a:cubicBezTo>
                  <a:cubicBezTo>
                    <a:pt x="89535" y="160972"/>
                    <a:pt x="106680" y="153353"/>
                    <a:pt x="118110" y="14763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0F2C664-75C4-A6A3-0568-B21D34555F10}"/>
                </a:ext>
              </a:extLst>
            </p:cNvPr>
            <p:cNvSpPr/>
            <p:nvPr/>
          </p:nvSpPr>
          <p:spPr>
            <a:xfrm>
              <a:off x="11023214" y="6670709"/>
              <a:ext cx="23844" cy="51753"/>
            </a:xfrm>
            <a:custGeom>
              <a:avLst/>
              <a:gdLst>
                <a:gd name="connsiteX0" fmla="*/ 83820 w 83820"/>
                <a:gd name="connsiteY0" fmla="*/ 24765 h 181927"/>
                <a:gd name="connsiteX1" fmla="*/ 24765 w 83820"/>
                <a:gd name="connsiteY1" fmla="*/ 33338 h 181927"/>
                <a:gd name="connsiteX2" fmla="*/ 24765 w 83820"/>
                <a:gd name="connsiteY2" fmla="*/ 181928 h 181927"/>
                <a:gd name="connsiteX3" fmla="*/ 0 w 83820"/>
                <a:gd name="connsiteY3" fmla="*/ 181928 h 181927"/>
                <a:gd name="connsiteX4" fmla="*/ 0 w 83820"/>
                <a:gd name="connsiteY4" fmla="*/ 3810 h 181927"/>
                <a:gd name="connsiteX5" fmla="*/ 24765 w 83820"/>
                <a:gd name="connsiteY5" fmla="*/ 3810 h 181927"/>
                <a:gd name="connsiteX6" fmla="*/ 24765 w 83820"/>
                <a:gd name="connsiteY6" fmla="*/ 18097 h 181927"/>
                <a:gd name="connsiteX7" fmla="*/ 26670 w 83820"/>
                <a:gd name="connsiteY7" fmla="*/ 18097 h 181927"/>
                <a:gd name="connsiteX8" fmla="*/ 83820 w 83820"/>
                <a:gd name="connsiteY8" fmla="*/ 0 h 181927"/>
                <a:gd name="connsiteX9" fmla="*/ 83820 w 83820"/>
                <a:gd name="connsiteY9" fmla="*/ 24765 h 181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3820" h="181927">
                  <a:moveTo>
                    <a:pt x="83820" y="24765"/>
                  </a:moveTo>
                  <a:cubicBezTo>
                    <a:pt x="59055" y="24765"/>
                    <a:pt x="36195" y="28575"/>
                    <a:pt x="24765" y="33338"/>
                  </a:cubicBezTo>
                  <a:lnTo>
                    <a:pt x="24765" y="181928"/>
                  </a:lnTo>
                  <a:lnTo>
                    <a:pt x="0" y="181928"/>
                  </a:lnTo>
                  <a:lnTo>
                    <a:pt x="0" y="3810"/>
                  </a:lnTo>
                  <a:lnTo>
                    <a:pt x="24765" y="3810"/>
                  </a:lnTo>
                  <a:lnTo>
                    <a:pt x="24765" y="18097"/>
                  </a:lnTo>
                  <a:lnTo>
                    <a:pt x="26670" y="18097"/>
                  </a:lnTo>
                  <a:cubicBezTo>
                    <a:pt x="46673" y="5715"/>
                    <a:pt x="63818" y="0"/>
                    <a:pt x="83820" y="0"/>
                  </a:cubicBezTo>
                  <a:lnTo>
                    <a:pt x="83820" y="24765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AF206E5-514C-A100-29C3-DE4D14E7B6CB}"/>
                </a:ext>
              </a:extLst>
            </p:cNvPr>
            <p:cNvSpPr/>
            <p:nvPr/>
          </p:nvSpPr>
          <p:spPr>
            <a:xfrm>
              <a:off x="11054104" y="6670709"/>
              <a:ext cx="44708" cy="52837"/>
            </a:xfrm>
            <a:custGeom>
              <a:avLst/>
              <a:gdLst>
                <a:gd name="connsiteX0" fmla="*/ 81915 w 157162"/>
                <a:gd name="connsiteY0" fmla="*/ 0 h 185737"/>
                <a:gd name="connsiteX1" fmla="*/ 157163 w 157162"/>
                <a:gd name="connsiteY1" fmla="*/ 89535 h 185737"/>
                <a:gd name="connsiteX2" fmla="*/ 75247 w 157162"/>
                <a:gd name="connsiteY2" fmla="*/ 185738 h 185737"/>
                <a:gd name="connsiteX3" fmla="*/ 0 w 157162"/>
                <a:gd name="connsiteY3" fmla="*/ 96203 h 185737"/>
                <a:gd name="connsiteX4" fmla="*/ 81915 w 157162"/>
                <a:gd name="connsiteY4" fmla="*/ 0 h 185737"/>
                <a:gd name="connsiteX5" fmla="*/ 77152 w 157162"/>
                <a:gd name="connsiteY5" fmla="*/ 166688 h 185737"/>
                <a:gd name="connsiteX6" fmla="*/ 132397 w 157162"/>
                <a:gd name="connsiteY6" fmla="*/ 89535 h 185737"/>
                <a:gd name="connsiteX7" fmla="*/ 80963 w 157162"/>
                <a:gd name="connsiteY7" fmla="*/ 20003 h 185737"/>
                <a:gd name="connsiteX8" fmla="*/ 25717 w 157162"/>
                <a:gd name="connsiteY8" fmla="*/ 97155 h 185737"/>
                <a:gd name="connsiteX9" fmla="*/ 77152 w 157162"/>
                <a:gd name="connsiteY9" fmla="*/ 166688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162" h="185737">
                  <a:moveTo>
                    <a:pt x="81915" y="0"/>
                  </a:moveTo>
                  <a:cubicBezTo>
                    <a:pt x="132397" y="0"/>
                    <a:pt x="157163" y="26670"/>
                    <a:pt x="157163" y="89535"/>
                  </a:cubicBezTo>
                  <a:cubicBezTo>
                    <a:pt x="157163" y="152400"/>
                    <a:pt x="135255" y="185738"/>
                    <a:pt x="75247" y="185738"/>
                  </a:cubicBezTo>
                  <a:cubicBezTo>
                    <a:pt x="24765" y="185738"/>
                    <a:pt x="0" y="159067"/>
                    <a:pt x="0" y="96203"/>
                  </a:cubicBezTo>
                  <a:cubicBezTo>
                    <a:pt x="0" y="34290"/>
                    <a:pt x="20955" y="0"/>
                    <a:pt x="81915" y="0"/>
                  </a:cubicBezTo>
                  <a:close/>
                  <a:moveTo>
                    <a:pt x="77152" y="166688"/>
                  </a:moveTo>
                  <a:cubicBezTo>
                    <a:pt x="120015" y="166688"/>
                    <a:pt x="132397" y="136207"/>
                    <a:pt x="132397" y="89535"/>
                  </a:cubicBezTo>
                  <a:cubicBezTo>
                    <a:pt x="132397" y="48578"/>
                    <a:pt x="123825" y="20003"/>
                    <a:pt x="80963" y="20003"/>
                  </a:cubicBezTo>
                  <a:cubicBezTo>
                    <a:pt x="38100" y="20003"/>
                    <a:pt x="25717" y="50482"/>
                    <a:pt x="25717" y="97155"/>
                  </a:cubicBezTo>
                  <a:cubicBezTo>
                    <a:pt x="24765" y="137160"/>
                    <a:pt x="34290" y="166688"/>
                    <a:pt x="77152" y="16668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EDEA16-43BE-BD0E-FBAF-44F0737EF84E}"/>
                </a:ext>
              </a:extLst>
            </p:cNvPr>
            <p:cNvSpPr/>
            <p:nvPr/>
          </p:nvSpPr>
          <p:spPr>
            <a:xfrm>
              <a:off x="11108296" y="6670167"/>
              <a:ext cx="34953" cy="52837"/>
            </a:xfrm>
            <a:custGeom>
              <a:avLst/>
              <a:gdLst>
                <a:gd name="connsiteX0" fmla="*/ 4763 w 122872"/>
                <a:gd name="connsiteY0" fmla="*/ 157163 h 185737"/>
                <a:gd name="connsiteX1" fmla="*/ 53340 w 122872"/>
                <a:gd name="connsiteY1" fmla="*/ 165735 h 185737"/>
                <a:gd name="connsiteX2" fmla="*/ 98107 w 122872"/>
                <a:gd name="connsiteY2" fmla="*/ 135255 h 185737"/>
                <a:gd name="connsiteX3" fmla="*/ 51435 w 122872"/>
                <a:gd name="connsiteY3" fmla="*/ 100965 h 185737"/>
                <a:gd name="connsiteX4" fmla="*/ 0 w 122872"/>
                <a:gd name="connsiteY4" fmla="*/ 50483 h 185737"/>
                <a:gd name="connsiteX5" fmla="*/ 67627 w 122872"/>
                <a:gd name="connsiteY5" fmla="*/ 0 h 185737"/>
                <a:gd name="connsiteX6" fmla="*/ 114300 w 122872"/>
                <a:gd name="connsiteY6" fmla="*/ 8572 h 185737"/>
                <a:gd name="connsiteX7" fmla="*/ 108585 w 122872"/>
                <a:gd name="connsiteY7" fmla="*/ 30480 h 185737"/>
                <a:gd name="connsiteX8" fmla="*/ 63817 w 122872"/>
                <a:gd name="connsiteY8" fmla="*/ 21908 h 185737"/>
                <a:gd name="connsiteX9" fmla="*/ 24765 w 122872"/>
                <a:gd name="connsiteY9" fmla="*/ 48578 h 185737"/>
                <a:gd name="connsiteX10" fmla="*/ 69532 w 122872"/>
                <a:gd name="connsiteY10" fmla="*/ 80963 h 185737"/>
                <a:gd name="connsiteX11" fmla="*/ 122872 w 122872"/>
                <a:gd name="connsiteY11" fmla="*/ 132397 h 185737"/>
                <a:gd name="connsiteX12" fmla="*/ 51435 w 122872"/>
                <a:gd name="connsiteY12" fmla="*/ 185738 h 185737"/>
                <a:gd name="connsiteX13" fmla="*/ 0 w 122872"/>
                <a:gd name="connsiteY13" fmla="*/ 177165 h 185737"/>
                <a:gd name="connsiteX14" fmla="*/ 4763 w 122872"/>
                <a:gd name="connsiteY14" fmla="*/ 157163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2872" h="185737">
                  <a:moveTo>
                    <a:pt x="4763" y="157163"/>
                  </a:moveTo>
                  <a:cubicBezTo>
                    <a:pt x="16192" y="161925"/>
                    <a:pt x="39052" y="165735"/>
                    <a:pt x="53340" y="165735"/>
                  </a:cubicBezTo>
                  <a:cubicBezTo>
                    <a:pt x="78105" y="165735"/>
                    <a:pt x="98107" y="157163"/>
                    <a:pt x="98107" y="135255"/>
                  </a:cubicBezTo>
                  <a:cubicBezTo>
                    <a:pt x="98107" y="113347"/>
                    <a:pt x="76200" y="107633"/>
                    <a:pt x="51435" y="100965"/>
                  </a:cubicBezTo>
                  <a:cubicBezTo>
                    <a:pt x="22860" y="94297"/>
                    <a:pt x="0" y="82868"/>
                    <a:pt x="0" y="50483"/>
                  </a:cubicBezTo>
                  <a:cubicBezTo>
                    <a:pt x="0" y="14288"/>
                    <a:pt x="26670" y="0"/>
                    <a:pt x="67627" y="0"/>
                  </a:cubicBezTo>
                  <a:cubicBezTo>
                    <a:pt x="83820" y="0"/>
                    <a:pt x="101917" y="4763"/>
                    <a:pt x="114300" y="8572"/>
                  </a:cubicBezTo>
                  <a:lnTo>
                    <a:pt x="108585" y="30480"/>
                  </a:lnTo>
                  <a:cubicBezTo>
                    <a:pt x="94297" y="24765"/>
                    <a:pt x="78105" y="21908"/>
                    <a:pt x="63817" y="21908"/>
                  </a:cubicBezTo>
                  <a:cubicBezTo>
                    <a:pt x="39052" y="21908"/>
                    <a:pt x="24765" y="30480"/>
                    <a:pt x="24765" y="48578"/>
                  </a:cubicBezTo>
                  <a:cubicBezTo>
                    <a:pt x="24765" y="70485"/>
                    <a:pt x="40005" y="73343"/>
                    <a:pt x="69532" y="80963"/>
                  </a:cubicBezTo>
                  <a:cubicBezTo>
                    <a:pt x="97155" y="88583"/>
                    <a:pt x="122872" y="97155"/>
                    <a:pt x="122872" y="132397"/>
                  </a:cubicBezTo>
                  <a:cubicBezTo>
                    <a:pt x="122872" y="169545"/>
                    <a:pt x="91440" y="185738"/>
                    <a:pt x="51435" y="185738"/>
                  </a:cubicBezTo>
                  <a:cubicBezTo>
                    <a:pt x="36195" y="185738"/>
                    <a:pt x="14288" y="180975"/>
                    <a:pt x="0" y="177165"/>
                  </a:cubicBezTo>
                  <a:lnTo>
                    <a:pt x="4763" y="157163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218563E-3F2D-F52B-D5FC-78BB552D0EBD}"/>
                </a:ext>
              </a:extLst>
            </p:cNvPr>
            <p:cNvSpPr/>
            <p:nvPr/>
          </p:nvSpPr>
          <p:spPr>
            <a:xfrm>
              <a:off x="10350424" y="6479413"/>
              <a:ext cx="124234" cy="138189"/>
            </a:xfrm>
            <a:custGeom>
              <a:avLst/>
              <a:gdLst>
                <a:gd name="connsiteX0" fmla="*/ 430530 w 436721"/>
                <a:gd name="connsiteY0" fmla="*/ 357188 h 485775"/>
                <a:gd name="connsiteX1" fmla="*/ 403860 w 436721"/>
                <a:gd name="connsiteY1" fmla="*/ 339090 h 485775"/>
                <a:gd name="connsiteX2" fmla="*/ 396240 w 436721"/>
                <a:gd name="connsiteY2" fmla="*/ 336232 h 485775"/>
                <a:gd name="connsiteX3" fmla="*/ 384810 w 436721"/>
                <a:gd name="connsiteY3" fmla="*/ 343853 h 485775"/>
                <a:gd name="connsiteX4" fmla="*/ 228600 w 436721"/>
                <a:gd name="connsiteY4" fmla="*/ 423863 h 485775"/>
                <a:gd name="connsiteX5" fmla="*/ 68580 w 436721"/>
                <a:gd name="connsiteY5" fmla="*/ 242888 h 485775"/>
                <a:gd name="connsiteX6" fmla="*/ 226695 w 436721"/>
                <a:gd name="connsiteY6" fmla="*/ 62865 h 485775"/>
                <a:gd name="connsiteX7" fmla="*/ 360997 w 436721"/>
                <a:gd name="connsiteY7" fmla="*/ 153353 h 485775"/>
                <a:gd name="connsiteX8" fmla="*/ 360997 w 436721"/>
                <a:gd name="connsiteY8" fmla="*/ 159068 h 485775"/>
                <a:gd name="connsiteX9" fmla="*/ 373380 w 436721"/>
                <a:gd name="connsiteY9" fmla="*/ 171450 h 485775"/>
                <a:gd name="connsiteX10" fmla="*/ 414338 w 436721"/>
                <a:gd name="connsiteY10" fmla="*/ 171450 h 485775"/>
                <a:gd name="connsiteX11" fmla="*/ 426720 w 436721"/>
                <a:gd name="connsiteY11" fmla="*/ 159068 h 485775"/>
                <a:gd name="connsiteX12" fmla="*/ 426720 w 436721"/>
                <a:gd name="connsiteY12" fmla="*/ 16193 h 485775"/>
                <a:gd name="connsiteX13" fmla="*/ 414338 w 436721"/>
                <a:gd name="connsiteY13" fmla="*/ 3810 h 485775"/>
                <a:gd name="connsiteX14" fmla="*/ 378143 w 436721"/>
                <a:gd name="connsiteY14" fmla="*/ 3810 h 485775"/>
                <a:gd name="connsiteX15" fmla="*/ 368618 w 436721"/>
                <a:gd name="connsiteY15" fmla="*/ 7620 h 485775"/>
                <a:gd name="connsiteX16" fmla="*/ 365760 w 436721"/>
                <a:gd name="connsiteY16" fmla="*/ 16193 h 485775"/>
                <a:gd name="connsiteX17" fmla="*/ 366713 w 436721"/>
                <a:gd name="connsiteY17" fmla="*/ 60960 h 485775"/>
                <a:gd name="connsiteX18" fmla="*/ 223838 w 436721"/>
                <a:gd name="connsiteY18" fmla="*/ 0 h 485775"/>
                <a:gd name="connsiteX19" fmla="*/ 0 w 436721"/>
                <a:gd name="connsiteY19" fmla="*/ 240030 h 485775"/>
                <a:gd name="connsiteX20" fmla="*/ 226695 w 436721"/>
                <a:gd name="connsiteY20" fmla="*/ 485775 h 485775"/>
                <a:gd name="connsiteX21" fmla="*/ 434340 w 436721"/>
                <a:gd name="connsiteY21" fmla="*/ 373380 h 485775"/>
                <a:gd name="connsiteX22" fmla="*/ 430530 w 436721"/>
                <a:gd name="connsiteY22" fmla="*/ 357188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6721" h="485775">
                  <a:moveTo>
                    <a:pt x="430530" y="357188"/>
                  </a:moveTo>
                  <a:lnTo>
                    <a:pt x="403860" y="339090"/>
                  </a:lnTo>
                  <a:cubicBezTo>
                    <a:pt x="401003" y="337185"/>
                    <a:pt x="399097" y="336232"/>
                    <a:pt x="396240" y="336232"/>
                  </a:cubicBezTo>
                  <a:cubicBezTo>
                    <a:pt x="393382" y="336232"/>
                    <a:pt x="388620" y="337185"/>
                    <a:pt x="384810" y="343853"/>
                  </a:cubicBezTo>
                  <a:cubicBezTo>
                    <a:pt x="367665" y="373380"/>
                    <a:pt x="324803" y="423863"/>
                    <a:pt x="228600" y="423863"/>
                  </a:cubicBezTo>
                  <a:cubicBezTo>
                    <a:pt x="151447" y="423863"/>
                    <a:pt x="68580" y="367665"/>
                    <a:pt x="68580" y="242888"/>
                  </a:cubicBezTo>
                  <a:cubicBezTo>
                    <a:pt x="68580" y="119063"/>
                    <a:pt x="150495" y="62865"/>
                    <a:pt x="226695" y="62865"/>
                  </a:cubicBezTo>
                  <a:cubicBezTo>
                    <a:pt x="308610" y="62865"/>
                    <a:pt x="360997" y="121920"/>
                    <a:pt x="360997" y="153353"/>
                  </a:cubicBezTo>
                  <a:lnTo>
                    <a:pt x="360997" y="159068"/>
                  </a:lnTo>
                  <a:cubicBezTo>
                    <a:pt x="360997" y="166688"/>
                    <a:pt x="365760" y="171450"/>
                    <a:pt x="373380" y="171450"/>
                  </a:cubicBezTo>
                  <a:lnTo>
                    <a:pt x="414338" y="171450"/>
                  </a:lnTo>
                  <a:cubicBezTo>
                    <a:pt x="421957" y="171450"/>
                    <a:pt x="426720" y="166688"/>
                    <a:pt x="426720" y="159068"/>
                  </a:cubicBezTo>
                  <a:lnTo>
                    <a:pt x="426720" y="16193"/>
                  </a:lnTo>
                  <a:cubicBezTo>
                    <a:pt x="426720" y="8572"/>
                    <a:pt x="421957" y="3810"/>
                    <a:pt x="414338" y="3810"/>
                  </a:cubicBezTo>
                  <a:lnTo>
                    <a:pt x="378143" y="3810"/>
                  </a:lnTo>
                  <a:cubicBezTo>
                    <a:pt x="372428" y="3810"/>
                    <a:pt x="369570" y="5715"/>
                    <a:pt x="368618" y="7620"/>
                  </a:cubicBezTo>
                  <a:cubicBezTo>
                    <a:pt x="366713" y="9525"/>
                    <a:pt x="365760" y="12382"/>
                    <a:pt x="365760" y="16193"/>
                  </a:cubicBezTo>
                  <a:lnTo>
                    <a:pt x="366713" y="60960"/>
                  </a:lnTo>
                  <a:cubicBezTo>
                    <a:pt x="345757" y="34290"/>
                    <a:pt x="302895" y="0"/>
                    <a:pt x="223838" y="0"/>
                  </a:cubicBezTo>
                  <a:cubicBezTo>
                    <a:pt x="77153" y="0"/>
                    <a:pt x="0" y="120968"/>
                    <a:pt x="0" y="240030"/>
                  </a:cubicBezTo>
                  <a:cubicBezTo>
                    <a:pt x="0" y="382905"/>
                    <a:pt x="95250" y="485775"/>
                    <a:pt x="226695" y="485775"/>
                  </a:cubicBezTo>
                  <a:cubicBezTo>
                    <a:pt x="251460" y="485775"/>
                    <a:pt x="379095" y="480060"/>
                    <a:pt x="434340" y="373380"/>
                  </a:cubicBezTo>
                  <a:cubicBezTo>
                    <a:pt x="436245" y="372428"/>
                    <a:pt x="440055" y="364807"/>
                    <a:pt x="430530" y="357188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3B614FE-77CD-1C98-A1FB-F5AE858BA404}"/>
                </a:ext>
              </a:extLst>
            </p:cNvPr>
            <p:cNvSpPr/>
            <p:nvPr/>
          </p:nvSpPr>
          <p:spPr>
            <a:xfrm>
              <a:off x="10482922" y="6521682"/>
              <a:ext cx="94836" cy="96461"/>
            </a:xfrm>
            <a:custGeom>
              <a:avLst/>
              <a:gdLst>
                <a:gd name="connsiteX0" fmla="*/ 167640 w 333375"/>
                <a:gd name="connsiteY0" fmla="*/ 0 h 339090"/>
                <a:gd name="connsiteX1" fmla="*/ 0 w 333375"/>
                <a:gd name="connsiteY1" fmla="*/ 168592 h 339090"/>
                <a:gd name="connsiteX2" fmla="*/ 166688 w 333375"/>
                <a:gd name="connsiteY2" fmla="*/ 339090 h 339090"/>
                <a:gd name="connsiteX3" fmla="*/ 333375 w 333375"/>
                <a:gd name="connsiteY3" fmla="*/ 168592 h 339090"/>
                <a:gd name="connsiteX4" fmla="*/ 167640 w 333375"/>
                <a:gd name="connsiteY4" fmla="*/ 0 h 339090"/>
                <a:gd name="connsiteX5" fmla="*/ 167640 w 333375"/>
                <a:gd name="connsiteY5" fmla="*/ 54292 h 339090"/>
                <a:gd name="connsiteX6" fmla="*/ 271463 w 333375"/>
                <a:gd name="connsiteY6" fmla="*/ 169545 h 339090"/>
                <a:gd name="connsiteX7" fmla="*/ 166688 w 333375"/>
                <a:gd name="connsiteY7" fmla="*/ 285750 h 339090"/>
                <a:gd name="connsiteX8" fmla="*/ 62865 w 333375"/>
                <a:gd name="connsiteY8" fmla="*/ 169545 h 339090"/>
                <a:gd name="connsiteX9" fmla="*/ 167640 w 333375"/>
                <a:gd name="connsiteY9" fmla="*/ 54292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375" h="339090">
                  <a:moveTo>
                    <a:pt x="167640" y="0"/>
                  </a:moveTo>
                  <a:cubicBezTo>
                    <a:pt x="68580" y="0"/>
                    <a:pt x="0" y="69532"/>
                    <a:pt x="0" y="168592"/>
                  </a:cubicBezTo>
                  <a:cubicBezTo>
                    <a:pt x="0" y="269557"/>
                    <a:pt x="68580" y="339090"/>
                    <a:pt x="166688" y="339090"/>
                  </a:cubicBezTo>
                  <a:cubicBezTo>
                    <a:pt x="264795" y="339090"/>
                    <a:pt x="333375" y="268605"/>
                    <a:pt x="333375" y="168592"/>
                  </a:cubicBezTo>
                  <a:cubicBezTo>
                    <a:pt x="333375" y="69532"/>
                    <a:pt x="264795" y="0"/>
                    <a:pt x="167640" y="0"/>
                  </a:cubicBezTo>
                  <a:close/>
                  <a:moveTo>
                    <a:pt x="167640" y="54292"/>
                  </a:moveTo>
                  <a:cubicBezTo>
                    <a:pt x="219075" y="54292"/>
                    <a:pt x="271463" y="93345"/>
                    <a:pt x="271463" y="169545"/>
                  </a:cubicBezTo>
                  <a:cubicBezTo>
                    <a:pt x="271463" y="237172"/>
                    <a:pt x="227647" y="285750"/>
                    <a:pt x="166688" y="285750"/>
                  </a:cubicBezTo>
                  <a:cubicBezTo>
                    <a:pt x="106680" y="285750"/>
                    <a:pt x="62865" y="237172"/>
                    <a:pt x="62865" y="169545"/>
                  </a:cubicBezTo>
                  <a:cubicBezTo>
                    <a:pt x="62865" y="94297"/>
                    <a:pt x="115253" y="54292"/>
                    <a:pt x="167640" y="54292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784F374-9575-178B-09A1-CE5F38CD337C}"/>
                </a:ext>
              </a:extLst>
            </p:cNvPr>
            <p:cNvSpPr/>
            <p:nvPr/>
          </p:nvSpPr>
          <p:spPr>
            <a:xfrm>
              <a:off x="10582094" y="6481038"/>
              <a:ext cx="42540" cy="136292"/>
            </a:xfrm>
            <a:custGeom>
              <a:avLst/>
              <a:gdLst>
                <a:gd name="connsiteX0" fmla="*/ 137160 w 149542"/>
                <a:gd name="connsiteY0" fmla="*/ 425767 h 479107"/>
                <a:gd name="connsiteX1" fmla="*/ 106680 w 149542"/>
                <a:gd name="connsiteY1" fmla="*/ 425767 h 479107"/>
                <a:gd name="connsiteX2" fmla="*/ 106680 w 149542"/>
                <a:gd name="connsiteY2" fmla="*/ 20955 h 479107"/>
                <a:gd name="connsiteX3" fmla="*/ 84772 w 149542"/>
                <a:gd name="connsiteY3" fmla="*/ 0 h 479107"/>
                <a:gd name="connsiteX4" fmla="*/ 12382 w 149542"/>
                <a:gd name="connsiteY4" fmla="*/ 0 h 479107"/>
                <a:gd name="connsiteX5" fmla="*/ 0 w 149542"/>
                <a:gd name="connsiteY5" fmla="*/ 12382 h 479107"/>
                <a:gd name="connsiteX6" fmla="*/ 0 w 149542"/>
                <a:gd name="connsiteY6" fmla="*/ 40957 h 479107"/>
                <a:gd name="connsiteX7" fmla="*/ 12382 w 149542"/>
                <a:gd name="connsiteY7" fmla="*/ 53340 h 479107"/>
                <a:gd name="connsiteX8" fmla="*/ 43815 w 149542"/>
                <a:gd name="connsiteY8" fmla="*/ 53340 h 479107"/>
                <a:gd name="connsiteX9" fmla="*/ 43815 w 149542"/>
                <a:gd name="connsiteY9" fmla="*/ 426720 h 479107"/>
                <a:gd name="connsiteX10" fmla="*/ 12382 w 149542"/>
                <a:gd name="connsiteY10" fmla="*/ 426720 h 479107"/>
                <a:gd name="connsiteX11" fmla="*/ 0 w 149542"/>
                <a:gd name="connsiteY11" fmla="*/ 439103 h 479107"/>
                <a:gd name="connsiteX12" fmla="*/ 0 w 149542"/>
                <a:gd name="connsiteY12" fmla="*/ 466725 h 479107"/>
                <a:gd name="connsiteX13" fmla="*/ 12382 w 149542"/>
                <a:gd name="connsiteY13" fmla="*/ 479107 h 479107"/>
                <a:gd name="connsiteX14" fmla="*/ 137160 w 149542"/>
                <a:gd name="connsiteY14" fmla="*/ 479107 h 479107"/>
                <a:gd name="connsiteX15" fmla="*/ 149543 w 149542"/>
                <a:gd name="connsiteY15" fmla="*/ 466725 h 479107"/>
                <a:gd name="connsiteX16" fmla="*/ 149543 w 149542"/>
                <a:gd name="connsiteY16" fmla="*/ 439103 h 479107"/>
                <a:gd name="connsiteX17" fmla="*/ 137160 w 149542"/>
                <a:gd name="connsiteY17" fmla="*/ 425767 h 47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9542" h="479107">
                  <a:moveTo>
                    <a:pt x="137160" y="425767"/>
                  </a:moveTo>
                  <a:lnTo>
                    <a:pt x="106680" y="425767"/>
                  </a:lnTo>
                  <a:lnTo>
                    <a:pt x="106680" y="20955"/>
                  </a:lnTo>
                  <a:cubicBezTo>
                    <a:pt x="106680" y="6667"/>
                    <a:pt x="100013" y="0"/>
                    <a:pt x="84772" y="0"/>
                  </a:cubicBezTo>
                  <a:lnTo>
                    <a:pt x="12382" y="0"/>
                  </a:lnTo>
                  <a:cubicBezTo>
                    <a:pt x="4763" y="0"/>
                    <a:pt x="0" y="4763"/>
                    <a:pt x="0" y="12382"/>
                  </a:cubicBezTo>
                  <a:lnTo>
                    <a:pt x="0" y="40957"/>
                  </a:lnTo>
                  <a:cubicBezTo>
                    <a:pt x="0" y="48578"/>
                    <a:pt x="4763" y="53340"/>
                    <a:pt x="12382" y="53340"/>
                  </a:cubicBezTo>
                  <a:lnTo>
                    <a:pt x="43815" y="53340"/>
                  </a:lnTo>
                  <a:lnTo>
                    <a:pt x="43815" y="426720"/>
                  </a:lnTo>
                  <a:lnTo>
                    <a:pt x="12382" y="426720"/>
                  </a:lnTo>
                  <a:cubicBezTo>
                    <a:pt x="4763" y="426720"/>
                    <a:pt x="0" y="431482"/>
                    <a:pt x="0" y="439103"/>
                  </a:cubicBezTo>
                  <a:lnTo>
                    <a:pt x="0" y="466725"/>
                  </a:lnTo>
                  <a:cubicBezTo>
                    <a:pt x="0" y="474345"/>
                    <a:pt x="4763" y="479107"/>
                    <a:pt x="12382" y="479107"/>
                  </a:cubicBezTo>
                  <a:lnTo>
                    <a:pt x="137160" y="479107"/>
                  </a:lnTo>
                  <a:cubicBezTo>
                    <a:pt x="144780" y="479107"/>
                    <a:pt x="149543" y="474345"/>
                    <a:pt x="149543" y="466725"/>
                  </a:cubicBezTo>
                  <a:lnTo>
                    <a:pt x="149543" y="439103"/>
                  </a:lnTo>
                  <a:cubicBezTo>
                    <a:pt x="149543" y="430530"/>
                    <a:pt x="144780" y="425767"/>
                    <a:pt x="137160" y="425767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8331A1-1A47-A49C-E681-FB1C93F4E27D}"/>
                </a:ext>
              </a:extLst>
            </p:cNvPr>
            <p:cNvSpPr/>
            <p:nvPr/>
          </p:nvSpPr>
          <p:spPr>
            <a:xfrm>
              <a:off x="10637098" y="6521682"/>
              <a:ext cx="160713" cy="95377"/>
            </a:xfrm>
            <a:custGeom>
              <a:avLst/>
              <a:gdLst>
                <a:gd name="connsiteX0" fmla="*/ 553403 w 564953"/>
                <a:gd name="connsiteY0" fmla="*/ 282892 h 335279"/>
                <a:gd name="connsiteX1" fmla="*/ 521018 w 564953"/>
                <a:gd name="connsiteY1" fmla="*/ 282892 h 335279"/>
                <a:gd name="connsiteX2" fmla="*/ 520065 w 564953"/>
                <a:gd name="connsiteY2" fmla="*/ 118110 h 335279"/>
                <a:gd name="connsiteX3" fmla="*/ 405765 w 564953"/>
                <a:gd name="connsiteY3" fmla="*/ 0 h 335279"/>
                <a:gd name="connsiteX4" fmla="*/ 300990 w 564953"/>
                <a:gd name="connsiteY4" fmla="*/ 50482 h 335279"/>
                <a:gd name="connsiteX5" fmla="*/ 202883 w 564953"/>
                <a:gd name="connsiteY5" fmla="*/ 0 h 335279"/>
                <a:gd name="connsiteX6" fmla="*/ 100013 w 564953"/>
                <a:gd name="connsiteY6" fmla="*/ 49530 h 335279"/>
                <a:gd name="connsiteX7" fmla="*/ 100965 w 564953"/>
                <a:gd name="connsiteY7" fmla="*/ 28575 h 335279"/>
                <a:gd name="connsiteX8" fmla="*/ 76200 w 564953"/>
                <a:gd name="connsiteY8" fmla="*/ 4763 h 335279"/>
                <a:gd name="connsiteX9" fmla="*/ 12383 w 564953"/>
                <a:gd name="connsiteY9" fmla="*/ 4763 h 335279"/>
                <a:gd name="connsiteX10" fmla="*/ 0 w 564953"/>
                <a:gd name="connsiteY10" fmla="*/ 17145 h 335279"/>
                <a:gd name="connsiteX11" fmla="*/ 0 w 564953"/>
                <a:gd name="connsiteY11" fmla="*/ 44767 h 335279"/>
                <a:gd name="connsiteX12" fmla="*/ 12383 w 564953"/>
                <a:gd name="connsiteY12" fmla="*/ 57150 h 335279"/>
                <a:gd name="connsiteX13" fmla="*/ 43815 w 564953"/>
                <a:gd name="connsiteY13" fmla="*/ 57150 h 335279"/>
                <a:gd name="connsiteX14" fmla="*/ 43815 w 564953"/>
                <a:gd name="connsiteY14" fmla="*/ 282892 h 335279"/>
                <a:gd name="connsiteX15" fmla="*/ 12383 w 564953"/>
                <a:gd name="connsiteY15" fmla="*/ 282892 h 335279"/>
                <a:gd name="connsiteX16" fmla="*/ 0 w 564953"/>
                <a:gd name="connsiteY16" fmla="*/ 295275 h 335279"/>
                <a:gd name="connsiteX17" fmla="*/ 0 w 564953"/>
                <a:gd name="connsiteY17" fmla="*/ 322897 h 335279"/>
                <a:gd name="connsiteX18" fmla="*/ 12383 w 564953"/>
                <a:gd name="connsiteY18" fmla="*/ 335280 h 335279"/>
                <a:gd name="connsiteX19" fmla="*/ 134303 w 564953"/>
                <a:gd name="connsiteY19" fmla="*/ 335280 h 335279"/>
                <a:gd name="connsiteX20" fmla="*/ 146685 w 564953"/>
                <a:gd name="connsiteY20" fmla="*/ 322897 h 335279"/>
                <a:gd name="connsiteX21" fmla="*/ 146685 w 564953"/>
                <a:gd name="connsiteY21" fmla="*/ 295275 h 335279"/>
                <a:gd name="connsiteX22" fmla="*/ 134303 w 564953"/>
                <a:gd name="connsiteY22" fmla="*/ 282892 h 335279"/>
                <a:gd name="connsiteX23" fmla="*/ 106680 w 564953"/>
                <a:gd name="connsiteY23" fmla="*/ 282892 h 335279"/>
                <a:gd name="connsiteX24" fmla="*/ 106680 w 564953"/>
                <a:gd name="connsiteY24" fmla="*/ 108585 h 335279"/>
                <a:gd name="connsiteX25" fmla="*/ 189548 w 564953"/>
                <a:gd name="connsiteY25" fmla="*/ 55245 h 335279"/>
                <a:gd name="connsiteX26" fmla="*/ 257175 w 564953"/>
                <a:gd name="connsiteY26" fmla="*/ 130492 h 335279"/>
                <a:gd name="connsiteX27" fmla="*/ 257175 w 564953"/>
                <a:gd name="connsiteY27" fmla="*/ 281940 h 335279"/>
                <a:gd name="connsiteX28" fmla="*/ 225743 w 564953"/>
                <a:gd name="connsiteY28" fmla="*/ 281940 h 335279"/>
                <a:gd name="connsiteX29" fmla="*/ 213360 w 564953"/>
                <a:gd name="connsiteY29" fmla="*/ 294322 h 335279"/>
                <a:gd name="connsiteX30" fmla="*/ 213360 w 564953"/>
                <a:gd name="connsiteY30" fmla="*/ 321945 h 335279"/>
                <a:gd name="connsiteX31" fmla="*/ 225743 w 564953"/>
                <a:gd name="connsiteY31" fmla="*/ 334328 h 335279"/>
                <a:gd name="connsiteX32" fmla="*/ 350520 w 564953"/>
                <a:gd name="connsiteY32" fmla="*/ 334328 h 335279"/>
                <a:gd name="connsiteX33" fmla="*/ 362903 w 564953"/>
                <a:gd name="connsiteY33" fmla="*/ 321945 h 335279"/>
                <a:gd name="connsiteX34" fmla="*/ 362903 w 564953"/>
                <a:gd name="connsiteY34" fmla="*/ 294322 h 335279"/>
                <a:gd name="connsiteX35" fmla="*/ 350520 w 564953"/>
                <a:gd name="connsiteY35" fmla="*/ 281940 h 335279"/>
                <a:gd name="connsiteX36" fmla="*/ 318135 w 564953"/>
                <a:gd name="connsiteY36" fmla="*/ 281940 h 335279"/>
                <a:gd name="connsiteX37" fmla="*/ 318135 w 564953"/>
                <a:gd name="connsiteY37" fmla="*/ 121920 h 335279"/>
                <a:gd name="connsiteX38" fmla="*/ 314325 w 564953"/>
                <a:gd name="connsiteY38" fmla="*/ 96203 h 335279"/>
                <a:gd name="connsiteX39" fmla="*/ 390525 w 564953"/>
                <a:gd name="connsiteY39" fmla="*/ 54292 h 335279"/>
                <a:gd name="connsiteX40" fmla="*/ 457200 w 564953"/>
                <a:gd name="connsiteY40" fmla="*/ 129540 h 335279"/>
                <a:gd name="connsiteX41" fmla="*/ 457200 w 564953"/>
                <a:gd name="connsiteY41" fmla="*/ 301942 h 335279"/>
                <a:gd name="connsiteX42" fmla="*/ 490538 w 564953"/>
                <a:gd name="connsiteY42" fmla="*/ 333375 h 335279"/>
                <a:gd name="connsiteX43" fmla="*/ 552450 w 564953"/>
                <a:gd name="connsiteY43" fmla="*/ 333375 h 335279"/>
                <a:gd name="connsiteX44" fmla="*/ 564833 w 564953"/>
                <a:gd name="connsiteY44" fmla="*/ 320992 h 335279"/>
                <a:gd name="connsiteX45" fmla="*/ 564833 w 564953"/>
                <a:gd name="connsiteY45" fmla="*/ 293370 h 335279"/>
                <a:gd name="connsiteX46" fmla="*/ 553403 w 564953"/>
                <a:gd name="connsiteY46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64953" h="335279">
                  <a:moveTo>
                    <a:pt x="553403" y="282892"/>
                  </a:moveTo>
                  <a:lnTo>
                    <a:pt x="521018" y="282892"/>
                  </a:lnTo>
                  <a:lnTo>
                    <a:pt x="520065" y="118110"/>
                  </a:lnTo>
                  <a:cubicBezTo>
                    <a:pt x="520065" y="45720"/>
                    <a:pt x="476250" y="0"/>
                    <a:pt x="405765" y="0"/>
                  </a:cubicBezTo>
                  <a:cubicBezTo>
                    <a:pt x="342900" y="0"/>
                    <a:pt x="313373" y="33338"/>
                    <a:pt x="300990" y="50482"/>
                  </a:cubicBezTo>
                  <a:cubicBezTo>
                    <a:pt x="282893" y="18097"/>
                    <a:pt x="247650" y="0"/>
                    <a:pt x="202883" y="0"/>
                  </a:cubicBezTo>
                  <a:cubicBezTo>
                    <a:pt x="171450" y="0"/>
                    <a:pt x="128588" y="8572"/>
                    <a:pt x="100013" y="49530"/>
                  </a:cubicBezTo>
                  <a:lnTo>
                    <a:pt x="100965" y="28575"/>
                  </a:lnTo>
                  <a:cubicBezTo>
                    <a:pt x="100965" y="7620"/>
                    <a:pt x="88583" y="4763"/>
                    <a:pt x="76200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4303" y="335280"/>
                  </a:lnTo>
                  <a:cubicBezTo>
                    <a:pt x="141923" y="335280"/>
                    <a:pt x="146685" y="330517"/>
                    <a:pt x="146685" y="322897"/>
                  </a:cubicBezTo>
                  <a:lnTo>
                    <a:pt x="146685" y="295275"/>
                  </a:lnTo>
                  <a:cubicBezTo>
                    <a:pt x="146685" y="287655"/>
                    <a:pt x="141923" y="282892"/>
                    <a:pt x="134303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12395" y="96203"/>
                    <a:pt x="134303" y="55245"/>
                    <a:pt x="189548" y="55245"/>
                  </a:cubicBezTo>
                  <a:cubicBezTo>
                    <a:pt x="233363" y="55245"/>
                    <a:pt x="257175" y="81915"/>
                    <a:pt x="257175" y="130492"/>
                  </a:cubicBezTo>
                  <a:lnTo>
                    <a:pt x="257175" y="281940"/>
                  </a:lnTo>
                  <a:lnTo>
                    <a:pt x="225743" y="281940"/>
                  </a:lnTo>
                  <a:cubicBezTo>
                    <a:pt x="218123" y="281940"/>
                    <a:pt x="213360" y="286703"/>
                    <a:pt x="213360" y="294322"/>
                  </a:cubicBezTo>
                  <a:lnTo>
                    <a:pt x="213360" y="321945"/>
                  </a:lnTo>
                  <a:cubicBezTo>
                    <a:pt x="213360" y="329565"/>
                    <a:pt x="218123" y="334328"/>
                    <a:pt x="225743" y="334328"/>
                  </a:cubicBezTo>
                  <a:lnTo>
                    <a:pt x="350520" y="334328"/>
                  </a:lnTo>
                  <a:cubicBezTo>
                    <a:pt x="358140" y="334328"/>
                    <a:pt x="362903" y="329565"/>
                    <a:pt x="362903" y="321945"/>
                  </a:cubicBezTo>
                  <a:lnTo>
                    <a:pt x="362903" y="294322"/>
                  </a:lnTo>
                  <a:cubicBezTo>
                    <a:pt x="362903" y="286703"/>
                    <a:pt x="358140" y="281940"/>
                    <a:pt x="350520" y="281940"/>
                  </a:cubicBezTo>
                  <a:lnTo>
                    <a:pt x="318135" y="281940"/>
                  </a:lnTo>
                  <a:lnTo>
                    <a:pt x="318135" y="121920"/>
                  </a:lnTo>
                  <a:cubicBezTo>
                    <a:pt x="318135" y="113347"/>
                    <a:pt x="317183" y="103822"/>
                    <a:pt x="314325" y="96203"/>
                  </a:cubicBezTo>
                  <a:cubicBezTo>
                    <a:pt x="333375" y="68580"/>
                    <a:pt x="358140" y="54292"/>
                    <a:pt x="390525" y="54292"/>
                  </a:cubicBezTo>
                  <a:cubicBezTo>
                    <a:pt x="445770" y="54292"/>
                    <a:pt x="457200" y="95250"/>
                    <a:pt x="457200" y="129540"/>
                  </a:cubicBezTo>
                  <a:lnTo>
                    <a:pt x="457200" y="301942"/>
                  </a:lnTo>
                  <a:cubicBezTo>
                    <a:pt x="457200" y="323850"/>
                    <a:pt x="467678" y="333375"/>
                    <a:pt x="490538" y="333375"/>
                  </a:cubicBezTo>
                  <a:lnTo>
                    <a:pt x="552450" y="333375"/>
                  </a:lnTo>
                  <a:cubicBezTo>
                    <a:pt x="560070" y="333375"/>
                    <a:pt x="564833" y="328613"/>
                    <a:pt x="564833" y="320992"/>
                  </a:cubicBezTo>
                  <a:lnTo>
                    <a:pt x="564833" y="293370"/>
                  </a:lnTo>
                  <a:cubicBezTo>
                    <a:pt x="565785" y="287655"/>
                    <a:pt x="561023" y="282892"/>
                    <a:pt x="553403" y="282892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87CEE12-66BC-7A10-EDC9-0BD40A73EF75}"/>
                </a:ext>
              </a:extLst>
            </p:cNvPr>
            <p:cNvSpPr/>
            <p:nvPr/>
          </p:nvSpPr>
          <p:spPr>
            <a:xfrm>
              <a:off x="10805906" y="6521411"/>
              <a:ext cx="88170" cy="96461"/>
            </a:xfrm>
            <a:custGeom>
              <a:avLst/>
              <a:gdLst>
                <a:gd name="connsiteX0" fmla="*/ 287655 w 309943"/>
                <a:gd name="connsiteY0" fmla="*/ 234315 h 339090"/>
                <a:gd name="connsiteX1" fmla="*/ 280035 w 309943"/>
                <a:gd name="connsiteY1" fmla="*/ 231457 h 339090"/>
                <a:gd name="connsiteX2" fmla="*/ 269557 w 309943"/>
                <a:gd name="connsiteY2" fmla="*/ 237172 h 339090"/>
                <a:gd name="connsiteX3" fmla="*/ 169545 w 309943"/>
                <a:gd name="connsiteY3" fmla="*/ 285750 h 339090"/>
                <a:gd name="connsiteX4" fmla="*/ 65722 w 309943"/>
                <a:gd name="connsiteY4" fmla="*/ 180975 h 339090"/>
                <a:gd name="connsiteX5" fmla="*/ 296228 w 309943"/>
                <a:gd name="connsiteY5" fmla="*/ 180975 h 339090"/>
                <a:gd name="connsiteX6" fmla="*/ 309563 w 309943"/>
                <a:gd name="connsiteY6" fmla="*/ 168593 h 339090"/>
                <a:gd name="connsiteX7" fmla="*/ 266700 w 309943"/>
                <a:gd name="connsiteY7" fmla="*/ 40957 h 339090"/>
                <a:gd name="connsiteX8" fmla="*/ 159067 w 309943"/>
                <a:gd name="connsiteY8" fmla="*/ 0 h 339090"/>
                <a:gd name="connsiteX9" fmla="*/ 0 w 309943"/>
                <a:gd name="connsiteY9" fmla="*/ 168593 h 339090"/>
                <a:gd name="connsiteX10" fmla="*/ 164782 w 309943"/>
                <a:gd name="connsiteY10" fmla="*/ 339090 h 339090"/>
                <a:gd name="connsiteX11" fmla="*/ 307657 w 309943"/>
                <a:gd name="connsiteY11" fmla="*/ 268605 h 339090"/>
                <a:gd name="connsiteX12" fmla="*/ 304800 w 309943"/>
                <a:gd name="connsiteY12" fmla="*/ 251460 h 339090"/>
                <a:gd name="connsiteX13" fmla="*/ 287655 w 309943"/>
                <a:gd name="connsiteY13" fmla="*/ 234315 h 339090"/>
                <a:gd name="connsiteX14" fmla="*/ 67628 w 309943"/>
                <a:gd name="connsiteY14" fmla="*/ 133350 h 339090"/>
                <a:gd name="connsiteX15" fmla="*/ 161925 w 309943"/>
                <a:gd name="connsiteY15" fmla="*/ 53340 h 339090"/>
                <a:gd name="connsiteX16" fmla="*/ 247650 w 309943"/>
                <a:gd name="connsiteY16" fmla="*/ 133350 h 339090"/>
                <a:gd name="connsiteX17" fmla="*/ 67628 w 309943"/>
                <a:gd name="connsiteY17" fmla="*/ 133350 h 33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9943" h="339090">
                  <a:moveTo>
                    <a:pt x="287655" y="234315"/>
                  </a:moveTo>
                  <a:cubicBezTo>
                    <a:pt x="284797" y="232410"/>
                    <a:pt x="281940" y="231457"/>
                    <a:pt x="280035" y="231457"/>
                  </a:cubicBezTo>
                  <a:cubicBezTo>
                    <a:pt x="277178" y="231457"/>
                    <a:pt x="273367" y="232410"/>
                    <a:pt x="269557" y="237172"/>
                  </a:cubicBezTo>
                  <a:cubicBezTo>
                    <a:pt x="260032" y="252413"/>
                    <a:pt x="221932" y="285750"/>
                    <a:pt x="169545" y="285750"/>
                  </a:cubicBezTo>
                  <a:cubicBezTo>
                    <a:pt x="122872" y="285750"/>
                    <a:pt x="70485" y="253365"/>
                    <a:pt x="65722" y="180975"/>
                  </a:cubicBezTo>
                  <a:lnTo>
                    <a:pt x="296228" y="180975"/>
                  </a:lnTo>
                  <a:cubicBezTo>
                    <a:pt x="304800" y="180975"/>
                    <a:pt x="309563" y="176213"/>
                    <a:pt x="309563" y="168593"/>
                  </a:cubicBezTo>
                  <a:cubicBezTo>
                    <a:pt x="310515" y="114300"/>
                    <a:pt x="296228" y="70485"/>
                    <a:pt x="266700" y="40957"/>
                  </a:cubicBezTo>
                  <a:cubicBezTo>
                    <a:pt x="240982" y="14288"/>
                    <a:pt x="203835" y="0"/>
                    <a:pt x="159067" y="0"/>
                  </a:cubicBezTo>
                  <a:cubicBezTo>
                    <a:pt x="80010" y="0"/>
                    <a:pt x="0" y="58103"/>
                    <a:pt x="0" y="168593"/>
                  </a:cubicBezTo>
                  <a:cubicBezTo>
                    <a:pt x="0" y="269557"/>
                    <a:pt x="67628" y="339090"/>
                    <a:pt x="164782" y="339090"/>
                  </a:cubicBezTo>
                  <a:cubicBezTo>
                    <a:pt x="264795" y="339090"/>
                    <a:pt x="307657" y="268605"/>
                    <a:pt x="307657" y="268605"/>
                  </a:cubicBezTo>
                  <a:cubicBezTo>
                    <a:pt x="311467" y="262890"/>
                    <a:pt x="310515" y="256222"/>
                    <a:pt x="304800" y="251460"/>
                  </a:cubicBezTo>
                  <a:lnTo>
                    <a:pt x="287655" y="234315"/>
                  </a:lnTo>
                  <a:close/>
                  <a:moveTo>
                    <a:pt x="67628" y="133350"/>
                  </a:moveTo>
                  <a:cubicBezTo>
                    <a:pt x="77153" y="74295"/>
                    <a:pt x="121920" y="53340"/>
                    <a:pt x="161925" y="53340"/>
                  </a:cubicBezTo>
                  <a:cubicBezTo>
                    <a:pt x="211455" y="53340"/>
                    <a:pt x="243840" y="82868"/>
                    <a:pt x="247650" y="133350"/>
                  </a:cubicBezTo>
                  <a:lnTo>
                    <a:pt x="67628" y="133350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507AE83-D540-F12B-4FD7-449C0EAAED50}"/>
                </a:ext>
              </a:extLst>
            </p:cNvPr>
            <p:cNvSpPr/>
            <p:nvPr/>
          </p:nvSpPr>
          <p:spPr>
            <a:xfrm>
              <a:off x="10902638" y="6521682"/>
              <a:ext cx="103536" cy="95377"/>
            </a:xfrm>
            <a:custGeom>
              <a:avLst/>
              <a:gdLst>
                <a:gd name="connsiteX0" fmla="*/ 351473 w 363958"/>
                <a:gd name="connsiteY0" fmla="*/ 282892 h 335279"/>
                <a:gd name="connsiteX1" fmla="*/ 319088 w 363958"/>
                <a:gd name="connsiteY1" fmla="*/ 282892 h 335279"/>
                <a:gd name="connsiteX2" fmla="*/ 319088 w 363958"/>
                <a:gd name="connsiteY2" fmla="*/ 118110 h 335279"/>
                <a:gd name="connsiteX3" fmla="*/ 202883 w 363958"/>
                <a:gd name="connsiteY3" fmla="*/ 0 h 335279"/>
                <a:gd name="connsiteX4" fmla="*/ 100013 w 363958"/>
                <a:gd name="connsiteY4" fmla="*/ 49530 h 335279"/>
                <a:gd name="connsiteX5" fmla="*/ 100965 w 363958"/>
                <a:gd name="connsiteY5" fmla="*/ 17145 h 335279"/>
                <a:gd name="connsiteX6" fmla="*/ 88583 w 363958"/>
                <a:gd name="connsiteY6" fmla="*/ 4763 h 335279"/>
                <a:gd name="connsiteX7" fmla="*/ 12383 w 363958"/>
                <a:gd name="connsiteY7" fmla="*/ 4763 h 335279"/>
                <a:gd name="connsiteX8" fmla="*/ 0 w 363958"/>
                <a:gd name="connsiteY8" fmla="*/ 17145 h 335279"/>
                <a:gd name="connsiteX9" fmla="*/ 0 w 363958"/>
                <a:gd name="connsiteY9" fmla="*/ 44767 h 335279"/>
                <a:gd name="connsiteX10" fmla="*/ 12383 w 363958"/>
                <a:gd name="connsiteY10" fmla="*/ 57150 h 335279"/>
                <a:gd name="connsiteX11" fmla="*/ 43815 w 363958"/>
                <a:gd name="connsiteY11" fmla="*/ 57150 h 335279"/>
                <a:gd name="connsiteX12" fmla="*/ 43815 w 363958"/>
                <a:gd name="connsiteY12" fmla="*/ 282892 h 335279"/>
                <a:gd name="connsiteX13" fmla="*/ 12383 w 363958"/>
                <a:gd name="connsiteY13" fmla="*/ 282892 h 335279"/>
                <a:gd name="connsiteX14" fmla="*/ 0 w 363958"/>
                <a:gd name="connsiteY14" fmla="*/ 295275 h 335279"/>
                <a:gd name="connsiteX15" fmla="*/ 0 w 363958"/>
                <a:gd name="connsiteY15" fmla="*/ 322897 h 335279"/>
                <a:gd name="connsiteX16" fmla="*/ 12383 w 363958"/>
                <a:gd name="connsiteY16" fmla="*/ 335280 h 335279"/>
                <a:gd name="connsiteX17" fmla="*/ 137160 w 363958"/>
                <a:gd name="connsiteY17" fmla="*/ 335280 h 335279"/>
                <a:gd name="connsiteX18" fmla="*/ 149543 w 363958"/>
                <a:gd name="connsiteY18" fmla="*/ 322897 h 335279"/>
                <a:gd name="connsiteX19" fmla="*/ 149543 w 363958"/>
                <a:gd name="connsiteY19" fmla="*/ 295275 h 335279"/>
                <a:gd name="connsiteX20" fmla="*/ 137160 w 363958"/>
                <a:gd name="connsiteY20" fmla="*/ 282892 h 335279"/>
                <a:gd name="connsiteX21" fmla="*/ 106680 w 363958"/>
                <a:gd name="connsiteY21" fmla="*/ 282892 h 335279"/>
                <a:gd name="connsiteX22" fmla="*/ 106680 w 363958"/>
                <a:gd name="connsiteY22" fmla="*/ 108585 h 335279"/>
                <a:gd name="connsiteX23" fmla="*/ 106680 w 363958"/>
                <a:gd name="connsiteY23" fmla="*/ 108585 h 335279"/>
                <a:gd name="connsiteX24" fmla="*/ 189548 w 363958"/>
                <a:gd name="connsiteY24" fmla="*/ 56197 h 335279"/>
                <a:gd name="connsiteX25" fmla="*/ 257175 w 363958"/>
                <a:gd name="connsiteY25" fmla="*/ 131445 h 335279"/>
                <a:gd name="connsiteX26" fmla="*/ 257175 w 363958"/>
                <a:gd name="connsiteY26" fmla="*/ 303847 h 335279"/>
                <a:gd name="connsiteX27" fmla="*/ 289560 w 363958"/>
                <a:gd name="connsiteY27" fmla="*/ 335280 h 335279"/>
                <a:gd name="connsiteX28" fmla="*/ 351473 w 363958"/>
                <a:gd name="connsiteY28" fmla="*/ 335280 h 335279"/>
                <a:gd name="connsiteX29" fmla="*/ 363855 w 363958"/>
                <a:gd name="connsiteY29" fmla="*/ 322897 h 335279"/>
                <a:gd name="connsiteX30" fmla="*/ 363855 w 363958"/>
                <a:gd name="connsiteY30" fmla="*/ 295275 h 335279"/>
                <a:gd name="connsiteX31" fmla="*/ 351473 w 363958"/>
                <a:gd name="connsiteY31" fmla="*/ 282892 h 335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3958" h="335279">
                  <a:moveTo>
                    <a:pt x="351473" y="282892"/>
                  </a:moveTo>
                  <a:lnTo>
                    <a:pt x="319088" y="282892"/>
                  </a:lnTo>
                  <a:lnTo>
                    <a:pt x="319088" y="118110"/>
                  </a:lnTo>
                  <a:cubicBezTo>
                    <a:pt x="318135" y="45720"/>
                    <a:pt x="274320" y="0"/>
                    <a:pt x="202883" y="0"/>
                  </a:cubicBezTo>
                  <a:cubicBezTo>
                    <a:pt x="158115" y="0"/>
                    <a:pt x="123825" y="16192"/>
                    <a:pt x="100013" y="49530"/>
                  </a:cubicBezTo>
                  <a:lnTo>
                    <a:pt x="100965" y="17145"/>
                  </a:lnTo>
                  <a:cubicBezTo>
                    <a:pt x="100965" y="9525"/>
                    <a:pt x="96203" y="4763"/>
                    <a:pt x="88583" y="4763"/>
                  </a:cubicBezTo>
                  <a:lnTo>
                    <a:pt x="12383" y="4763"/>
                  </a:lnTo>
                  <a:cubicBezTo>
                    <a:pt x="4763" y="4763"/>
                    <a:pt x="0" y="9525"/>
                    <a:pt x="0" y="17145"/>
                  </a:cubicBezTo>
                  <a:lnTo>
                    <a:pt x="0" y="44767"/>
                  </a:lnTo>
                  <a:cubicBezTo>
                    <a:pt x="0" y="52388"/>
                    <a:pt x="4763" y="57150"/>
                    <a:pt x="12383" y="57150"/>
                  </a:cubicBezTo>
                  <a:lnTo>
                    <a:pt x="43815" y="57150"/>
                  </a:lnTo>
                  <a:lnTo>
                    <a:pt x="43815" y="282892"/>
                  </a:lnTo>
                  <a:lnTo>
                    <a:pt x="12383" y="282892"/>
                  </a:lnTo>
                  <a:cubicBezTo>
                    <a:pt x="4763" y="282892"/>
                    <a:pt x="0" y="287655"/>
                    <a:pt x="0" y="295275"/>
                  </a:cubicBezTo>
                  <a:lnTo>
                    <a:pt x="0" y="322897"/>
                  </a:lnTo>
                  <a:cubicBezTo>
                    <a:pt x="0" y="330517"/>
                    <a:pt x="4763" y="335280"/>
                    <a:pt x="12383" y="335280"/>
                  </a:cubicBezTo>
                  <a:lnTo>
                    <a:pt x="137160" y="335280"/>
                  </a:lnTo>
                  <a:cubicBezTo>
                    <a:pt x="144780" y="335280"/>
                    <a:pt x="149543" y="330517"/>
                    <a:pt x="149543" y="322897"/>
                  </a:cubicBezTo>
                  <a:lnTo>
                    <a:pt x="149543" y="295275"/>
                  </a:lnTo>
                  <a:cubicBezTo>
                    <a:pt x="149543" y="287655"/>
                    <a:pt x="144780" y="282892"/>
                    <a:pt x="137160" y="282892"/>
                  </a:cubicBezTo>
                  <a:lnTo>
                    <a:pt x="106680" y="282892"/>
                  </a:lnTo>
                  <a:lnTo>
                    <a:pt x="106680" y="108585"/>
                  </a:lnTo>
                  <a:cubicBezTo>
                    <a:pt x="106680" y="108585"/>
                    <a:pt x="106680" y="108585"/>
                    <a:pt x="106680" y="108585"/>
                  </a:cubicBezTo>
                  <a:cubicBezTo>
                    <a:pt x="114300" y="93345"/>
                    <a:pt x="136208" y="56197"/>
                    <a:pt x="189548" y="56197"/>
                  </a:cubicBezTo>
                  <a:cubicBezTo>
                    <a:pt x="233363" y="56197"/>
                    <a:pt x="257175" y="82867"/>
                    <a:pt x="257175" y="131445"/>
                  </a:cubicBezTo>
                  <a:lnTo>
                    <a:pt x="257175" y="303847"/>
                  </a:lnTo>
                  <a:cubicBezTo>
                    <a:pt x="257175" y="325755"/>
                    <a:pt x="267653" y="335280"/>
                    <a:pt x="289560" y="335280"/>
                  </a:cubicBezTo>
                  <a:lnTo>
                    <a:pt x="351473" y="335280"/>
                  </a:lnTo>
                  <a:cubicBezTo>
                    <a:pt x="359093" y="335280"/>
                    <a:pt x="363855" y="330517"/>
                    <a:pt x="363855" y="322897"/>
                  </a:cubicBezTo>
                  <a:lnTo>
                    <a:pt x="363855" y="295275"/>
                  </a:lnTo>
                  <a:cubicBezTo>
                    <a:pt x="364808" y="287655"/>
                    <a:pt x="359093" y="282892"/>
                    <a:pt x="351473" y="282892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9B0B5A-068C-4308-C36D-44CBBD977365}"/>
                </a:ext>
              </a:extLst>
            </p:cNvPr>
            <p:cNvSpPr/>
            <p:nvPr/>
          </p:nvSpPr>
          <p:spPr>
            <a:xfrm>
              <a:off x="11014544" y="6521682"/>
              <a:ext cx="96190" cy="97003"/>
            </a:xfrm>
            <a:custGeom>
              <a:avLst/>
              <a:gdLst>
                <a:gd name="connsiteX0" fmla="*/ 324803 w 338137"/>
                <a:gd name="connsiteY0" fmla="*/ 282892 h 340994"/>
                <a:gd name="connsiteX1" fmla="*/ 292417 w 338137"/>
                <a:gd name="connsiteY1" fmla="*/ 282892 h 340994"/>
                <a:gd name="connsiteX2" fmla="*/ 292417 w 338137"/>
                <a:gd name="connsiteY2" fmla="*/ 135255 h 340994"/>
                <a:gd name="connsiteX3" fmla="*/ 150495 w 338137"/>
                <a:gd name="connsiteY3" fmla="*/ 0 h 340994"/>
                <a:gd name="connsiteX4" fmla="*/ 20003 w 338137"/>
                <a:gd name="connsiteY4" fmla="*/ 42863 h 340994"/>
                <a:gd name="connsiteX5" fmla="*/ 18097 w 338137"/>
                <a:gd name="connsiteY5" fmla="*/ 59055 h 340994"/>
                <a:gd name="connsiteX6" fmla="*/ 36195 w 338137"/>
                <a:gd name="connsiteY6" fmla="*/ 81915 h 340994"/>
                <a:gd name="connsiteX7" fmla="*/ 50482 w 338137"/>
                <a:gd name="connsiteY7" fmla="*/ 85725 h 340994"/>
                <a:gd name="connsiteX8" fmla="*/ 55245 w 338137"/>
                <a:gd name="connsiteY8" fmla="*/ 82867 h 340994"/>
                <a:gd name="connsiteX9" fmla="*/ 148590 w 338137"/>
                <a:gd name="connsiteY9" fmla="*/ 56197 h 340994"/>
                <a:gd name="connsiteX10" fmla="*/ 229553 w 338137"/>
                <a:gd name="connsiteY10" fmla="*/ 133350 h 340994"/>
                <a:gd name="connsiteX11" fmla="*/ 229553 w 338137"/>
                <a:gd name="connsiteY11" fmla="*/ 137160 h 340994"/>
                <a:gd name="connsiteX12" fmla="*/ 179070 w 338137"/>
                <a:gd name="connsiteY12" fmla="*/ 137160 h 340994"/>
                <a:gd name="connsiteX13" fmla="*/ 0 w 338137"/>
                <a:gd name="connsiteY13" fmla="*/ 245745 h 340994"/>
                <a:gd name="connsiteX14" fmla="*/ 111442 w 338137"/>
                <a:gd name="connsiteY14" fmla="*/ 340995 h 340994"/>
                <a:gd name="connsiteX15" fmla="*/ 236220 w 338137"/>
                <a:gd name="connsiteY15" fmla="*/ 281940 h 340994"/>
                <a:gd name="connsiteX16" fmla="*/ 236220 w 338137"/>
                <a:gd name="connsiteY16" fmla="*/ 304800 h 340994"/>
                <a:gd name="connsiteX17" fmla="*/ 268605 w 338137"/>
                <a:gd name="connsiteY17" fmla="*/ 336232 h 340994"/>
                <a:gd name="connsiteX18" fmla="*/ 325755 w 338137"/>
                <a:gd name="connsiteY18" fmla="*/ 336232 h 340994"/>
                <a:gd name="connsiteX19" fmla="*/ 338138 w 338137"/>
                <a:gd name="connsiteY19" fmla="*/ 323850 h 340994"/>
                <a:gd name="connsiteX20" fmla="*/ 338138 w 338137"/>
                <a:gd name="connsiteY20" fmla="*/ 296228 h 340994"/>
                <a:gd name="connsiteX21" fmla="*/ 324803 w 338137"/>
                <a:gd name="connsiteY21" fmla="*/ 282892 h 340994"/>
                <a:gd name="connsiteX22" fmla="*/ 229553 w 338137"/>
                <a:gd name="connsiteY22" fmla="*/ 184785 h 340994"/>
                <a:gd name="connsiteX23" fmla="*/ 229553 w 338137"/>
                <a:gd name="connsiteY23" fmla="*/ 232410 h 340994"/>
                <a:gd name="connsiteX24" fmla="*/ 127635 w 338137"/>
                <a:gd name="connsiteY24" fmla="*/ 285750 h 340994"/>
                <a:gd name="connsiteX25" fmla="*/ 64770 w 338137"/>
                <a:gd name="connsiteY25" fmla="*/ 238125 h 340994"/>
                <a:gd name="connsiteX26" fmla="*/ 182880 w 338137"/>
                <a:gd name="connsiteY26" fmla="*/ 184785 h 340994"/>
                <a:gd name="connsiteX27" fmla="*/ 229553 w 338137"/>
                <a:gd name="connsiteY27" fmla="*/ 184785 h 34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8137" h="340994">
                  <a:moveTo>
                    <a:pt x="324803" y="282892"/>
                  </a:moveTo>
                  <a:lnTo>
                    <a:pt x="292417" y="282892"/>
                  </a:lnTo>
                  <a:lnTo>
                    <a:pt x="292417" y="135255"/>
                  </a:lnTo>
                  <a:cubicBezTo>
                    <a:pt x="292417" y="44767"/>
                    <a:pt x="245745" y="0"/>
                    <a:pt x="150495" y="0"/>
                  </a:cubicBezTo>
                  <a:cubicBezTo>
                    <a:pt x="57150" y="0"/>
                    <a:pt x="20955" y="41910"/>
                    <a:pt x="20003" y="42863"/>
                  </a:cubicBezTo>
                  <a:cubicBezTo>
                    <a:pt x="14288" y="47625"/>
                    <a:pt x="13335" y="53340"/>
                    <a:pt x="18097" y="59055"/>
                  </a:cubicBezTo>
                  <a:lnTo>
                    <a:pt x="36195" y="81915"/>
                  </a:lnTo>
                  <a:cubicBezTo>
                    <a:pt x="39053" y="85725"/>
                    <a:pt x="44767" y="87630"/>
                    <a:pt x="50482" y="85725"/>
                  </a:cubicBezTo>
                  <a:cubicBezTo>
                    <a:pt x="51435" y="85725"/>
                    <a:pt x="53340" y="84772"/>
                    <a:pt x="55245" y="82867"/>
                  </a:cubicBezTo>
                  <a:cubicBezTo>
                    <a:pt x="63817" y="76200"/>
                    <a:pt x="91440" y="56197"/>
                    <a:pt x="148590" y="56197"/>
                  </a:cubicBezTo>
                  <a:cubicBezTo>
                    <a:pt x="203835" y="56197"/>
                    <a:pt x="229553" y="80963"/>
                    <a:pt x="229553" y="133350"/>
                  </a:cubicBezTo>
                  <a:lnTo>
                    <a:pt x="229553" y="137160"/>
                  </a:lnTo>
                  <a:lnTo>
                    <a:pt x="179070" y="137160"/>
                  </a:lnTo>
                  <a:cubicBezTo>
                    <a:pt x="61913" y="137160"/>
                    <a:pt x="0" y="174307"/>
                    <a:pt x="0" y="245745"/>
                  </a:cubicBezTo>
                  <a:cubicBezTo>
                    <a:pt x="0" y="302895"/>
                    <a:pt x="44767" y="340995"/>
                    <a:pt x="111442" y="340995"/>
                  </a:cubicBezTo>
                  <a:cubicBezTo>
                    <a:pt x="162878" y="340995"/>
                    <a:pt x="204788" y="320992"/>
                    <a:pt x="236220" y="281940"/>
                  </a:cubicBezTo>
                  <a:lnTo>
                    <a:pt x="236220" y="304800"/>
                  </a:lnTo>
                  <a:cubicBezTo>
                    <a:pt x="236220" y="326707"/>
                    <a:pt x="246697" y="336232"/>
                    <a:pt x="268605" y="336232"/>
                  </a:cubicBezTo>
                  <a:lnTo>
                    <a:pt x="325755" y="336232"/>
                  </a:lnTo>
                  <a:cubicBezTo>
                    <a:pt x="333375" y="336232"/>
                    <a:pt x="338138" y="331470"/>
                    <a:pt x="338138" y="323850"/>
                  </a:cubicBezTo>
                  <a:lnTo>
                    <a:pt x="338138" y="296228"/>
                  </a:lnTo>
                  <a:cubicBezTo>
                    <a:pt x="337185" y="287655"/>
                    <a:pt x="332422" y="282892"/>
                    <a:pt x="324803" y="282892"/>
                  </a:cubicBezTo>
                  <a:close/>
                  <a:moveTo>
                    <a:pt x="229553" y="184785"/>
                  </a:moveTo>
                  <a:lnTo>
                    <a:pt x="229553" y="232410"/>
                  </a:lnTo>
                  <a:cubicBezTo>
                    <a:pt x="216217" y="249555"/>
                    <a:pt x="180975" y="285750"/>
                    <a:pt x="127635" y="285750"/>
                  </a:cubicBezTo>
                  <a:cubicBezTo>
                    <a:pt x="90488" y="285750"/>
                    <a:pt x="64770" y="266700"/>
                    <a:pt x="64770" y="238125"/>
                  </a:cubicBezTo>
                  <a:cubicBezTo>
                    <a:pt x="64770" y="200025"/>
                    <a:pt x="99060" y="184785"/>
                    <a:pt x="182880" y="184785"/>
                  </a:cubicBezTo>
                  <a:lnTo>
                    <a:pt x="229553" y="184785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370DAF2-16D1-34FF-07F3-1D0AC902ECB1}"/>
                </a:ext>
              </a:extLst>
            </p:cNvPr>
            <p:cNvSpPr/>
            <p:nvPr/>
          </p:nvSpPr>
          <p:spPr>
            <a:xfrm>
              <a:off x="10079194" y="6426237"/>
              <a:ext cx="217309" cy="246165"/>
            </a:xfrm>
            <a:custGeom>
              <a:avLst/>
              <a:gdLst>
                <a:gd name="connsiteX0" fmla="*/ 0 w 763905"/>
                <a:gd name="connsiteY0" fmla="*/ 237411 h 865346"/>
                <a:gd name="connsiteX1" fmla="*/ 21907 w 763905"/>
                <a:gd name="connsiteY1" fmla="*/ 200263 h 865346"/>
                <a:gd name="connsiteX2" fmla="*/ 293370 w 763905"/>
                <a:gd name="connsiteY2" fmla="*/ 44053 h 865346"/>
                <a:gd name="connsiteX3" fmla="*/ 360998 w 763905"/>
                <a:gd name="connsiteY3" fmla="*/ 5001 h 865346"/>
                <a:gd name="connsiteX4" fmla="*/ 403860 w 763905"/>
                <a:gd name="connsiteY4" fmla="*/ 5001 h 865346"/>
                <a:gd name="connsiteX5" fmla="*/ 741998 w 763905"/>
                <a:gd name="connsiteY5" fmla="*/ 200263 h 865346"/>
                <a:gd name="connsiteX6" fmla="*/ 763905 w 763905"/>
                <a:gd name="connsiteY6" fmla="*/ 237411 h 865346"/>
                <a:gd name="connsiteX7" fmla="*/ 763905 w 763905"/>
                <a:gd name="connsiteY7" fmla="*/ 627936 h 865346"/>
                <a:gd name="connsiteX8" fmla="*/ 741998 w 763905"/>
                <a:gd name="connsiteY8" fmla="*/ 665083 h 865346"/>
                <a:gd name="connsiteX9" fmla="*/ 403860 w 763905"/>
                <a:gd name="connsiteY9" fmla="*/ 860346 h 865346"/>
                <a:gd name="connsiteX10" fmla="*/ 360998 w 763905"/>
                <a:gd name="connsiteY10" fmla="*/ 860346 h 865346"/>
                <a:gd name="connsiteX11" fmla="*/ 22860 w 763905"/>
                <a:gd name="connsiteY11" fmla="*/ 665083 h 865346"/>
                <a:gd name="connsiteX12" fmla="*/ 952 w 763905"/>
                <a:gd name="connsiteY12" fmla="*/ 627936 h 865346"/>
                <a:gd name="connsiteX13" fmla="*/ 952 w 763905"/>
                <a:gd name="connsiteY13" fmla="*/ 237411 h 8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63905" h="865346">
                  <a:moveTo>
                    <a:pt x="0" y="237411"/>
                  </a:moveTo>
                  <a:cubicBezTo>
                    <a:pt x="0" y="224076"/>
                    <a:pt x="9525" y="206931"/>
                    <a:pt x="21907" y="200263"/>
                  </a:cubicBezTo>
                  <a:lnTo>
                    <a:pt x="293370" y="44053"/>
                  </a:lnTo>
                  <a:lnTo>
                    <a:pt x="360998" y="5001"/>
                  </a:lnTo>
                  <a:cubicBezTo>
                    <a:pt x="372428" y="-1667"/>
                    <a:pt x="392430" y="-1667"/>
                    <a:pt x="403860" y="5001"/>
                  </a:cubicBezTo>
                  <a:lnTo>
                    <a:pt x="741998" y="200263"/>
                  </a:lnTo>
                  <a:cubicBezTo>
                    <a:pt x="753428" y="206931"/>
                    <a:pt x="763905" y="224076"/>
                    <a:pt x="763905" y="237411"/>
                  </a:cubicBezTo>
                  <a:lnTo>
                    <a:pt x="763905" y="627936"/>
                  </a:lnTo>
                  <a:cubicBezTo>
                    <a:pt x="763905" y="641271"/>
                    <a:pt x="754380" y="658416"/>
                    <a:pt x="741998" y="665083"/>
                  </a:cubicBezTo>
                  <a:lnTo>
                    <a:pt x="403860" y="860346"/>
                  </a:lnTo>
                  <a:cubicBezTo>
                    <a:pt x="392430" y="867013"/>
                    <a:pt x="372428" y="867013"/>
                    <a:pt x="360998" y="860346"/>
                  </a:cubicBezTo>
                  <a:lnTo>
                    <a:pt x="22860" y="665083"/>
                  </a:lnTo>
                  <a:cubicBezTo>
                    <a:pt x="11430" y="658416"/>
                    <a:pt x="952" y="641271"/>
                    <a:pt x="952" y="627936"/>
                  </a:cubicBezTo>
                  <a:lnTo>
                    <a:pt x="952" y="237411"/>
                  </a:lnTo>
                  <a:close/>
                </a:path>
              </a:pathLst>
            </a:custGeom>
            <a:solidFill>
              <a:srgbClr val="FFB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45FBE1-965A-FF4E-B85E-79A7DAEABBFB}"/>
                </a:ext>
              </a:extLst>
            </p:cNvPr>
            <p:cNvSpPr/>
            <p:nvPr/>
          </p:nvSpPr>
          <p:spPr>
            <a:xfrm>
              <a:off x="10097891" y="6459634"/>
              <a:ext cx="179643" cy="179643"/>
            </a:xfrm>
            <a:custGeom>
              <a:avLst/>
              <a:gdLst>
                <a:gd name="connsiteX0" fmla="*/ 217166 w 631499"/>
                <a:gd name="connsiteY0" fmla="*/ 9521 h 631500"/>
                <a:gd name="connsiteX1" fmla="*/ 248599 w 631499"/>
                <a:gd name="connsiteY1" fmla="*/ 949 h 631500"/>
                <a:gd name="connsiteX2" fmla="*/ 475294 w 631499"/>
                <a:gd name="connsiteY2" fmla="*/ 61909 h 631500"/>
                <a:gd name="connsiteX3" fmla="*/ 531491 w 631499"/>
                <a:gd name="connsiteY3" fmla="*/ 77149 h 631500"/>
                <a:gd name="connsiteX4" fmla="*/ 554351 w 631499"/>
                <a:gd name="connsiteY4" fmla="*/ 100009 h 631500"/>
                <a:gd name="connsiteX5" fmla="*/ 630551 w 631499"/>
                <a:gd name="connsiteY5" fmla="*/ 382901 h 631500"/>
                <a:gd name="connsiteX6" fmla="*/ 621979 w 631499"/>
                <a:gd name="connsiteY6" fmla="*/ 414334 h 631500"/>
                <a:gd name="connsiteX7" fmla="*/ 414334 w 631499"/>
                <a:gd name="connsiteY7" fmla="*/ 621979 h 631500"/>
                <a:gd name="connsiteX8" fmla="*/ 382901 w 631499"/>
                <a:gd name="connsiteY8" fmla="*/ 630551 h 631500"/>
                <a:gd name="connsiteX9" fmla="*/ 100009 w 631499"/>
                <a:gd name="connsiteY9" fmla="*/ 554351 h 631500"/>
                <a:gd name="connsiteX10" fmla="*/ 77149 w 631499"/>
                <a:gd name="connsiteY10" fmla="*/ 531491 h 631500"/>
                <a:gd name="connsiteX11" fmla="*/ 949 w 631499"/>
                <a:gd name="connsiteY11" fmla="*/ 248599 h 631500"/>
                <a:gd name="connsiteX12" fmla="*/ 9521 w 631499"/>
                <a:gd name="connsiteY12" fmla="*/ 217166 h 631500"/>
                <a:gd name="connsiteX13" fmla="*/ 217166 w 631499"/>
                <a:gd name="connsiteY13" fmla="*/ 9521 h 63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1499" h="631500">
                  <a:moveTo>
                    <a:pt x="217166" y="9521"/>
                  </a:moveTo>
                  <a:cubicBezTo>
                    <a:pt x="224786" y="1901"/>
                    <a:pt x="238121" y="-1909"/>
                    <a:pt x="248599" y="949"/>
                  </a:cubicBezTo>
                  <a:lnTo>
                    <a:pt x="475294" y="61909"/>
                  </a:lnTo>
                  <a:lnTo>
                    <a:pt x="531491" y="77149"/>
                  </a:lnTo>
                  <a:cubicBezTo>
                    <a:pt x="541016" y="80006"/>
                    <a:pt x="551494" y="90484"/>
                    <a:pt x="554351" y="100009"/>
                  </a:cubicBezTo>
                  <a:lnTo>
                    <a:pt x="630551" y="382901"/>
                  </a:lnTo>
                  <a:cubicBezTo>
                    <a:pt x="633409" y="392426"/>
                    <a:pt x="629599" y="406714"/>
                    <a:pt x="621979" y="414334"/>
                  </a:cubicBezTo>
                  <a:lnTo>
                    <a:pt x="414334" y="621979"/>
                  </a:lnTo>
                  <a:cubicBezTo>
                    <a:pt x="406714" y="629599"/>
                    <a:pt x="393379" y="633409"/>
                    <a:pt x="382901" y="630551"/>
                  </a:cubicBezTo>
                  <a:lnTo>
                    <a:pt x="100009" y="554351"/>
                  </a:lnTo>
                  <a:cubicBezTo>
                    <a:pt x="90484" y="551494"/>
                    <a:pt x="80006" y="541016"/>
                    <a:pt x="77149" y="531491"/>
                  </a:cubicBezTo>
                  <a:lnTo>
                    <a:pt x="949" y="248599"/>
                  </a:lnTo>
                  <a:cubicBezTo>
                    <a:pt x="-1909" y="239074"/>
                    <a:pt x="1901" y="224786"/>
                    <a:pt x="9521" y="217166"/>
                  </a:cubicBezTo>
                  <a:lnTo>
                    <a:pt x="217166" y="9521"/>
                  </a:lnTo>
                  <a:close/>
                </a:path>
              </a:pathLst>
            </a:custGeom>
            <a:solidFill>
              <a:srgbClr val="FFC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E26986E-FFD7-B566-DEC2-6FF64D3FB3AD}"/>
                </a:ext>
              </a:extLst>
            </p:cNvPr>
            <p:cNvSpPr/>
            <p:nvPr/>
          </p:nvSpPr>
          <p:spPr>
            <a:xfrm>
              <a:off x="10126070" y="6495128"/>
              <a:ext cx="123828" cy="108383"/>
            </a:xfrm>
            <a:custGeom>
              <a:avLst/>
              <a:gdLst>
                <a:gd name="connsiteX0" fmla="*/ 119062 w 435292"/>
                <a:gd name="connsiteY0" fmla="*/ 0 h 381000"/>
                <a:gd name="connsiteX1" fmla="*/ 100012 w 435292"/>
                <a:gd name="connsiteY1" fmla="*/ 10478 h 381000"/>
                <a:gd name="connsiteX2" fmla="*/ 21907 w 435292"/>
                <a:gd name="connsiteY2" fmla="*/ 145733 h 381000"/>
                <a:gd name="connsiteX3" fmla="*/ 2857 w 435292"/>
                <a:gd name="connsiteY3" fmla="*/ 179070 h 381000"/>
                <a:gd name="connsiteX4" fmla="*/ 2857 w 435292"/>
                <a:gd name="connsiteY4" fmla="*/ 200978 h 381000"/>
                <a:gd name="connsiteX5" fmla="*/ 100965 w 435292"/>
                <a:gd name="connsiteY5" fmla="*/ 370523 h 381000"/>
                <a:gd name="connsiteX6" fmla="*/ 120015 w 435292"/>
                <a:gd name="connsiteY6" fmla="*/ 381000 h 381000"/>
                <a:gd name="connsiteX7" fmla="*/ 315278 w 435292"/>
                <a:gd name="connsiteY7" fmla="*/ 381000 h 381000"/>
                <a:gd name="connsiteX8" fmla="*/ 334328 w 435292"/>
                <a:gd name="connsiteY8" fmla="*/ 370523 h 381000"/>
                <a:gd name="connsiteX9" fmla="*/ 432435 w 435292"/>
                <a:gd name="connsiteY9" fmla="*/ 200978 h 381000"/>
                <a:gd name="connsiteX10" fmla="*/ 432435 w 435292"/>
                <a:gd name="connsiteY10" fmla="*/ 179070 h 381000"/>
                <a:gd name="connsiteX11" fmla="*/ 333375 w 435292"/>
                <a:gd name="connsiteY11" fmla="*/ 11430 h 381000"/>
                <a:gd name="connsiteX12" fmla="*/ 314325 w 435292"/>
                <a:gd name="connsiteY12" fmla="*/ 953 h 381000"/>
                <a:gd name="connsiteX13" fmla="*/ 119062 w 435292"/>
                <a:gd name="connsiteY13" fmla="*/ 953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5292" h="381000">
                  <a:moveTo>
                    <a:pt x="119062" y="0"/>
                  </a:moveTo>
                  <a:cubicBezTo>
                    <a:pt x="112395" y="0"/>
                    <a:pt x="103823" y="4763"/>
                    <a:pt x="100012" y="10478"/>
                  </a:cubicBezTo>
                  <a:lnTo>
                    <a:pt x="21907" y="145733"/>
                  </a:lnTo>
                  <a:lnTo>
                    <a:pt x="2857" y="179070"/>
                  </a:lnTo>
                  <a:cubicBezTo>
                    <a:pt x="-952" y="184785"/>
                    <a:pt x="-952" y="194310"/>
                    <a:pt x="2857" y="200978"/>
                  </a:cubicBezTo>
                  <a:lnTo>
                    <a:pt x="100965" y="370523"/>
                  </a:lnTo>
                  <a:cubicBezTo>
                    <a:pt x="104775" y="376238"/>
                    <a:pt x="112395" y="381000"/>
                    <a:pt x="120015" y="381000"/>
                  </a:cubicBezTo>
                  <a:lnTo>
                    <a:pt x="315278" y="381000"/>
                  </a:lnTo>
                  <a:cubicBezTo>
                    <a:pt x="321945" y="381000"/>
                    <a:pt x="330517" y="376238"/>
                    <a:pt x="334328" y="370523"/>
                  </a:cubicBezTo>
                  <a:lnTo>
                    <a:pt x="432435" y="200978"/>
                  </a:lnTo>
                  <a:cubicBezTo>
                    <a:pt x="436245" y="195263"/>
                    <a:pt x="436245" y="185738"/>
                    <a:pt x="432435" y="179070"/>
                  </a:cubicBezTo>
                  <a:lnTo>
                    <a:pt x="333375" y="11430"/>
                  </a:lnTo>
                  <a:cubicBezTo>
                    <a:pt x="329565" y="5715"/>
                    <a:pt x="321945" y="953"/>
                    <a:pt x="314325" y="953"/>
                  </a:cubicBezTo>
                  <a:lnTo>
                    <a:pt x="119062" y="953"/>
                  </a:lnTo>
                  <a:close/>
                </a:path>
              </a:pathLst>
            </a:custGeom>
            <a:solidFill>
              <a:srgbClr val="FFE8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8B2DE01-83C7-6499-BD1C-35374C8BD960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EF6A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4A3DCD0-0A2B-2FEC-71BE-BE755AF2FBDB}"/>
                </a:ext>
              </a:extLst>
            </p:cNvPr>
            <p:cNvSpPr/>
            <p:nvPr/>
          </p:nvSpPr>
          <p:spPr>
            <a:xfrm>
              <a:off x="10160481" y="6518566"/>
              <a:ext cx="54463" cy="61778"/>
            </a:xfrm>
            <a:custGeom>
              <a:avLst/>
              <a:gdLst>
                <a:gd name="connsiteX0" fmla="*/ 0 w 191452"/>
                <a:gd name="connsiteY0" fmla="*/ 59531 h 217169"/>
                <a:gd name="connsiteX1" fmla="*/ 5715 w 191452"/>
                <a:gd name="connsiteY1" fmla="*/ 50006 h 217169"/>
                <a:gd name="connsiteX2" fmla="*/ 73343 w 191452"/>
                <a:gd name="connsiteY2" fmla="*/ 10954 h 217169"/>
                <a:gd name="connsiteX3" fmla="*/ 90488 w 191452"/>
                <a:gd name="connsiteY3" fmla="*/ 1429 h 217169"/>
                <a:gd name="connsiteX4" fmla="*/ 100965 w 191452"/>
                <a:gd name="connsiteY4" fmla="*/ 1429 h 217169"/>
                <a:gd name="connsiteX5" fmla="*/ 185738 w 191452"/>
                <a:gd name="connsiteY5" fmla="*/ 50006 h 217169"/>
                <a:gd name="connsiteX6" fmla="*/ 191453 w 191452"/>
                <a:gd name="connsiteY6" fmla="*/ 59531 h 217169"/>
                <a:gd name="connsiteX7" fmla="*/ 191453 w 191452"/>
                <a:gd name="connsiteY7" fmla="*/ 157639 h 217169"/>
                <a:gd name="connsiteX8" fmla="*/ 185738 w 191452"/>
                <a:gd name="connsiteY8" fmla="*/ 167164 h 217169"/>
                <a:gd name="connsiteX9" fmla="*/ 100965 w 191452"/>
                <a:gd name="connsiteY9" fmla="*/ 215741 h 217169"/>
                <a:gd name="connsiteX10" fmla="*/ 90488 w 191452"/>
                <a:gd name="connsiteY10" fmla="*/ 215741 h 217169"/>
                <a:gd name="connsiteX11" fmla="*/ 5715 w 191452"/>
                <a:gd name="connsiteY11" fmla="*/ 167164 h 217169"/>
                <a:gd name="connsiteX12" fmla="*/ 0 w 191452"/>
                <a:gd name="connsiteY12" fmla="*/ 157639 h 217169"/>
                <a:gd name="connsiteX13" fmla="*/ 0 w 191452"/>
                <a:gd name="connsiteY13" fmla="*/ 59531 h 21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452" h="217169">
                  <a:moveTo>
                    <a:pt x="0" y="59531"/>
                  </a:moveTo>
                  <a:cubicBezTo>
                    <a:pt x="0" y="55721"/>
                    <a:pt x="2858" y="51911"/>
                    <a:pt x="5715" y="50006"/>
                  </a:cubicBezTo>
                  <a:lnTo>
                    <a:pt x="73343" y="10954"/>
                  </a:lnTo>
                  <a:lnTo>
                    <a:pt x="90488" y="1429"/>
                  </a:lnTo>
                  <a:cubicBezTo>
                    <a:pt x="93345" y="-476"/>
                    <a:pt x="98108" y="-476"/>
                    <a:pt x="100965" y="1429"/>
                  </a:cubicBezTo>
                  <a:lnTo>
                    <a:pt x="185738" y="50006"/>
                  </a:lnTo>
                  <a:cubicBezTo>
                    <a:pt x="188595" y="51911"/>
                    <a:pt x="191453" y="55721"/>
                    <a:pt x="191453" y="59531"/>
                  </a:cubicBezTo>
                  <a:lnTo>
                    <a:pt x="191453" y="157639"/>
                  </a:lnTo>
                  <a:cubicBezTo>
                    <a:pt x="191453" y="161449"/>
                    <a:pt x="188595" y="165259"/>
                    <a:pt x="185738" y="167164"/>
                  </a:cubicBezTo>
                  <a:lnTo>
                    <a:pt x="100965" y="215741"/>
                  </a:lnTo>
                  <a:cubicBezTo>
                    <a:pt x="98108" y="217646"/>
                    <a:pt x="93345" y="217646"/>
                    <a:pt x="90488" y="215741"/>
                  </a:cubicBezTo>
                  <a:lnTo>
                    <a:pt x="5715" y="167164"/>
                  </a:lnTo>
                  <a:cubicBezTo>
                    <a:pt x="2858" y="165259"/>
                    <a:pt x="0" y="161449"/>
                    <a:pt x="0" y="157639"/>
                  </a:cubicBezTo>
                  <a:lnTo>
                    <a:pt x="0" y="59531"/>
                  </a:lnTo>
                  <a:close/>
                </a:path>
              </a:pathLst>
            </a:custGeom>
            <a:solidFill>
              <a:srgbClr val="FFF6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1B1E9A-2B4F-35F3-159C-07BF9FFA61F1}"/>
              </a:ext>
            </a:extLst>
          </p:cNvPr>
          <p:cNvGrpSpPr>
            <a:grpSpLocks/>
          </p:cNvGrpSpPr>
          <p:nvPr/>
        </p:nvGrpSpPr>
        <p:grpSpPr>
          <a:xfrm>
            <a:off x="554735" y="4567748"/>
            <a:ext cx="2044526" cy="1570196"/>
            <a:chOff x="1545180" y="3846743"/>
            <a:chExt cx="3154236" cy="2422453"/>
          </a:xfrm>
        </p:grpSpPr>
        <p:sp>
          <p:nvSpPr>
            <p:cNvPr id="32" name="Freeform 8">
              <a:extLst>
                <a:ext uri="{FF2B5EF4-FFF2-40B4-BE49-F238E27FC236}">
                  <a16:creationId xmlns:a16="http://schemas.microsoft.com/office/drawing/2014/main" id="{9B8D51EB-4DEE-1800-BF6D-3E82E63FF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180" y="4755163"/>
              <a:ext cx="1711316" cy="1514033"/>
            </a:xfrm>
            <a:custGeom>
              <a:avLst/>
              <a:gdLst>
                <a:gd name="T0" fmla="*/ 0 w 2982"/>
                <a:gd name="T1" fmla="*/ 1056 h 2640"/>
                <a:gd name="T2" fmla="*/ 0 w 2982"/>
                <a:gd name="T3" fmla="*/ 0 h 2640"/>
                <a:gd name="T4" fmla="*/ 199 w 2982"/>
                <a:gd name="T5" fmla="*/ 47 h 2640"/>
                <a:gd name="T6" fmla="*/ 395 w 2982"/>
                <a:gd name="T7" fmla="*/ 101 h 2640"/>
                <a:gd name="T8" fmla="*/ 588 w 2982"/>
                <a:gd name="T9" fmla="*/ 161 h 2640"/>
                <a:gd name="T10" fmla="*/ 778 w 2982"/>
                <a:gd name="T11" fmla="*/ 227 h 2640"/>
                <a:gd name="T12" fmla="*/ 964 w 2982"/>
                <a:gd name="T13" fmla="*/ 298 h 2640"/>
                <a:gd name="T14" fmla="*/ 1147 w 2982"/>
                <a:gd name="T15" fmla="*/ 377 h 2640"/>
                <a:gd name="T16" fmla="*/ 1326 w 2982"/>
                <a:gd name="T17" fmla="*/ 463 h 2640"/>
                <a:gd name="T18" fmla="*/ 1501 w 2982"/>
                <a:gd name="T19" fmla="*/ 556 h 2640"/>
                <a:gd name="T20" fmla="*/ 1672 w 2982"/>
                <a:gd name="T21" fmla="*/ 657 h 2640"/>
                <a:gd name="T22" fmla="*/ 1839 w 2982"/>
                <a:gd name="T23" fmla="*/ 765 h 2640"/>
                <a:gd name="T24" fmla="*/ 2001 w 2982"/>
                <a:gd name="T25" fmla="*/ 880 h 2640"/>
                <a:gd name="T26" fmla="*/ 2160 w 2982"/>
                <a:gd name="T27" fmla="*/ 1004 h 2640"/>
                <a:gd name="T28" fmla="*/ 2314 w 2982"/>
                <a:gd name="T29" fmla="*/ 1136 h 2640"/>
                <a:gd name="T30" fmla="*/ 2464 w 2982"/>
                <a:gd name="T31" fmla="*/ 1276 h 2640"/>
                <a:gd name="T32" fmla="*/ 2609 w 2982"/>
                <a:gd name="T33" fmla="*/ 1426 h 2640"/>
                <a:gd name="T34" fmla="*/ 2749 w 2982"/>
                <a:gd name="T35" fmla="*/ 1584 h 2640"/>
                <a:gd name="T36" fmla="*/ 2778 w 2982"/>
                <a:gd name="T37" fmla="*/ 1616 h 2640"/>
                <a:gd name="T38" fmla="*/ 2832 w 2982"/>
                <a:gd name="T39" fmla="*/ 1681 h 2640"/>
                <a:gd name="T40" fmla="*/ 2878 w 2982"/>
                <a:gd name="T41" fmla="*/ 1745 h 2640"/>
                <a:gd name="T42" fmla="*/ 2915 w 2982"/>
                <a:gd name="T43" fmla="*/ 1810 h 2640"/>
                <a:gd name="T44" fmla="*/ 2944 w 2982"/>
                <a:gd name="T45" fmla="*/ 1876 h 2640"/>
                <a:gd name="T46" fmla="*/ 2964 w 2982"/>
                <a:gd name="T47" fmla="*/ 1940 h 2640"/>
                <a:gd name="T48" fmla="*/ 2977 w 2982"/>
                <a:gd name="T49" fmla="*/ 2006 h 2640"/>
                <a:gd name="T50" fmla="*/ 2982 w 2982"/>
                <a:gd name="T51" fmla="*/ 2072 h 2640"/>
                <a:gd name="T52" fmla="*/ 2980 w 2982"/>
                <a:gd name="T53" fmla="*/ 2138 h 2640"/>
                <a:gd name="T54" fmla="*/ 2970 w 2982"/>
                <a:gd name="T55" fmla="*/ 2204 h 2640"/>
                <a:gd name="T56" fmla="*/ 2955 w 2982"/>
                <a:gd name="T57" fmla="*/ 2270 h 2640"/>
                <a:gd name="T58" fmla="*/ 2932 w 2982"/>
                <a:gd name="T59" fmla="*/ 2338 h 2640"/>
                <a:gd name="T60" fmla="*/ 2902 w 2982"/>
                <a:gd name="T61" fmla="*/ 2405 h 2640"/>
                <a:gd name="T62" fmla="*/ 2865 w 2982"/>
                <a:gd name="T63" fmla="*/ 2472 h 2640"/>
                <a:gd name="T64" fmla="*/ 2824 w 2982"/>
                <a:gd name="T65" fmla="*/ 2539 h 2640"/>
                <a:gd name="T66" fmla="*/ 2775 w 2982"/>
                <a:gd name="T67" fmla="*/ 2606 h 2640"/>
                <a:gd name="T68" fmla="*/ 2749 w 2982"/>
                <a:gd name="T69" fmla="*/ 2640 h 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82" h="2640">
                  <a:moveTo>
                    <a:pt x="2749" y="2640"/>
                  </a:moveTo>
                  <a:lnTo>
                    <a:pt x="0" y="105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0" y="23"/>
                  </a:lnTo>
                  <a:lnTo>
                    <a:pt x="199" y="47"/>
                  </a:lnTo>
                  <a:lnTo>
                    <a:pt x="297" y="74"/>
                  </a:lnTo>
                  <a:lnTo>
                    <a:pt x="395" y="101"/>
                  </a:lnTo>
                  <a:lnTo>
                    <a:pt x="492" y="130"/>
                  </a:lnTo>
                  <a:lnTo>
                    <a:pt x="588" y="161"/>
                  </a:lnTo>
                  <a:lnTo>
                    <a:pt x="684" y="193"/>
                  </a:lnTo>
                  <a:lnTo>
                    <a:pt x="778" y="227"/>
                  </a:lnTo>
                  <a:lnTo>
                    <a:pt x="872" y="262"/>
                  </a:lnTo>
                  <a:lnTo>
                    <a:pt x="964" y="298"/>
                  </a:lnTo>
                  <a:lnTo>
                    <a:pt x="1056" y="337"/>
                  </a:lnTo>
                  <a:lnTo>
                    <a:pt x="1147" y="377"/>
                  </a:lnTo>
                  <a:lnTo>
                    <a:pt x="1236" y="419"/>
                  </a:lnTo>
                  <a:lnTo>
                    <a:pt x="1326" y="463"/>
                  </a:lnTo>
                  <a:lnTo>
                    <a:pt x="1414" y="508"/>
                  </a:lnTo>
                  <a:lnTo>
                    <a:pt x="1501" y="556"/>
                  </a:lnTo>
                  <a:lnTo>
                    <a:pt x="1587" y="605"/>
                  </a:lnTo>
                  <a:lnTo>
                    <a:pt x="1672" y="657"/>
                  </a:lnTo>
                  <a:lnTo>
                    <a:pt x="1756" y="710"/>
                  </a:lnTo>
                  <a:lnTo>
                    <a:pt x="1839" y="765"/>
                  </a:lnTo>
                  <a:lnTo>
                    <a:pt x="1921" y="822"/>
                  </a:lnTo>
                  <a:lnTo>
                    <a:pt x="2001" y="880"/>
                  </a:lnTo>
                  <a:lnTo>
                    <a:pt x="2082" y="941"/>
                  </a:lnTo>
                  <a:lnTo>
                    <a:pt x="2160" y="1004"/>
                  </a:lnTo>
                  <a:lnTo>
                    <a:pt x="2238" y="1069"/>
                  </a:lnTo>
                  <a:lnTo>
                    <a:pt x="2314" y="1136"/>
                  </a:lnTo>
                  <a:lnTo>
                    <a:pt x="2389" y="1206"/>
                  </a:lnTo>
                  <a:lnTo>
                    <a:pt x="2464" y="1276"/>
                  </a:lnTo>
                  <a:lnTo>
                    <a:pt x="2537" y="1350"/>
                  </a:lnTo>
                  <a:lnTo>
                    <a:pt x="2609" y="1426"/>
                  </a:lnTo>
                  <a:lnTo>
                    <a:pt x="2679" y="1504"/>
                  </a:lnTo>
                  <a:lnTo>
                    <a:pt x="2749" y="1584"/>
                  </a:lnTo>
                  <a:lnTo>
                    <a:pt x="2749" y="1584"/>
                  </a:lnTo>
                  <a:lnTo>
                    <a:pt x="2778" y="1616"/>
                  </a:lnTo>
                  <a:lnTo>
                    <a:pt x="2807" y="1648"/>
                  </a:lnTo>
                  <a:lnTo>
                    <a:pt x="2832" y="1681"/>
                  </a:lnTo>
                  <a:lnTo>
                    <a:pt x="2857" y="1713"/>
                  </a:lnTo>
                  <a:lnTo>
                    <a:pt x="2878" y="1745"/>
                  </a:lnTo>
                  <a:lnTo>
                    <a:pt x="2897" y="1778"/>
                  </a:lnTo>
                  <a:lnTo>
                    <a:pt x="2915" y="1810"/>
                  </a:lnTo>
                  <a:lnTo>
                    <a:pt x="2930" y="1843"/>
                  </a:lnTo>
                  <a:lnTo>
                    <a:pt x="2944" y="1876"/>
                  </a:lnTo>
                  <a:lnTo>
                    <a:pt x="2955" y="1907"/>
                  </a:lnTo>
                  <a:lnTo>
                    <a:pt x="2964" y="1940"/>
                  </a:lnTo>
                  <a:lnTo>
                    <a:pt x="2971" y="1973"/>
                  </a:lnTo>
                  <a:lnTo>
                    <a:pt x="2977" y="2006"/>
                  </a:lnTo>
                  <a:lnTo>
                    <a:pt x="2980" y="2039"/>
                  </a:lnTo>
                  <a:lnTo>
                    <a:pt x="2982" y="2072"/>
                  </a:lnTo>
                  <a:lnTo>
                    <a:pt x="2982" y="2105"/>
                  </a:lnTo>
                  <a:lnTo>
                    <a:pt x="2980" y="2138"/>
                  </a:lnTo>
                  <a:lnTo>
                    <a:pt x="2976" y="2171"/>
                  </a:lnTo>
                  <a:lnTo>
                    <a:pt x="2970" y="2204"/>
                  </a:lnTo>
                  <a:lnTo>
                    <a:pt x="2964" y="2237"/>
                  </a:lnTo>
                  <a:lnTo>
                    <a:pt x="2955" y="2270"/>
                  </a:lnTo>
                  <a:lnTo>
                    <a:pt x="2944" y="2305"/>
                  </a:lnTo>
                  <a:lnTo>
                    <a:pt x="2932" y="2338"/>
                  </a:lnTo>
                  <a:lnTo>
                    <a:pt x="2917" y="2371"/>
                  </a:lnTo>
                  <a:lnTo>
                    <a:pt x="2902" y="2405"/>
                  </a:lnTo>
                  <a:lnTo>
                    <a:pt x="2884" y="2438"/>
                  </a:lnTo>
                  <a:lnTo>
                    <a:pt x="2865" y="2472"/>
                  </a:lnTo>
                  <a:lnTo>
                    <a:pt x="2846" y="2505"/>
                  </a:lnTo>
                  <a:lnTo>
                    <a:pt x="2824" y="2539"/>
                  </a:lnTo>
                  <a:lnTo>
                    <a:pt x="2799" y="2573"/>
                  </a:lnTo>
                  <a:lnTo>
                    <a:pt x="2775" y="2606"/>
                  </a:lnTo>
                  <a:lnTo>
                    <a:pt x="2749" y="2640"/>
                  </a:lnTo>
                  <a:lnTo>
                    <a:pt x="2749" y="264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FB7460B5-D3AF-7BBD-BB9E-2D8096CB9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150" y="4755163"/>
              <a:ext cx="1578265" cy="1514033"/>
            </a:xfrm>
            <a:custGeom>
              <a:avLst/>
              <a:gdLst>
                <a:gd name="T0" fmla="*/ 0 w 2748"/>
                <a:gd name="T1" fmla="*/ 2640 h 2640"/>
                <a:gd name="T2" fmla="*/ 0 w 2748"/>
                <a:gd name="T3" fmla="*/ 1584 h 2640"/>
                <a:gd name="T4" fmla="*/ 0 w 2748"/>
                <a:gd name="T5" fmla="*/ 1584 h 2640"/>
                <a:gd name="T6" fmla="*/ 66 w 2748"/>
                <a:gd name="T7" fmla="*/ 1511 h 2640"/>
                <a:gd name="T8" fmla="*/ 133 w 2748"/>
                <a:gd name="T9" fmla="*/ 1440 h 2640"/>
                <a:gd name="T10" fmla="*/ 202 w 2748"/>
                <a:gd name="T11" fmla="*/ 1371 h 2640"/>
                <a:gd name="T12" fmla="*/ 272 w 2748"/>
                <a:gd name="T13" fmla="*/ 1302 h 2640"/>
                <a:gd name="T14" fmla="*/ 343 w 2748"/>
                <a:gd name="T15" fmla="*/ 1236 h 2640"/>
                <a:gd name="T16" fmla="*/ 417 w 2748"/>
                <a:gd name="T17" fmla="*/ 1172 h 2640"/>
                <a:gd name="T18" fmla="*/ 491 w 2748"/>
                <a:gd name="T19" fmla="*/ 1109 h 2640"/>
                <a:gd name="T20" fmla="*/ 566 w 2748"/>
                <a:gd name="T21" fmla="*/ 1047 h 2640"/>
                <a:gd name="T22" fmla="*/ 643 w 2748"/>
                <a:gd name="T23" fmla="*/ 987 h 2640"/>
                <a:gd name="T24" fmla="*/ 722 w 2748"/>
                <a:gd name="T25" fmla="*/ 928 h 2640"/>
                <a:gd name="T26" fmla="*/ 801 w 2748"/>
                <a:gd name="T27" fmla="*/ 871 h 2640"/>
                <a:gd name="T28" fmla="*/ 881 w 2748"/>
                <a:gd name="T29" fmla="*/ 815 h 2640"/>
                <a:gd name="T30" fmla="*/ 963 w 2748"/>
                <a:gd name="T31" fmla="*/ 761 h 2640"/>
                <a:gd name="T32" fmla="*/ 1047 w 2748"/>
                <a:gd name="T33" fmla="*/ 708 h 2640"/>
                <a:gd name="T34" fmla="*/ 1132 w 2748"/>
                <a:gd name="T35" fmla="*/ 657 h 2640"/>
                <a:gd name="T36" fmla="*/ 1216 w 2748"/>
                <a:gd name="T37" fmla="*/ 607 h 2640"/>
                <a:gd name="T38" fmla="*/ 1303 w 2748"/>
                <a:gd name="T39" fmla="*/ 559 h 2640"/>
                <a:gd name="T40" fmla="*/ 1392 w 2748"/>
                <a:gd name="T41" fmla="*/ 512 h 2640"/>
                <a:gd name="T42" fmla="*/ 1481 w 2748"/>
                <a:gd name="T43" fmla="*/ 466 h 2640"/>
                <a:gd name="T44" fmla="*/ 1571 w 2748"/>
                <a:gd name="T45" fmla="*/ 422 h 2640"/>
                <a:gd name="T46" fmla="*/ 1663 w 2748"/>
                <a:gd name="T47" fmla="*/ 380 h 2640"/>
                <a:gd name="T48" fmla="*/ 1756 w 2748"/>
                <a:gd name="T49" fmla="*/ 339 h 2640"/>
                <a:gd name="T50" fmla="*/ 1850 w 2748"/>
                <a:gd name="T51" fmla="*/ 298 h 2640"/>
                <a:gd name="T52" fmla="*/ 1945 w 2748"/>
                <a:gd name="T53" fmla="*/ 260 h 2640"/>
                <a:gd name="T54" fmla="*/ 2042 w 2748"/>
                <a:gd name="T55" fmla="*/ 222 h 2640"/>
                <a:gd name="T56" fmla="*/ 2139 w 2748"/>
                <a:gd name="T57" fmla="*/ 187 h 2640"/>
                <a:gd name="T58" fmla="*/ 2238 w 2748"/>
                <a:gd name="T59" fmla="*/ 153 h 2640"/>
                <a:gd name="T60" fmla="*/ 2338 w 2748"/>
                <a:gd name="T61" fmla="*/ 120 h 2640"/>
                <a:gd name="T62" fmla="*/ 2439 w 2748"/>
                <a:gd name="T63" fmla="*/ 88 h 2640"/>
                <a:gd name="T64" fmla="*/ 2541 w 2748"/>
                <a:gd name="T65" fmla="*/ 57 h 2640"/>
                <a:gd name="T66" fmla="*/ 2644 w 2748"/>
                <a:gd name="T67" fmla="*/ 28 h 2640"/>
                <a:gd name="T68" fmla="*/ 2748 w 2748"/>
                <a:gd name="T69" fmla="*/ 0 h 2640"/>
                <a:gd name="T70" fmla="*/ 2748 w 2748"/>
                <a:gd name="T71" fmla="*/ 1056 h 2640"/>
                <a:gd name="T72" fmla="*/ 0 w 2748"/>
                <a:gd name="T73" fmla="*/ 2640 h 2640"/>
                <a:gd name="T74" fmla="*/ 0 w 2748"/>
                <a:gd name="T75" fmla="*/ 2640 h 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48" h="2640">
                  <a:moveTo>
                    <a:pt x="0" y="2640"/>
                  </a:moveTo>
                  <a:lnTo>
                    <a:pt x="0" y="1584"/>
                  </a:lnTo>
                  <a:lnTo>
                    <a:pt x="0" y="1584"/>
                  </a:lnTo>
                  <a:lnTo>
                    <a:pt x="66" y="1511"/>
                  </a:lnTo>
                  <a:lnTo>
                    <a:pt x="133" y="1440"/>
                  </a:lnTo>
                  <a:lnTo>
                    <a:pt x="202" y="1371"/>
                  </a:lnTo>
                  <a:lnTo>
                    <a:pt x="272" y="1302"/>
                  </a:lnTo>
                  <a:lnTo>
                    <a:pt x="343" y="1236"/>
                  </a:lnTo>
                  <a:lnTo>
                    <a:pt x="417" y="1172"/>
                  </a:lnTo>
                  <a:lnTo>
                    <a:pt x="491" y="1109"/>
                  </a:lnTo>
                  <a:lnTo>
                    <a:pt x="566" y="1047"/>
                  </a:lnTo>
                  <a:lnTo>
                    <a:pt x="643" y="987"/>
                  </a:lnTo>
                  <a:lnTo>
                    <a:pt x="722" y="928"/>
                  </a:lnTo>
                  <a:lnTo>
                    <a:pt x="801" y="871"/>
                  </a:lnTo>
                  <a:lnTo>
                    <a:pt x="881" y="815"/>
                  </a:lnTo>
                  <a:lnTo>
                    <a:pt x="963" y="761"/>
                  </a:lnTo>
                  <a:lnTo>
                    <a:pt x="1047" y="708"/>
                  </a:lnTo>
                  <a:lnTo>
                    <a:pt x="1132" y="657"/>
                  </a:lnTo>
                  <a:lnTo>
                    <a:pt x="1216" y="607"/>
                  </a:lnTo>
                  <a:lnTo>
                    <a:pt x="1303" y="559"/>
                  </a:lnTo>
                  <a:lnTo>
                    <a:pt x="1392" y="512"/>
                  </a:lnTo>
                  <a:lnTo>
                    <a:pt x="1481" y="466"/>
                  </a:lnTo>
                  <a:lnTo>
                    <a:pt x="1571" y="422"/>
                  </a:lnTo>
                  <a:lnTo>
                    <a:pt x="1663" y="380"/>
                  </a:lnTo>
                  <a:lnTo>
                    <a:pt x="1756" y="339"/>
                  </a:lnTo>
                  <a:lnTo>
                    <a:pt x="1850" y="298"/>
                  </a:lnTo>
                  <a:lnTo>
                    <a:pt x="1945" y="260"/>
                  </a:lnTo>
                  <a:lnTo>
                    <a:pt x="2042" y="222"/>
                  </a:lnTo>
                  <a:lnTo>
                    <a:pt x="2139" y="187"/>
                  </a:lnTo>
                  <a:lnTo>
                    <a:pt x="2238" y="153"/>
                  </a:lnTo>
                  <a:lnTo>
                    <a:pt x="2338" y="120"/>
                  </a:lnTo>
                  <a:lnTo>
                    <a:pt x="2439" y="88"/>
                  </a:lnTo>
                  <a:lnTo>
                    <a:pt x="2541" y="57"/>
                  </a:lnTo>
                  <a:lnTo>
                    <a:pt x="2644" y="28"/>
                  </a:lnTo>
                  <a:lnTo>
                    <a:pt x="2748" y="0"/>
                  </a:lnTo>
                  <a:lnTo>
                    <a:pt x="2748" y="1056"/>
                  </a:lnTo>
                  <a:lnTo>
                    <a:pt x="0" y="2640"/>
                  </a:lnTo>
                  <a:lnTo>
                    <a:pt x="0" y="264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 10">
              <a:extLst>
                <a:ext uri="{FF2B5EF4-FFF2-40B4-BE49-F238E27FC236}">
                  <a16:creationId xmlns:a16="http://schemas.microsoft.com/office/drawing/2014/main" id="{00F513F1-2E6D-361A-1854-CFD21DBC3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180" y="3846743"/>
              <a:ext cx="3154236" cy="1816839"/>
            </a:xfrm>
            <a:custGeom>
              <a:avLst/>
              <a:gdLst>
                <a:gd name="T0" fmla="*/ 0 w 5497"/>
                <a:gd name="T1" fmla="*/ 1584 h 3168"/>
                <a:gd name="T2" fmla="*/ 2749 w 5497"/>
                <a:gd name="T3" fmla="*/ 0 h 3168"/>
                <a:gd name="T4" fmla="*/ 5497 w 5497"/>
                <a:gd name="T5" fmla="*/ 1584 h 3168"/>
                <a:gd name="T6" fmla="*/ 2749 w 5497"/>
                <a:gd name="T7" fmla="*/ 3168 h 3168"/>
                <a:gd name="T8" fmla="*/ 0 w 5497"/>
                <a:gd name="T9" fmla="*/ 1584 h 3168"/>
                <a:gd name="T10" fmla="*/ 0 w 5497"/>
                <a:gd name="T11" fmla="*/ 1584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7" h="3168">
                  <a:moveTo>
                    <a:pt x="0" y="1584"/>
                  </a:moveTo>
                  <a:lnTo>
                    <a:pt x="2749" y="0"/>
                  </a:lnTo>
                  <a:lnTo>
                    <a:pt x="5497" y="1584"/>
                  </a:lnTo>
                  <a:lnTo>
                    <a:pt x="2749" y="3168"/>
                  </a:lnTo>
                  <a:lnTo>
                    <a:pt x="0" y="1584"/>
                  </a:lnTo>
                  <a:lnTo>
                    <a:pt x="0" y="158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B1EC8A61-FC58-D326-8021-2C8B7E820A7B}"/>
              </a:ext>
            </a:extLst>
          </p:cNvPr>
          <p:cNvSpPr txBox="1">
            <a:spLocks/>
          </p:cNvSpPr>
          <p:nvPr/>
        </p:nvSpPr>
        <p:spPr>
          <a:xfrm>
            <a:off x="2800350" y="5034423"/>
            <a:ext cx="4184650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None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135E8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La invitación</a:t>
            </a:r>
            <a:r>
              <a:rPr lang="es-CO" sz="1400" b="1" dirty="0">
                <a:solidFill>
                  <a:srgbClr val="135E89"/>
                </a:solidFill>
                <a:latin typeface="Arial"/>
              </a:rPr>
              <a:t> por </a:t>
            </a:r>
            <a:r>
              <a:rPr lang="es-CO" sz="1400" b="1" dirty="0" err="1">
                <a:solidFill>
                  <a:srgbClr val="135E89"/>
                </a:solidFill>
                <a:latin typeface="Arial"/>
              </a:rPr>
              <a:t>Teams</a:t>
            </a:r>
            <a:r>
              <a:rPr lang="es-CO" sz="1400" b="1" dirty="0">
                <a:solidFill>
                  <a:srgbClr val="135E89"/>
                </a:solidFill>
                <a:latin typeface="Arial"/>
              </a:rPr>
              <a:t> para la primera sesión de seguimiento para acompañarlos en este proceso</a:t>
            </a:r>
            <a:endParaRPr kumimoji="0" lang="es-CO" sz="1400" b="1" i="0" u="none" strike="noStrike" kern="1200" cap="none" spc="0" normalizeH="0" baseline="0" noProof="0" dirty="0">
              <a:ln>
                <a:noFill/>
              </a:ln>
              <a:solidFill>
                <a:srgbClr val="135E8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807651-F869-A06F-C1AE-62860955C131}"/>
              </a:ext>
            </a:extLst>
          </p:cNvPr>
          <p:cNvGrpSpPr>
            <a:grpSpLocks/>
          </p:cNvGrpSpPr>
          <p:nvPr/>
        </p:nvGrpSpPr>
        <p:grpSpPr>
          <a:xfrm>
            <a:off x="1516054" y="2442749"/>
            <a:ext cx="2044526" cy="1570196"/>
            <a:chOff x="1545180" y="3846743"/>
            <a:chExt cx="3154236" cy="2422453"/>
          </a:xfrm>
        </p:grpSpPr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145F440B-0DB8-8880-5B3F-68B096D8F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180" y="4755163"/>
              <a:ext cx="1711316" cy="1514033"/>
            </a:xfrm>
            <a:custGeom>
              <a:avLst/>
              <a:gdLst>
                <a:gd name="T0" fmla="*/ 0 w 2982"/>
                <a:gd name="T1" fmla="*/ 1056 h 2640"/>
                <a:gd name="T2" fmla="*/ 0 w 2982"/>
                <a:gd name="T3" fmla="*/ 0 h 2640"/>
                <a:gd name="T4" fmla="*/ 199 w 2982"/>
                <a:gd name="T5" fmla="*/ 47 h 2640"/>
                <a:gd name="T6" fmla="*/ 395 w 2982"/>
                <a:gd name="T7" fmla="*/ 101 h 2640"/>
                <a:gd name="T8" fmla="*/ 588 w 2982"/>
                <a:gd name="T9" fmla="*/ 161 h 2640"/>
                <a:gd name="T10" fmla="*/ 778 w 2982"/>
                <a:gd name="T11" fmla="*/ 227 h 2640"/>
                <a:gd name="T12" fmla="*/ 964 w 2982"/>
                <a:gd name="T13" fmla="*/ 298 h 2640"/>
                <a:gd name="T14" fmla="*/ 1147 w 2982"/>
                <a:gd name="T15" fmla="*/ 377 h 2640"/>
                <a:gd name="T16" fmla="*/ 1326 w 2982"/>
                <a:gd name="T17" fmla="*/ 463 h 2640"/>
                <a:gd name="T18" fmla="*/ 1501 w 2982"/>
                <a:gd name="T19" fmla="*/ 556 h 2640"/>
                <a:gd name="T20" fmla="*/ 1672 w 2982"/>
                <a:gd name="T21" fmla="*/ 657 h 2640"/>
                <a:gd name="T22" fmla="*/ 1839 w 2982"/>
                <a:gd name="T23" fmla="*/ 765 h 2640"/>
                <a:gd name="T24" fmla="*/ 2001 w 2982"/>
                <a:gd name="T25" fmla="*/ 880 h 2640"/>
                <a:gd name="T26" fmla="*/ 2160 w 2982"/>
                <a:gd name="T27" fmla="*/ 1004 h 2640"/>
                <a:gd name="T28" fmla="*/ 2314 w 2982"/>
                <a:gd name="T29" fmla="*/ 1136 h 2640"/>
                <a:gd name="T30" fmla="*/ 2464 w 2982"/>
                <a:gd name="T31" fmla="*/ 1276 h 2640"/>
                <a:gd name="T32" fmla="*/ 2609 w 2982"/>
                <a:gd name="T33" fmla="*/ 1426 h 2640"/>
                <a:gd name="T34" fmla="*/ 2749 w 2982"/>
                <a:gd name="T35" fmla="*/ 1584 h 2640"/>
                <a:gd name="T36" fmla="*/ 2778 w 2982"/>
                <a:gd name="T37" fmla="*/ 1616 h 2640"/>
                <a:gd name="T38" fmla="*/ 2832 w 2982"/>
                <a:gd name="T39" fmla="*/ 1681 h 2640"/>
                <a:gd name="T40" fmla="*/ 2878 w 2982"/>
                <a:gd name="T41" fmla="*/ 1745 h 2640"/>
                <a:gd name="T42" fmla="*/ 2915 w 2982"/>
                <a:gd name="T43" fmla="*/ 1810 h 2640"/>
                <a:gd name="T44" fmla="*/ 2944 w 2982"/>
                <a:gd name="T45" fmla="*/ 1876 h 2640"/>
                <a:gd name="T46" fmla="*/ 2964 w 2982"/>
                <a:gd name="T47" fmla="*/ 1940 h 2640"/>
                <a:gd name="T48" fmla="*/ 2977 w 2982"/>
                <a:gd name="T49" fmla="*/ 2006 h 2640"/>
                <a:gd name="T50" fmla="*/ 2982 w 2982"/>
                <a:gd name="T51" fmla="*/ 2072 h 2640"/>
                <a:gd name="T52" fmla="*/ 2980 w 2982"/>
                <a:gd name="T53" fmla="*/ 2138 h 2640"/>
                <a:gd name="T54" fmla="*/ 2970 w 2982"/>
                <a:gd name="T55" fmla="*/ 2204 h 2640"/>
                <a:gd name="T56" fmla="*/ 2955 w 2982"/>
                <a:gd name="T57" fmla="*/ 2270 h 2640"/>
                <a:gd name="T58" fmla="*/ 2932 w 2982"/>
                <a:gd name="T59" fmla="*/ 2338 h 2640"/>
                <a:gd name="T60" fmla="*/ 2902 w 2982"/>
                <a:gd name="T61" fmla="*/ 2405 h 2640"/>
                <a:gd name="T62" fmla="*/ 2865 w 2982"/>
                <a:gd name="T63" fmla="*/ 2472 h 2640"/>
                <a:gd name="T64" fmla="*/ 2824 w 2982"/>
                <a:gd name="T65" fmla="*/ 2539 h 2640"/>
                <a:gd name="T66" fmla="*/ 2775 w 2982"/>
                <a:gd name="T67" fmla="*/ 2606 h 2640"/>
                <a:gd name="T68" fmla="*/ 2749 w 2982"/>
                <a:gd name="T69" fmla="*/ 2640 h 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82" h="2640">
                  <a:moveTo>
                    <a:pt x="2749" y="2640"/>
                  </a:moveTo>
                  <a:lnTo>
                    <a:pt x="0" y="1056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0" y="23"/>
                  </a:lnTo>
                  <a:lnTo>
                    <a:pt x="199" y="47"/>
                  </a:lnTo>
                  <a:lnTo>
                    <a:pt x="297" y="74"/>
                  </a:lnTo>
                  <a:lnTo>
                    <a:pt x="395" y="101"/>
                  </a:lnTo>
                  <a:lnTo>
                    <a:pt x="492" y="130"/>
                  </a:lnTo>
                  <a:lnTo>
                    <a:pt x="588" y="161"/>
                  </a:lnTo>
                  <a:lnTo>
                    <a:pt x="684" y="193"/>
                  </a:lnTo>
                  <a:lnTo>
                    <a:pt x="778" y="227"/>
                  </a:lnTo>
                  <a:lnTo>
                    <a:pt x="872" y="262"/>
                  </a:lnTo>
                  <a:lnTo>
                    <a:pt x="964" y="298"/>
                  </a:lnTo>
                  <a:lnTo>
                    <a:pt x="1056" y="337"/>
                  </a:lnTo>
                  <a:lnTo>
                    <a:pt x="1147" y="377"/>
                  </a:lnTo>
                  <a:lnTo>
                    <a:pt x="1236" y="419"/>
                  </a:lnTo>
                  <a:lnTo>
                    <a:pt x="1326" y="463"/>
                  </a:lnTo>
                  <a:lnTo>
                    <a:pt x="1414" y="508"/>
                  </a:lnTo>
                  <a:lnTo>
                    <a:pt x="1501" y="556"/>
                  </a:lnTo>
                  <a:lnTo>
                    <a:pt x="1587" y="605"/>
                  </a:lnTo>
                  <a:lnTo>
                    <a:pt x="1672" y="657"/>
                  </a:lnTo>
                  <a:lnTo>
                    <a:pt x="1756" y="710"/>
                  </a:lnTo>
                  <a:lnTo>
                    <a:pt x="1839" y="765"/>
                  </a:lnTo>
                  <a:lnTo>
                    <a:pt x="1921" y="822"/>
                  </a:lnTo>
                  <a:lnTo>
                    <a:pt x="2001" y="880"/>
                  </a:lnTo>
                  <a:lnTo>
                    <a:pt x="2082" y="941"/>
                  </a:lnTo>
                  <a:lnTo>
                    <a:pt x="2160" y="1004"/>
                  </a:lnTo>
                  <a:lnTo>
                    <a:pt x="2238" y="1069"/>
                  </a:lnTo>
                  <a:lnTo>
                    <a:pt x="2314" y="1136"/>
                  </a:lnTo>
                  <a:lnTo>
                    <a:pt x="2389" y="1206"/>
                  </a:lnTo>
                  <a:lnTo>
                    <a:pt x="2464" y="1276"/>
                  </a:lnTo>
                  <a:lnTo>
                    <a:pt x="2537" y="1350"/>
                  </a:lnTo>
                  <a:lnTo>
                    <a:pt x="2609" y="1426"/>
                  </a:lnTo>
                  <a:lnTo>
                    <a:pt x="2679" y="1504"/>
                  </a:lnTo>
                  <a:lnTo>
                    <a:pt x="2749" y="1584"/>
                  </a:lnTo>
                  <a:lnTo>
                    <a:pt x="2749" y="1584"/>
                  </a:lnTo>
                  <a:lnTo>
                    <a:pt x="2778" y="1616"/>
                  </a:lnTo>
                  <a:lnTo>
                    <a:pt x="2807" y="1648"/>
                  </a:lnTo>
                  <a:lnTo>
                    <a:pt x="2832" y="1681"/>
                  </a:lnTo>
                  <a:lnTo>
                    <a:pt x="2857" y="1713"/>
                  </a:lnTo>
                  <a:lnTo>
                    <a:pt x="2878" y="1745"/>
                  </a:lnTo>
                  <a:lnTo>
                    <a:pt x="2897" y="1778"/>
                  </a:lnTo>
                  <a:lnTo>
                    <a:pt x="2915" y="1810"/>
                  </a:lnTo>
                  <a:lnTo>
                    <a:pt x="2930" y="1843"/>
                  </a:lnTo>
                  <a:lnTo>
                    <a:pt x="2944" y="1876"/>
                  </a:lnTo>
                  <a:lnTo>
                    <a:pt x="2955" y="1907"/>
                  </a:lnTo>
                  <a:lnTo>
                    <a:pt x="2964" y="1940"/>
                  </a:lnTo>
                  <a:lnTo>
                    <a:pt x="2971" y="1973"/>
                  </a:lnTo>
                  <a:lnTo>
                    <a:pt x="2977" y="2006"/>
                  </a:lnTo>
                  <a:lnTo>
                    <a:pt x="2980" y="2039"/>
                  </a:lnTo>
                  <a:lnTo>
                    <a:pt x="2982" y="2072"/>
                  </a:lnTo>
                  <a:lnTo>
                    <a:pt x="2982" y="2105"/>
                  </a:lnTo>
                  <a:lnTo>
                    <a:pt x="2980" y="2138"/>
                  </a:lnTo>
                  <a:lnTo>
                    <a:pt x="2976" y="2171"/>
                  </a:lnTo>
                  <a:lnTo>
                    <a:pt x="2970" y="2204"/>
                  </a:lnTo>
                  <a:lnTo>
                    <a:pt x="2964" y="2237"/>
                  </a:lnTo>
                  <a:lnTo>
                    <a:pt x="2955" y="2270"/>
                  </a:lnTo>
                  <a:lnTo>
                    <a:pt x="2944" y="2305"/>
                  </a:lnTo>
                  <a:lnTo>
                    <a:pt x="2932" y="2338"/>
                  </a:lnTo>
                  <a:lnTo>
                    <a:pt x="2917" y="2371"/>
                  </a:lnTo>
                  <a:lnTo>
                    <a:pt x="2902" y="2405"/>
                  </a:lnTo>
                  <a:lnTo>
                    <a:pt x="2884" y="2438"/>
                  </a:lnTo>
                  <a:lnTo>
                    <a:pt x="2865" y="2472"/>
                  </a:lnTo>
                  <a:lnTo>
                    <a:pt x="2846" y="2505"/>
                  </a:lnTo>
                  <a:lnTo>
                    <a:pt x="2824" y="2539"/>
                  </a:lnTo>
                  <a:lnTo>
                    <a:pt x="2799" y="2573"/>
                  </a:lnTo>
                  <a:lnTo>
                    <a:pt x="2775" y="2606"/>
                  </a:lnTo>
                  <a:lnTo>
                    <a:pt x="2749" y="2640"/>
                  </a:lnTo>
                  <a:lnTo>
                    <a:pt x="2749" y="264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339DCDA7-408D-03FE-ED08-553C5022D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150" y="4755163"/>
              <a:ext cx="1578265" cy="1514033"/>
            </a:xfrm>
            <a:custGeom>
              <a:avLst/>
              <a:gdLst>
                <a:gd name="T0" fmla="*/ 0 w 2748"/>
                <a:gd name="T1" fmla="*/ 2640 h 2640"/>
                <a:gd name="T2" fmla="*/ 0 w 2748"/>
                <a:gd name="T3" fmla="*/ 1584 h 2640"/>
                <a:gd name="T4" fmla="*/ 0 w 2748"/>
                <a:gd name="T5" fmla="*/ 1584 h 2640"/>
                <a:gd name="T6" fmla="*/ 66 w 2748"/>
                <a:gd name="T7" fmla="*/ 1511 h 2640"/>
                <a:gd name="T8" fmla="*/ 133 w 2748"/>
                <a:gd name="T9" fmla="*/ 1440 h 2640"/>
                <a:gd name="T10" fmla="*/ 202 w 2748"/>
                <a:gd name="T11" fmla="*/ 1371 h 2640"/>
                <a:gd name="T12" fmla="*/ 272 w 2748"/>
                <a:gd name="T13" fmla="*/ 1302 h 2640"/>
                <a:gd name="T14" fmla="*/ 343 w 2748"/>
                <a:gd name="T15" fmla="*/ 1236 h 2640"/>
                <a:gd name="T16" fmla="*/ 417 w 2748"/>
                <a:gd name="T17" fmla="*/ 1172 h 2640"/>
                <a:gd name="T18" fmla="*/ 491 w 2748"/>
                <a:gd name="T19" fmla="*/ 1109 h 2640"/>
                <a:gd name="T20" fmla="*/ 566 w 2748"/>
                <a:gd name="T21" fmla="*/ 1047 h 2640"/>
                <a:gd name="T22" fmla="*/ 643 w 2748"/>
                <a:gd name="T23" fmla="*/ 987 h 2640"/>
                <a:gd name="T24" fmla="*/ 722 w 2748"/>
                <a:gd name="T25" fmla="*/ 928 h 2640"/>
                <a:gd name="T26" fmla="*/ 801 w 2748"/>
                <a:gd name="T27" fmla="*/ 871 h 2640"/>
                <a:gd name="T28" fmla="*/ 881 w 2748"/>
                <a:gd name="T29" fmla="*/ 815 h 2640"/>
                <a:gd name="T30" fmla="*/ 963 w 2748"/>
                <a:gd name="T31" fmla="*/ 761 h 2640"/>
                <a:gd name="T32" fmla="*/ 1047 w 2748"/>
                <a:gd name="T33" fmla="*/ 708 h 2640"/>
                <a:gd name="T34" fmla="*/ 1132 w 2748"/>
                <a:gd name="T35" fmla="*/ 657 h 2640"/>
                <a:gd name="T36" fmla="*/ 1216 w 2748"/>
                <a:gd name="T37" fmla="*/ 607 h 2640"/>
                <a:gd name="T38" fmla="*/ 1303 w 2748"/>
                <a:gd name="T39" fmla="*/ 559 h 2640"/>
                <a:gd name="T40" fmla="*/ 1392 w 2748"/>
                <a:gd name="T41" fmla="*/ 512 h 2640"/>
                <a:gd name="T42" fmla="*/ 1481 w 2748"/>
                <a:gd name="T43" fmla="*/ 466 h 2640"/>
                <a:gd name="T44" fmla="*/ 1571 w 2748"/>
                <a:gd name="T45" fmla="*/ 422 h 2640"/>
                <a:gd name="T46" fmla="*/ 1663 w 2748"/>
                <a:gd name="T47" fmla="*/ 380 h 2640"/>
                <a:gd name="T48" fmla="*/ 1756 w 2748"/>
                <a:gd name="T49" fmla="*/ 339 h 2640"/>
                <a:gd name="T50" fmla="*/ 1850 w 2748"/>
                <a:gd name="T51" fmla="*/ 298 h 2640"/>
                <a:gd name="T52" fmla="*/ 1945 w 2748"/>
                <a:gd name="T53" fmla="*/ 260 h 2640"/>
                <a:gd name="T54" fmla="*/ 2042 w 2748"/>
                <a:gd name="T55" fmla="*/ 222 h 2640"/>
                <a:gd name="T56" fmla="*/ 2139 w 2748"/>
                <a:gd name="T57" fmla="*/ 187 h 2640"/>
                <a:gd name="T58" fmla="*/ 2238 w 2748"/>
                <a:gd name="T59" fmla="*/ 153 h 2640"/>
                <a:gd name="T60" fmla="*/ 2338 w 2748"/>
                <a:gd name="T61" fmla="*/ 120 h 2640"/>
                <a:gd name="T62" fmla="*/ 2439 w 2748"/>
                <a:gd name="T63" fmla="*/ 88 h 2640"/>
                <a:gd name="T64" fmla="*/ 2541 w 2748"/>
                <a:gd name="T65" fmla="*/ 57 h 2640"/>
                <a:gd name="T66" fmla="*/ 2644 w 2748"/>
                <a:gd name="T67" fmla="*/ 28 h 2640"/>
                <a:gd name="T68" fmla="*/ 2748 w 2748"/>
                <a:gd name="T69" fmla="*/ 0 h 2640"/>
                <a:gd name="T70" fmla="*/ 2748 w 2748"/>
                <a:gd name="T71" fmla="*/ 1056 h 2640"/>
                <a:gd name="T72" fmla="*/ 0 w 2748"/>
                <a:gd name="T73" fmla="*/ 2640 h 2640"/>
                <a:gd name="T74" fmla="*/ 0 w 2748"/>
                <a:gd name="T75" fmla="*/ 2640 h 2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748" h="2640">
                  <a:moveTo>
                    <a:pt x="0" y="2640"/>
                  </a:moveTo>
                  <a:lnTo>
                    <a:pt x="0" y="1584"/>
                  </a:lnTo>
                  <a:lnTo>
                    <a:pt x="0" y="1584"/>
                  </a:lnTo>
                  <a:lnTo>
                    <a:pt x="66" y="1511"/>
                  </a:lnTo>
                  <a:lnTo>
                    <a:pt x="133" y="1440"/>
                  </a:lnTo>
                  <a:lnTo>
                    <a:pt x="202" y="1371"/>
                  </a:lnTo>
                  <a:lnTo>
                    <a:pt x="272" y="1302"/>
                  </a:lnTo>
                  <a:lnTo>
                    <a:pt x="343" y="1236"/>
                  </a:lnTo>
                  <a:lnTo>
                    <a:pt x="417" y="1172"/>
                  </a:lnTo>
                  <a:lnTo>
                    <a:pt x="491" y="1109"/>
                  </a:lnTo>
                  <a:lnTo>
                    <a:pt x="566" y="1047"/>
                  </a:lnTo>
                  <a:lnTo>
                    <a:pt x="643" y="987"/>
                  </a:lnTo>
                  <a:lnTo>
                    <a:pt x="722" y="928"/>
                  </a:lnTo>
                  <a:lnTo>
                    <a:pt x="801" y="871"/>
                  </a:lnTo>
                  <a:lnTo>
                    <a:pt x="881" y="815"/>
                  </a:lnTo>
                  <a:lnTo>
                    <a:pt x="963" y="761"/>
                  </a:lnTo>
                  <a:lnTo>
                    <a:pt x="1047" y="708"/>
                  </a:lnTo>
                  <a:lnTo>
                    <a:pt x="1132" y="657"/>
                  </a:lnTo>
                  <a:lnTo>
                    <a:pt x="1216" y="607"/>
                  </a:lnTo>
                  <a:lnTo>
                    <a:pt x="1303" y="559"/>
                  </a:lnTo>
                  <a:lnTo>
                    <a:pt x="1392" y="512"/>
                  </a:lnTo>
                  <a:lnTo>
                    <a:pt x="1481" y="466"/>
                  </a:lnTo>
                  <a:lnTo>
                    <a:pt x="1571" y="422"/>
                  </a:lnTo>
                  <a:lnTo>
                    <a:pt x="1663" y="380"/>
                  </a:lnTo>
                  <a:lnTo>
                    <a:pt x="1756" y="339"/>
                  </a:lnTo>
                  <a:lnTo>
                    <a:pt x="1850" y="298"/>
                  </a:lnTo>
                  <a:lnTo>
                    <a:pt x="1945" y="260"/>
                  </a:lnTo>
                  <a:lnTo>
                    <a:pt x="2042" y="222"/>
                  </a:lnTo>
                  <a:lnTo>
                    <a:pt x="2139" y="187"/>
                  </a:lnTo>
                  <a:lnTo>
                    <a:pt x="2238" y="153"/>
                  </a:lnTo>
                  <a:lnTo>
                    <a:pt x="2338" y="120"/>
                  </a:lnTo>
                  <a:lnTo>
                    <a:pt x="2439" y="88"/>
                  </a:lnTo>
                  <a:lnTo>
                    <a:pt x="2541" y="57"/>
                  </a:lnTo>
                  <a:lnTo>
                    <a:pt x="2644" y="28"/>
                  </a:lnTo>
                  <a:lnTo>
                    <a:pt x="2748" y="0"/>
                  </a:lnTo>
                  <a:lnTo>
                    <a:pt x="2748" y="1056"/>
                  </a:lnTo>
                  <a:lnTo>
                    <a:pt x="0" y="2640"/>
                  </a:lnTo>
                  <a:lnTo>
                    <a:pt x="0" y="264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C8B55B34-3C0F-3E54-EA90-BDB0B627C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180" y="3846743"/>
              <a:ext cx="3154236" cy="1816839"/>
            </a:xfrm>
            <a:custGeom>
              <a:avLst/>
              <a:gdLst>
                <a:gd name="T0" fmla="*/ 0 w 5497"/>
                <a:gd name="T1" fmla="*/ 1584 h 3168"/>
                <a:gd name="T2" fmla="*/ 2749 w 5497"/>
                <a:gd name="T3" fmla="*/ 0 h 3168"/>
                <a:gd name="T4" fmla="*/ 5497 w 5497"/>
                <a:gd name="T5" fmla="*/ 1584 h 3168"/>
                <a:gd name="T6" fmla="*/ 2749 w 5497"/>
                <a:gd name="T7" fmla="*/ 3168 h 3168"/>
                <a:gd name="T8" fmla="*/ 0 w 5497"/>
                <a:gd name="T9" fmla="*/ 1584 h 3168"/>
                <a:gd name="T10" fmla="*/ 0 w 5497"/>
                <a:gd name="T11" fmla="*/ 1584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497" h="3168">
                  <a:moveTo>
                    <a:pt x="0" y="1584"/>
                  </a:moveTo>
                  <a:lnTo>
                    <a:pt x="2749" y="0"/>
                  </a:lnTo>
                  <a:lnTo>
                    <a:pt x="5497" y="1584"/>
                  </a:lnTo>
                  <a:lnTo>
                    <a:pt x="2749" y="3168"/>
                  </a:lnTo>
                  <a:lnTo>
                    <a:pt x="0" y="1584"/>
                  </a:lnTo>
                  <a:lnTo>
                    <a:pt x="0" y="1584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32966BA-B192-73A5-C483-8B2FD1C03FE5}"/>
              </a:ext>
            </a:extLst>
          </p:cNvPr>
          <p:cNvSpPr txBox="1">
            <a:spLocks/>
          </p:cNvSpPr>
          <p:nvPr/>
        </p:nvSpPr>
        <p:spPr>
          <a:xfrm>
            <a:off x="3799678" y="2824793"/>
            <a:ext cx="3310422" cy="64633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r>
              <a:rPr kumimoji="0" lang="es-CO" sz="1400" b="1" i="0" u="none" strike="noStrike" kern="1200" cap="none" spc="0" normalizeH="0" baseline="0" noProof="0" dirty="0">
                <a:ln>
                  <a:noFill/>
                </a:ln>
                <a:solidFill>
                  <a:srgbClr val="135E8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Un correo con las empresas seleccionadas, el enlace del Tablero 04 y la presentación de hoy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0E9E199-EF68-27D5-CE68-67C1811BD720}"/>
              </a:ext>
            </a:extLst>
          </p:cNvPr>
          <p:cNvGrpSpPr/>
          <p:nvPr/>
        </p:nvGrpSpPr>
        <p:grpSpPr>
          <a:xfrm>
            <a:off x="1175418" y="4396298"/>
            <a:ext cx="803159" cy="803159"/>
            <a:chOff x="1231232" y="4367219"/>
            <a:chExt cx="803159" cy="803159"/>
          </a:xfrm>
          <a:effectLst>
            <a:outerShdw blurRad="152400" dir="5400000" sx="90000" sy="-19000" rotWithShape="0">
              <a:schemeClr val="accent3">
                <a:alpha val="10000"/>
              </a:schemeClr>
            </a:outerShdw>
          </a:effectLst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08B414-0172-894C-DEAC-533F5646A0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31232" y="4367219"/>
              <a:ext cx="803159" cy="803159"/>
            </a:xfrm>
            <a:prstGeom prst="ellipse">
              <a:avLst/>
            </a:prstGeom>
            <a:solidFill>
              <a:schemeClr val="tx2"/>
            </a:solidFill>
            <a:ln w="190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3" name="CustomIcon">
              <a:extLst>
                <a:ext uri="{FF2B5EF4-FFF2-40B4-BE49-F238E27FC236}">
                  <a16:creationId xmlns:a16="http://schemas.microsoft.com/office/drawing/2014/main" id="{4EFCB28B-02F2-190F-37FC-C55507CE303A}"/>
                </a:ext>
              </a:extLst>
            </p:cNvPr>
            <p:cNvPicPr>
              <a:picLocks/>
            </p:cNvPicPr>
            <p:nvPr>
              <p:custDataLst>
                <p:tags r:id="rId7"/>
              </p:custDataLst>
            </p:nvPr>
          </p:nvPicPr>
          <p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94911" y="4530898"/>
              <a:ext cx="475800" cy="4758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412D73B-CE6E-21C5-26EA-7C0A198B7E5F}"/>
              </a:ext>
            </a:extLst>
          </p:cNvPr>
          <p:cNvGrpSpPr/>
          <p:nvPr/>
        </p:nvGrpSpPr>
        <p:grpSpPr>
          <a:xfrm>
            <a:off x="2136737" y="2271299"/>
            <a:ext cx="803159" cy="803159"/>
            <a:chOff x="2208484" y="2849884"/>
            <a:chExt cx="803159" cy="803159"/>
          </a:xfrm>
          <a:effectLst>
            <a:outerShdw blurRad="152400" dir="5400000" sx="90000" sy="-19000" rotWithShape="0">
              <a:schemeClr val="accent3">
                <a:alpha val="10000"/>
              </a:schemeClr>
            </a:outerShdw>
          </a:effectLst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2FADA42-67AF-E871-FC03-647B9DB506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08484" y="2849884"/>
              <a:ext cx="803159" cy="803159"/>
            </a:xfrm>
            <a:prstGeom prst="ellipse">
              <a:avLst/>
            </a:prstGeom>
            <a:solidFill>
              <a:schemeClr val="tx2"/>
            </a:solidFill>
            <a:ln w="190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6" name="CustomIcon">
              <a:extLst>
                <a:ext uri="{FF2B5EF4-FFF2-40B4-BE49-F238E27FC236}">
                  <a16:creationId xmlns:a16="http://schemas.microsoft.com/office/drawing/2014/main" id="{2DAF9082-DD09-723E-A44B-F6CF35003D43}"/>
                </a:ext>
              </a:extLst>
            </p:cNvPr>
            <p:cNvPicPr>
              <a:picLocks/>
            </p:cNvPicPr>
            <p:nvPr>
              <p:custDataLst>
                <p:tags r:id="rId6"/>
              </p:custDataLst>
            </p:nvPr>
          </p:nvPicPr>
          <p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72163" y="3013563"/>
              <a:ext cx="475800" cy="47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245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46804AB-689C-4A99-B6E2-FDE5B41306E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90071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2" name="think-cell Slide" r:id="rId5" imgW="404" imgH="403" progId="TCLayout.ActiveDocument.1">
                  <p:embed/>
                </p:oleObj>
              </mc:Choice>
              <mc:Fallback>
                <p:oleObj name="think-cell Slide" r:id="rId5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6804AB-689C-4A99-B6E2-FDE5B4130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89018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SCLIENT" val="True"/>
  <p:tag name="TEMPLATELASTEDITED" val="2022-10-05 01:19 a. m."/>
  <p:tag name="THINKCELLPRESENTATIONDONOTDELETE" val="&lt;?xml version=&quot;1.0&quot; encoding=&quot;UTF-16&quot; standalone=&quot;yes&quot;?&gt;&lt;root reqver=&quot;27037&quot;&gt;&lt;version val=&quot;329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ICONFILLBACKGROUND" val="Color [A=255, R=0, G=49, B=82]"/>
  <p:tag name="ICONFILLBACKGROUNDTHEME" val="Accent 3"/>
  <p:tag name="ICONLINEFILL" val="Color [A=255, R=255, G=255, B=255]"/>
  <p:tag name="ICONLINEFILLTHEME" val="Text 1"/>
  <p:tag name="ICONENCLOSURE" val="True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DT_METADATA" val="TDT_Metadata"/>
  <p:tag name="SYMBOLLINE" val="6"/>
  <p:tag name="TBCONTENTFILL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YLYSbLzP8DsqQ5_IDvM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rJZYiK81Dqg3AKqhPXm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DWhDmC1QbRmt16_uxlW7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ETb3D.HcKF_v3xSvBqj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DT_METADATA" val="TDT_Metadata"/>
  <p:tag name="SYMBOLLINE" val="6"/>
  <p:tag name="TBCONTENTFILL" val="6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_MARVIN_VG_TB_SLIDE_IDENTIFIER" val="c2d5b2063152352a877495e20b535402"/>
  <p:tag name="APLORISLIBID" val="L2f2d9bd2-7a04-40b7-98a7-39abd4a5ac42.1.wwDvcw=="/>
  <p:tag name="APLORISLIBHASH" val="1.162_aItPuZSuL7hd3WKICsDh5Z6MZNM=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O5LCj4dikl09NNfuavNg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vron"/>
  <p:tag name="CIRCLESTATUS" val="Blue"/>
  <p:tag name="NAME" val="ChevronBl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LIBID" val="L5654d301-d893-4e8c-995b-3d6a454d51cf.1.XZIrRw=="/>
  <p:tag name="APLORISLIBHASH" val="1.162_I0cdrh9SWUEHj7IWHTgC+faKNZk=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NvopH92QFJZd_qveDzqA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"/>
  <p:tag name="2LEVEL" val="0.5"/>
  <p:tag name="3LEVEL" val="0.25"/>
  <p:tag name="4LEVEL" val="0.12"/>
  <p:tag name="5LEVEL" val="0.06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DoubleArrow"/>
  <p:tag name="CIRCLESTATUS" val="Blue"/>
  <p:tag name="NAME" val="DoubleArrowBl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1.8"/>
  <p:tag name="2LEVEL" val="0.9"/>
  <p:tag name="3LEVEL" val="0.45"/>
  <p:tag name="4LEVEL" val="0.22"/>
  <p:tag name="5LEVEL" val="0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LIBID" val="L2a507792-f5c2-46f7-9602-bf99dd01cc4e.1.SfS+JA=="/>
  <p:tag name="APLORISLIBHASH" val="1.162_sFY31uq2otfWbM82O+ftM1wSG28=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6skRvzkCen5kvQp3Wcng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268BBF"/>
      </a:accent1>
      <a:accent2>
        <a:srgbClr val="135E89"/>
      </a:accent2>
      <a:accent3>
        <a:srgbClr val="003152"/>
      </a:accent3>
      <a:accent4>
        <a:srgbClr val="FFCD19"/>
      </a:accent4>
      <a:accent5>
        <a:srgbClr val="DDDDDD"/>
      </a:accent5>
      <a:accent6>
        <a:srgbClr val="969696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268BBF"/>
        </a:accent1>
        <a:accent2>
          <a:srgbClr val="135E89"/>
        </a:accent2>
        <a:accent3>
          <a:srgbClr val="003152"/>
        </a:accent3>
        <a:accent4>
          <a:srgbClr val="FFCD19"/>
        </a:accent4>
        <a:accent5>
          <a:srgbClr val="DDDDDD"/>
        </a:accent5>
        <a:accent6>
          <a:srgbClr val="96969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BG1851 Andres Erazo_29478_CT.potx" id="{49900EE6-5722-46D0-8F53-A4BE4E551C20}" vid="{418D9DEE-E122-4D0C-BEE5-28D8D7F3E875}"/>
    </a:ext>
  </a:extLst>
</a:theme>
</file>

<file path=ppt/theme/theme2.xml><?xml version="1.0" encoding="utf-8"?>
<a:theme xmlns:a="http://schemas.openxmlformats.org/drawingml/2006/main" name="CustomMaster 2">
  <a:themeElements>
    <a:clrScheme name="Scheme2">
      <a:dk1>
        <a:srgbClr val="FFFFFF"/>
      </a:dk1>
      <a:lt1>
        <a:srgbClr val="000000"/>
      </a:lt1>
      <a:dk2>
        <a:srgbClr val="000000"/>
      </a:dk2>
      <a:lt2>
        <a:srgbClr val="000000"/>
      </a:lt2>
      <a:accent1>
        <a:srgbClr val="268BBF"/>
      </a:accent1>
      <a:accent2>
        <a:srgbClr val="135E89"/>
      </a:accent2>
      <a:accent3>
        <a:srgbClr val="003152"/>
      </a:accent3>
      <a:accent4>
        <a:srgbClr val="FFCD19"/>
      </a:accent4>
      <a:accent5>
        <a:srgbClr val="DDDDDD"/>
      </a:accent5>
      <a:accent6>
        <a:srgbClr val="969696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2">
        <a:dk1>
          <a:srgbClr val="FFFFFF"/>
        </a:dk1>
        <a:lt1>
          <a:srgbClr val="000000"/>
        </a:lt1>
        <a:dk2>
          <a:srgbClr val="000000"/>
        </a:dk2>
        <a:lt2>
          <a:srgbClr val="000000"/>
        </a:lt2>
        <a:accent1>
          <a:srgbClr val="268BBF"/>
        </a:accent1>
        <a:accent2>
          <a:srgbClr val="135E89"/>
        </a:accent2>
        <a:accent3>
          <a:srgbClr val="003152"/>
        </a:accent3>
        <a:accent4>
          <a:srgbClr val="FFCD19"/>
        </a:accent4>
        <a:accent5>
          <a:srgbClr val="DDDDDD"/>
        </a:accent5>
        <a:accent6>
          <a:srgbClr val="96969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CoE Procesos 20230609.potx" id="{7E057C68-B6A5-497F-9F3A-5D8C12E28762}" vid="{267FA219-D19D-4BED-89CD-596E74D8619A}"/>
    </a:ext>
  </a:extLst>
</a:theme>
</file>

<file path=ppt/theme/theme3.xml><?xml version="1.0" encoding="utf-8"?>
<a:theme xmlns:a="http://schemas.openxmlformats.org/drawingml/2006/main" name="CustomMaster 3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268BBF"/>
      </a:accent1>
      <a:accent2>
        <a:srgbClr val="135E89"/>
      </a:accent2>
      <a:accent3>
        <a:srgbClr val="003152"/>
      </a:accent3>
      <a:accent4>
        <a:srgbClr val="FFCD19"/>
      </a:accent4>
      <a:accent5>
        <a:srgbClr val="DDDDDD"/>
      </a:accent5>
      <a:accent6>
        <a:srgbClr val="969696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268BBF"/>
        </a:accent1>
        <a:accent2>
          <a:srgbClr val="135E89"/>
        </a:accent2>
        <a:accent3>
          <a:srgbClr val="003152"/>
        </a:accent3>
        <a:accent4>
          <a:srgbClr val="FFCD19"/>
        </a:accent4>
        <a:accent5>
          <a:srgbClr val="DDDDDD"/>
        </a:accent5>
        <a:accent6>
          <a:srgbClr val="96969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BG1851 Andres Erazo_29478_CT.potx" id="{49900EE6-5722-46D0-8F53-A4BE4E551C20}" vid="{418D9DEE-E122-4D0C-BEE5-28D8D7F3E875}"/>
    </a:ext>
  </a:extLst>
</a:theme>
</file>

<file path=ppt/theme/theme4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74E7689372554D9F5266204444CC6E" ma:contentTypeVersion="13" ma:contentTypeDescription="Crear nuevo documento." ma:contentTypeScope="" ma:versionID="e56bdcacec5cc48bfe74d31e099de434">
  <xsd:schema xmlns:xsd="http://www.w3.org/2001/XMLSchema" xmlns:xs="http://www.w3.org/2001/XMLSchema" xmlns:p="http://schemas.microsoft.com/office/2006/metadata/properties" xmlns:ns2="0bf9c12c-4568-43bb-9641-6e3434e22515" xmlns:ns3="b5a316ec-ed12-4a0a-9f5b-ae9254fe87e9" targetNamespace="http://schemas.microsoft.com/office/2006/metadata/properties" ma:root="true" ma:fieldsID="c6bf9648de28c8dd4b60f3b679bc47e6" ns2:_="" ns3:_="">
    <xsd:import namespace="0bf9c12c-4568-43bb-9641-6e3434e22515"/>
    <xsd:import namespace="b5a316ec-ed12-4a0a-9f5b-ae9254fe87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f9c12c-4568-43bb-9641-6e3434e225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3cb69001-eedb-48cd-8df6-eca474b208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316ec-ed12-4a0a-9f5b-ae9254fe87e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51cd765-c960-4314-9895-87dedb9bc373}" ma:internalName="TaxCatchAll" ma:showField="CatchAllData" ma:web="b5a316ec-ed12-4a0a-9f5b-ae9254fe87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a316ec-ed12-4a0a-9f5b-ae9254fe87e9" xsi:nil="true"/>
    <lcf76f155ced4ddcb4097134ff3c332f xmlns="0bf9c12c-4568-43bb-9641-6e3434e2251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1E876D-3EC2-42A8-A2BB-245465BD6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f9c12c-4568-43bb-9641-6e3434e22515"/>
    <ds:schemaRef ds:uri="b5a316ec-ed12-4a0a-9f5b-ae9254fe87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0BA8A8-EBD6-41EF-8F6B-BA286C8D87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E272DB-C873-410F-8E48-29EAAA19AAED}">
  <ds:schemaRefs>
    <ds:schemaRef ds:uri="http://www.w3.org/XML/1998/namespace"/>
    <ds:schemaRef ds:uri="http://purl.org/dc/dcmitype/"/>
    <ds:schemaRef ds:uri="http://schemas.microsoft.com/office/2006/documentManagement/types"/>
    <ds:schemaRef ds:uri="b5a316ec-ed12-4a0a-9f5b-ae9254fe87e9"/>
    <ds:schemaRef ds:uri="http://schemas.microsoft.com/office/infopath/2007/PartnerControls"/>
    <ds:schemaRef ds:uri="0bf9c12c-4568-43bb-9641-6e3434e22515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978</Words>
  <Application>Microsoft Office PowerPoint</Application>
  <PresentationFormat>Panorámica</PresentationFormat>
  <Paragraphs>137</Paragraphs>
  <Slides>14</Slides>
  <Notes>14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Georgia</vt:lpstr>
      <vt:lpstr>Segoe UI</vt:lpstr>
      <vt:lpstr>Wingdings</vt:lpstr>
      <vt:lpstr>White</vt:lpstr>
      <vt:lpstr>CustomMaster 2</vt:lpstr>
      <vt:lpstr>CustomMaster 3</vt:lpstr>
      <vt:lpstr>think-cell Slide</vt:lpstr>
      <vt:lpstr>Tablero 04 - MAT</vt:lpstr>
      <vt:lpstr>   Iniciativas de la Trasformación en Prevención según objetivos a lograr</vt:lpstr>
      <vt:lpstr>Objetivo del tablero</vt:lpstr>
      <vt:lpstr>Desarrollamos un modelo analítico para pronosticar los accidentes por mes, empresa, actividad económica y regional </vt:lpstr>
      <vt:lpstr>Presentación de PowerPoint</vt:lpstr>
      <vt:lpstr>Presentación de PowerPoint</vt:lpstr>
      <vt:lpstr>Para medir la eficacia del tablero debemos de asegurar 4 acciones claves desde hoy hasta el 31 de mayo</vt:lpstr>
      <vt:lpstr>1. Revisión de pronósticos por empresa </vt:lpstr>
      <vt:lpstr>2. Modificación de planes actuales </vt:lpstr>
      <vt:lpstr>3. Presentación de nuevos planes a clientes </vt:lpstr>
      <vt:lpstr>4. Seguimiento de recomendaciones</vt:lpstr>
      <vt:lpstr>Al final del junio, se compartirá una encuesta para evaluar 5 variables claves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cp:lastPrinted>2023-01-14T01:41:40Z</cp:lastPrinted>
  <dcterms:created xsi:type="dcterms:W3CDTF">2022-10-25T01:17:22Z</dcterms:created>
  <dcterms:modified xsi:type="dcterms:W3CDTF">2026-08-25T21:13:58Z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Version">
    <vt:lpwstr>4</vt:lpwstr>
  </property>
  <property fmtid="{D5CDD505-2E9C-101B-9397-08002B2CF9AE}" pid="3" name="TemplateCreated">
    <vt:lpwstr>2019-02-27 01:18 PM</vt:lpwstr>
  </property>
</Properties>
</file>